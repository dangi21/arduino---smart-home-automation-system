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Black Han Sans"/>
      <p:regular r:id="rId15"/>
    </p:embeddedFont>
    <p:embeddedFont>
      <p:font typeface="ABeeZee"/>
      <p:regular r:id="rId16"/>
      <p: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JlZVuJFlTZxA8i1nZ1BoXcOZ+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BlackHanSans-regular.fntdata"/><Relationship Id="rId14" Type="http://schemas.openxmlformats.org/officeDocument/2006/relationships/slide" Target="slides/slide10.xml"/><Relationship Id="rId17" Type="http://schemas.openxmlformats.org/officeDocument/2006/relationships/font" Target="fonts/ABeeZee-italic.fntdata"/><Relationship Id="rId16" Type="http://schemas.openxmlformats.org/officeDocument/2006/relationships/font" Target="fonts/ABeeZe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0" name="Google Shape;9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6" name="Google Shape;9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1" name="Google Shape;9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0" name="Google Shape;9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6" name="Google Shape;9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" name="Google Shape;10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" name="Google Shape;10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5" name="Google Shape;10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12"/>
          <p:cNvGrpSpPr/>
          <p:nvPr/>
        </p:nvGrpSpPr>
        <p:grpSpPr>
          <a:xfrm flipH="1" rot="10800000">
            <a:off x="4945033" y="3106601"/>
            <a:ext cx="4198961" cy="2036907"/>
            <a:chOff x="4643125" y="3610400"/>
            <a:chExt cx="2050875" cy="994875"/>
          </a:xfrm>
        </p:grpSpPr>
        <p:sp>
          <p:nvSpPr>
            <p:cNvPr id="10" name="Google Shape;10;p12"/>
            <p:cNvSpPr/>
            <p:nvPr/>
          </p:nvSpPr>
          <p:spPr>
            <a:xfrm>
              <a:off x="5600100" y="3665175"/>
              <a:ext cx="147050" cy="30375"/>
            </a:xfrm>
            <a:custGeom>
              <a:rect b="b" l="l" r="r" t="t"/>
              <a:pathLst>
                <a:path extrusionOk="0" h="1215" w="5882">
                  <a:moveTo>
                    <a:pt x="5810" y="0"/>
                  </a:moveTo>
                  <a:lnTo>
                    <a:pt x="72" y="905"/>
                  </a:lnTo>
                  <a:lnTo>
                    <a:pt x="0" y="1214"/>
                  </a:lnTo>
                  <a:lnTo>
                    <a:pt x="5882" y="286"/>
                  </a:lnTo>
                  <a:cubicBezTo>
                    <a:pt x="5834" y="191"/>
                    <a:pt x="5799" y="107"/>
                    <a:pt x="581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12"/>
            <p:cNvSpPr/>
            <p:nvPr/>
          </p:nvSpPr>
          <p:spPr>
            <a:xfrm>
              <a:off x="5504550" y="3688675"/>
              <a:ext cx="89625" cy="20275"/>
            </a:xfrm>
            <a:custGeom>
              <a:rect b="b" l="l" r="r" t="t"/>
              <a:pathLst>
                <a:path extrusionOk="0" h="811" w="3585">
                  <a:moveTo>
                    <a:pt x="3584" y="1"/>
                  </a:moveTo>
                  <a:lnTo>
                    <a:pt x="0" y="560"/>
                  </a:lnTo>
                  <a:lnTo>
                    <a:pt x="0" y="655"/>
                  </a:lnTo>
                  <a:lnTo>
                    <a:pt x="262" y="810"/>
                  </a:lnTo>
                  <a:lnTo>
                    <a:pt x="3513" y="310"/>
                  </a:lnTo>
                  <a:lnTo>
                    <a:pt x="358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2"/>
            <p:cNvSpPr/>
            <p:nvPr/>
          </p:nvSpPr>
          <p:spPr>
            <a:xfrm>
              <a:off x="5497700" y="3708925"/>
              <a:ext cx="25" cy="625"/>
            </a:xfrm>
            <a:custGeom>
              <a:rect b="b" l="l" r="r" t="t"/>
              <a:pathLst>
                <a:path extrusionOk="0" h="25" w="1">
                  <a:moveTo>
                    <a:pt x="0" y="0"/>
                  </a:moveTo>
                  <a:cubicBezTo>
                    <a:pt x="0" y="0"/>
                    <a:pt x="0" y="24"/>
                    <a:pt x="0" y="0"/>
                  </a:cubicBezTo>
                  <a:cubicBezTo>
                    <a:pt x="0" y="24"/>
                    <a:pt x="0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2"/>
            <p:cNvSpPr/>
            <p:nvPr/>
          </p:nvSpPr>
          <p:spPr>
            <a:xfrm>
              <a:off x="5498600" y="37101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2"/>
            <p:cNvSpPr/>
            <p:nvPr/>
          </p:nvSpPr>
          <p:spPr>
            <a:xfrm>
              <a:off x="5497400" y="3708925"/>
              <a:ext cx="325" cy="25"/>
            </a:xfrm>
            <a:custGeom>
              <a:rect b="b" l="l" r="r" t="t"/>
              <a:pathLst>
                <a:path extrusionOk="0" h="1" w="13">
                  <a:moveTo>
                    <a:pt x="1" y="0"/>
                  </a:moveTo>
                  <a:cubicBezTo>
                    <a:pt x="12" y="0"/>
                    <a:pt x="12" y="0"/>
                    <a:pt x="1" y="0"/>
                  </a:cubicBezTo>
                  <a:cubicBezTo>
                    <a:pt x="12" y="0"/>
                    <a:pt x="12" y="0"/>
                    <a:pt x="1" y="0"/>
                  </a:cubicBezTo>
                  <a:cubicBezTo>
                    <a:pt x="12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2"/>
            <p:cNvSpPr/>
            <p:nvPr/>
          </p:nvSpPr>
          <p:spPr>
            <a:xfrm>
              <a:off x="5498000" y="3709525"/>
              <a:ext cx="925" cy="300"/>
            </a:xfrm>
            <a:custGeom>
              <a:rect b="b" l="l" r="r" t="t"/>
              <a:pathLst>
                <a:path extrusionOk="0" h="12" w="37">
                  <a:moveTo>
                    <a:pt x="0" y="0"/>
                  </a:moveTo>
                  <a:cubicBezTo>
                    <a:pt x="0" y="12"/>
                    <a:pt x="24" y="12"/>
                    <a:pt x="36" y="12"/>
                  </a:cubicBezTo>
                  <a:lnTo>
                    <a:pt x="36" y="12"/>
                  </a:lnTo>
                  <a:cubicBezTo>
                    <a:pt x="24" y="12"/>
                    <a:pt x="0" y="12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2"/>
            <p:cNvSpPr/>
            <p:nvPr/>
          </p:nvSpPr>
          <p:spPr>
            <a:xfrm>
              <a:off x="5497100" y="370712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"/>
                  </a:moveTo>
                  <a:cubicBezTo>
                    <a:pt x="1" y="13"/>
                    <a:pt x="1" y="13"/>
                    <a:pt x="1" y="1"/>
                  </a:cubicBezTo>
                  <a:lnTo>
                    <a:pt x="1" y="13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2"/>
            <p:cNvSpPr/>
            <p:nvPr/>
          </p:nvSpPr>
          <p:spPr>
            <a:xfrm>
              <a:off x="5695050" y="3824700"/>
              <a:ext cx="212250" cy="130700"/>
            </a:xfrm>
            <a:custGeom>
              <a:rect b="b" l="l" r="r" t="t"/>
              <a:pathLst>
                <a:path extrusionOk="0" h="5228" w="8490">
                  <a:moveTo>
                    <a:pt x="298" y="1"/>
                  </a:moveTo>
                  <a:lnTo>
                    <a:pt x="0" y="167"/>
                  </a:lnTo>
                  <a:lnTo>
                    <a:pt x="8370" y="5228"/>
                  </a:lnTo>
                  <a:cubicBezTo>
                    <a:pt x="8382" y="5132"/>
                    <a:pt x="8430" y="5061"/>
                    <a:pt x="8489" y="4989"/>
                  </a:cubicBezTo>
                  <a:lnTo>
                    <a:pt x="8466" y="493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2"/>
            <p:cNvSpPr/>
            <p:nvPr/>
          </p:nvSpPr>
          <p:spPr>
            <a:xfrm>
              <a:off x="5583725" y="3754175"/>
              <a:ext cx="111650" cy="70250"/>
            </a:xfrm>
            <a:custGeom>
              <a:rect b="b" l="l" r="r" t="t"/>
              <a:pathLst>
                <a:path extrusionOk="0" h="2810" w="4466">
                  <a:moveTo>
                    <a:pt x="72" y="0"/>
                  </a:moveTo>
                  <a:lnTo>
                    <a:pt x="0" y="298"/>
                  </a:lnTo>
                  <a:lnTo>
                    <a:pt x="4168" y="2810"/>
                  </a:lnTo>
                  <a:lnTo>
                    <a:pt x="4465" y="2643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2"/>
            <p:cNvSpPr/>
            <p:nvPr/>
          </p:nvSpPr>
          <p:spPr>
            <a:xfrm>
              <a:off x="5498600" y="3705050"/>
              <a:ext cx="80375" cy="52400"/>
            </a:xfrm>
            <a:custGeom>
              <a:rect b="b" l="l" r="r" t="t"/>
              <a:pathLst>
                <a:path extrusionOk="0" h="2096" w="3215">
                  <a:moveTo>
                    <a:pt x="0" y="203"/>
                  </a:moveTo>
                  <a:cubicBezTo>
                    <a:pt x="18" y="212"/>
                    <a:pt x="44" y="228"/>
                    <a:pt x="65" y="235"/>
                  </a:cubicBezTo>
                  <a:lnTo>
                    <a:pt x="65" y="235"/>
                  </a:lnTo>
                  <a:lnTo>
                    <a:pt x="12" y="203"/>
                  </a:lnTo>
                  <a:close/>
                  <a:moveTo>
                    <a:pt x="238" y="0"/>
                  </a:moveTo>
                  <a:lnTo>
                    <a:pt x="238" y="84"/>
                  </a:lnTo>
                  <a:cubicBezTo>
                    <a:pt x="238" y="155"/>
                    <a:pt x="179" y="239"/>
                    <a:pt x="84" y="239"/>
                  </a:cubicBezTo>
                  <a:cubicBezTo>
                    <a:pt x="78" y="239"/>
                    <a:pt x="72" y="237"/>
                    <a:pt x="65" y="235"/>
                  </a:cubicBezTo>
                  <a:lnTo>
                    <a:pt x="65" y="235"/>
                  </a:lnTo>
                  <a:lnTo>
                    <a:pt x="3132" y="2096"/>
                  </a:lnTo>
                  <a:lnTo>
                    <a:pt x="3215" y="1798"/>
                  </a:lnTo>
                  <a:lnTo>
                    <a:pt x="500" y="155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2"/>
            <p:cNvSpPr/>
            <p:nvPr/>
          </p:nvSpPr>
          <p:spPr>
            <a:xfrm>
              <a:off x="5497100" y="37080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2"/>
            <p:cNvSpPr/>
            <p:nvPr/>
          </p:nvSpPr>
          <p:spPr>
            <a:xfrm>
              <a:off x="5498600" y="37101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2"/>
            <p:cNvSpPr/>
            <p:nvPr/>
          </p:nvSpPr>
          <p:spPr>
            <a:xfrm>
              <a:off x="5497700" y="37089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2"/>
            <p:cNvSpPr/>
            <p:nvPr/>
          </p:nvSpPr>
          <p:spPr>
            <a:xfrm>
              <a:off x="4643125" y="3610700"/>
              <a:ext cx="30400" cy="48250"/>
            </a:xfrm>
            <a:custGeom>
              <a:rect b="b" l="l" r="r" t="t"/>
              <a:pathLst>
                <a:path extrusionOk="0" h="1930" w="1216">
                  <a:moveTo>
                    <a:pt x="1" y="0"/>
                  </a:moveTo>
                  <a:lnTo>
                    <a:pt x="953" y="1929"/>
                  </a:lnTo>
                  <a:lnTo>
                    <a:pt x="1215" y="1810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2"/>
            <p:cNvSpPr/>
            <p:nvPr/>
          </p:nvSpPr>
          <p:spPr>
            <a:xfrm>
              <a:off x="4743450" y="3642850"/>
              <a:ext cx="94675" cy="72950"/>
            </a:xfrm>
            <a:custGeom>
              <a:rect b="b" l="l" r="r" t="t"/>
              <a:pathLst>
                <a:path extrusionOk="0" h="2918" w="3787">
                  <a:moveTo>
                    <a:pt x="179" y="0"/>
                  </a:moveTo>
                  <a:cubicBezTo>
                    <a:pt x="155" y="107"/>
                    <a:pt x="95" y="179"/>
                    <a:pt x="0" y="238"/>
                  </a:cubicBezTo>
                  <a:lnTo>
                    <a:pt x="3627" y="2879"/>
                  </a:lnTo>
                  <a:lnTo>
                    <a:pt x="3627" y="2879"/>
                  </a:lnTo>
                  <a:cubicBezTo>
                    <a:pt x="3622" y="2872"/>
                    <a:pt x="3620" y="2864"/>
                    <a:pt x="3620" y="2858"/>
                  </a:cubicBezTo>
                  <a:cubicBezTo>
                    <a:pt x="3596" y="2786"/>
                    <a:pt x="3631" y="2691"/>
                    <a:pt x="3715" y="2667"/>
                  </a:cubicBezTo>
                  <a:lnTo>
                    <a:pt x="3786" y="2631"/>
                  </a:lnTo>
                  <a:lnTo>
                    <a:pt x="179" y="0"/>
                  </a:lnTo>
                  <a:close/>
                  <a:moveTo>
                    <a:pt x="3627" y="2879"/>
                  </a:moveTo>
                  <a:lnTo>
                    <a:pt x="3627" y="2879"/>
                  </a:lnTo>
                  <a:cubicBezTo>
                    <a:pt x="3638" y="2898"/>
                    <a:pt x="3662" y="2917"/>
                    <a:pt x="3679" y="2917"/>
                  </a:cubicBezTo>
                  <a:lnTo>
                    <a:pt x="3627" y="2879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2"/>
            <p:cNvSpPr/>
            <p:nvPr/>
          </p:nvSpPr>
          <p:spPr>
            <a:xfrm>
              <a:off x="4835125" y="3716075"/>
              <a:ext cx="600" cy="300"/>
            </a:xfrm>
            <a:custGeom>
              <a:rect b="b" l="l" r="r" t="t"/>
              <a:pathLst>
                <a:path extrusionOk="0" h="12" w="24">
                  <a:moveTo>
                    <a:pt x="0" y="0"/>
                  </a:moveTo>
                  <a:cubicBezTo>
                    <a:pt x="12" y="0"/>
                    <a:pt x="12" y="12"/>
                    <a:pt x="24" y="12"/>
                  </a:cubicBezTo>
                  <a:cubicBezTo>
                    <a:pt x="12" y="12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2"/>
            <p:cNvSpPr/>
            <p:nvPr/>
          </p:nvSpPr>
          <p:spPr>
            <a:xfrm>
              <a:off x="4833325" y="3649975"/>
              <a:ext cx="176825" cy="67000"/>
            </a:xfrm>
            <a:custGeom>
              <a:rect b="b" l="l" r="r" t="t"/>
              <a:pathLst>
                <a:path extrusionOk="0" h="2680" w="7073">
                  <a:moveTo>
                    <a:pt x="7049" y="1"/>
                  </a:moveTo>
                  <a:lnTo>
                    <a:pt x="191" y="2358"/>
                  </a:lnTo>
                  <a:lnTo>
                    <a:pt x="120" y="2394"/>
                  </a:lnTo>
                  <a:cubicBezTo>
                    <a:pt x="36" y="2418"/>
                    <a:pt x="1" y="2501"/>
                    <a:pt x="25" y="2584"/>
                  </a:cubicBezTo>
                  <a:cubicBezTo>
                    <a:pt x="36" y="2620"/>
                    <a:pt x="60" y="2644"/>
                    <a:pt x="84" y="2656"/>
                  </a:cubicBezTo>
                  <a:cubicBezTo>
                    <a:pt x="96" y="2656"/>
                    <a:pt x="96" y="2680"/>
                    <a:pt x="120" y="2680"/>
                  </a:cubicBezTo>
                  <a:lnTo>
                    <a:pt x="215" y="2680"/>
                  </a:lnTo>
                  <a:lnTo>
                    <a:pt x="7073" y="310"/>
                  </a:lnTo>
                  <a:cubicBezTo>
                    <a:pt x="7025" y="239"/>
                    <a:pt x="7002" y="156"/>
                    <a:pt x="7025" y="72"/>
                  </a:cubicBezTo>
                  <a:cubicBezTo>
                    <a:pt x="7025" y="37"/>
                    <a:pt x="7037" y="25"/>
                    <a:pt x="704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2"/>
            <p:cNvSpPr/>
            <p:nvPr/>
          </p:nvSpPr>
          <p:spPr>
            <a:xfrm>
              <a:off x="4694925" y="3610700"/>
              <a:ext cx="34250" cy="24725"/>
            </a:xfrm>
            <a:custGeom>
              <a:rect b="b" l="l" r="r" t="t"/>
              <a:pathLst>
                <a:path extrusionOk="0" h="989" w="1370">
                  <a:moveTo>
                    <a:pt x="0" y="0"/>
                  </a:moveTo>
                  <a:lnTo>
                    <a:pt x="1119" y="988"/>
                  </a:lnTo>
                  <a:lnTo>
                    <a:pt x="1262" y="929"/>
                  </a:lnTo>
                  <a:cubicBezTo>
                    <a:pt x="1274" y="881"/>
                    <a:pt x="1322" y="834"/>
                    <a:pt x="1370" y="798"/>
                  </a:cubicBezTo>
                  <a:lnTo>
                    <a:pt x="44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2"/>
            <p:cNvSpPr/>
            <p:nvPr/>
          </p:nvSpPr>
          <p:spPr>
            <a:xfrm>
              <a:off x="4663675" y="3633900"/>
              <a:ext cx="62525" cy="32775"/>
            </a:xfrm>
            <a:custGeom>
              <a:rect b="b" l="l" r="r" t="t"/>
              <a:pathLst>
                <a:path extrusionOk="0" h="1311" w="2501">
                  <a:moveTo>
                    <a:pt x="2500" y="1"/>
                  </a:moveTo>
                  <a:lnTo>
                    <a:pt x="2358" y="60"/>
                  </a:lnTo>
                  <a:lnTo>
                    <a:pt x="381" y="894"/>
                  </a:lnTo>
                  <a:lnTo>
                    <a:pt x="119" y="1013"/>
                  </a:lnTo>
                  <a:lnTo>
                    <a:pt x="95" y="1025"/>
                  </a:lnTo>
                  <a:cubicBezTo>
                    <a:pt x="24" y="1061"/>
                    <a:pt x="0" y="1144"/>
                    <a:pt x="24" y="1215"/>
                  </a:cubicBezTo>
                  <a:cubicBezTo>
                    <a:pt x="36" y="1251"/>
                    <a:pt x="60" y="1263"/>
                    <a:pt x="72" y="1275"/>
                  </a:cubicBezTo>
                  <a:cubicBezTo>
                    <a:pt x="95" y="1299"/>
                    <a:pt x="119" y="1311"/>
                    <a:pt x="143" y="1311"/>
                  </a:cubicBezTo>
                  <a:cubicBezTo>
                    <a:pt x="131" y="1263"/>
                    <a:pt x="119" y="1215"/>
                    <a:pt x="131" y="1156"/>
                  </a:cubicBezTo>
                  <a:cubicBezTo>
                    <a:pt x="142" y="1040"/>
                    <a:pt x="245" y="961"/>
                    <a:pt x="352" y="961"/>
                  </a:cubicBezTo>
                  <a:cubicBezTo>
                    <a:pt x="366" y="961"/>
                    <a:pt x="379" y="963"/>
                    <a:pt x="393" y="965"/>
                  </a:cubicBezTo>
                  <a:cubicBezTo>
                    <a:pt x="488" y="977"/>
                    <a:pt x="560" y="1061"/>
                    <a:pt x="572" y="1132"/>
                  </a:cubicBezTo>
                  <a:lnTo>
                    <a:pt x="2453" y="346"/>
                  </a:lnTo>
                  <a:cubicBezTo>
                    <a:pt x="2453" y="287"/>
                    <a:pt x="2441" y="203"/>
                    <a:pt x="2453" y="132"/>
                  </a:cubicBezTo>
                  <a:cubicBezTo>
                    <a:pt x="2453" y="84"/>
                    <a:pt x="2477" y="49"/>
                    <a:pt x="250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2"/>
            <p:cNvSpPr/>
            <p:nvPr/>
          </p:nvSpPr>
          <p:spPr>
            <a:xfrm>
              <a:off x="4740175" y="3610700"/>
              <a:ext cx="60725" cy="22925"/>
            </a:xfrm>
            <a:custGeom>
              <a:rect b="b" l="l" r="r" t="t"/>
              <a:pathLst>
                <a:path extrusionOk="0" h="917" w="2429">
                  <a:moveTo>
                    <a:pt x="1667" y="0"/>
                  </a:moveTo>
                  <a:lnTo>
                    <a:pt x="0" y="703"/>
                  </a:lnTo>
                  <a:cubicBezTo>
                    <a:pt x="107" y="738"/>
                    <a:pt x="214" y="810"/>
                    <a:pt x="274" y="917"/>
                  </a:cubicBezTo>
                  <a:lnTo>
                    <a:pt x="242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2"/>
            <p:cNvSpPr/>
            <p:nvPr/>
          </p:nvSpPr>
          <p:spPr>
            <a:xfrm>
              <a:off x="4999125" y="3610700"/>
              <a:ext cx="19375" cy="36925"/>
            </a:xfrm>
            <a:custGeom>
              <a:rect b="b" l="l" r="r" t="t"/>
              <a:pathLst>
                <a:path extrusionOk="0" h="1477" w="775">
                  <a:moveTo>
                    <a:pt x="0" y="0"/>
                  </a:moveTo>
                  <a:lnTo>
                    <a:pt x="477" y="1477"/>
                  </a:lnTo>
                  <a:cubicBezTo>
                    <a:pt x="526" y="1437"/>
                    <a:pt x="584" y="1414"/>
                    <a:pt x="656" y="1414"/>
                  </a:cubicBezTo>
                  <a:cubicBezTo>
                    <a:pt x="671" y="1414"/>
                    <a:pt x="687" y="1415"/>
                    <a:pt x="703" y="1417"/>
                  </a:cubicBezTo>
                  <a:cubicBezTo>
                    <a:pt x="727" y="1417"/>
                    <a:pt x="762" y="1429"/>
                    <a:pt x="774" y="1453"/>
                  </a:cubicBezTo>
                  <a:lnTo>
                    <a:pt x="31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2"/>
            <p:cNvSpPr/>
            <p:nvPr/>
          </p:nvSpPr>
          <p:spPr>
            <a:xfrm>
              <a:off x="5014900" y="3656825"/>
              <a:ext cx="92900" cy="270000"/>
            </a:xfrm>
            <a:custGeom>
              <a:rect b="b" l="l" r="r" t="t"/>
              <a:pathLst>
                <a:path extrusionOk="0" h="10800" w="3716">
                  <a:moveTo>
                    <a:pt x="239" y="1"/>
                  </a:moveTo>
                  <a:cubicBezTo>
                    <a:pt x="187" y="74"/>
                    <a:pt x="116" y="110"/>
                    <a:pt x="36" y="110"/>
                  </a:cubicBezTo>
                  <a:cubicBezTo>
                    <a:pt x="24" y="110"/>
                    <a:pt x="12" y="109"/>
                    <a:pt x="1" y="108"/>
                  </a:cubicBezTo>
                  <a:lnTo>
                    <a:pt x="1" y="108"/>
                  </a:lnTo>
                  <a:lnTo>
                    <a:pt x="3430" y="10800"/>
                  </a:lnTo>
                  <a:cubicBezTo>
                    <a:pt x="3513" y="10740"/>
                    <a:pt x="3608" y="10704"/>
                    <a:pt x="3715" y="10704"/>
                  </a:cubicBezTo>
                  <a:lnTo>
                    <a:pt x="274" y="24"/>
                  </a:lnTo>
                  <a:cubicBezTo>
                    <a:pt x="262" y="24"/>
                    <a:pt x="251" y="1"/>
                    <a:pt x="23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2"/>
            <p:cNvSpPr/>
            <p:nvPr/>
          </p:nvSpPr>
          <p:spPr>
            <a:xfrm>
              <a:off x="5021150" y="3610400"/>
              <a:ext cx="159875" cy="46900"/>
            </a:xfrm>
            <a:custGeom>
              <a:rect b="b" l="l" r="r" t="t"/>
              <a:pathLst>
                <a:path extrusionOk="0" h="1876" w="6395">
                  <a:moveTo>
                    <a:pt x="5370" y="0"/>
                  </a:moveTo>
                  <a:lnTo>
                    <a:pt x="60" y="1584"/>
                  </a:lnTo>
                  <a:lnTo>
                    <a:pt x="36" y="1584"/>
                  </a:lnTo>
                  <a:lnTo>
                    <a:pt x="48" y="1739"/>
                  </a:lnTo>
                  <a:cubicBezTo>
                    <a:pt x="48" y="1786"/>
                    <a:pt x="12" y="1822"/>
                    <a:pt x="1" y="1846"/>
                  </a:cubicBezTo>
                  <a:cubicBezTo>
                    <a:pt x="12" y="1858"/>
                    <a:pt x="24" y="1858"/>
                    <a:pt x="48" y="1858"/>
                  </a:cubicBezTo>
                  <a:cubicBezTo>
                    <a:pt x="60" y="1870"/>
                    <a:pt x="75" y="1876"/>
                    <a:pt x="90" y="1876"/>
                  </a:cubicBezTo>
                  <a:cubicBezTo>
                    <a:pt x="105" y="1876"/>
                    <a:pt x="120" y="1870"/>
                    <a:pt x="132" y="1858"/>
                  </a:cubicBezTo>
                  <a:lnTo>
                    <a:pt x="639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2"/>
            <p:cNvSpPr/>
            <p:nvPr/>
          </p:nvSpPr>
          <p:spPr>
            <a:xfrm>
              <a:off x="5109250" y="3610700"/>
              <a:ext cx="133375" cy="317625"/>
            </a:xfrm>
            <a:custGeom>
              <a:rect b="b" l="l" r="r" t="t"/>
              <a:pathLst>
                <a:path extrusionOk="0" h="12705" w="5335">
                  <a:moveTo>
                    <a:pt x="5013" y="0"/>
                  </a:moveTo>
                  <a:lnTo>
                    <a:pt x="1" y="12561"/>
                  </a:lnTo>
                  <a:lnTo>
                    <a:pt x="13" y="12561"/>
                  </a:lnTo>
                  <a:cubicBezTo>
                    <a:pt x="120" y="12585"/>
                    <a:pt x="203" y="12621"/>
                    <a:pt x="275" y="12704"/>
                  </a:cubicBezTo>
                  <a:lnTo>
                    <a:pt x="533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2"/>
            <p:cNvSpPr/>
            <p:nvPr/>
          </p:nvSpPr>
          <p:spPr>
            <a:xfrm>
              <a:off x="5497100" y="3610700"/>
              <a:ext cx="7475" cy="100325"/>
            </a:xfrm>
            <a:custGeom>
              <a:rect b="b" l="l" r="r" t="t"/>
              <a:pathLst>
                <a:path extrusionOk="0" h="4013" w="299">
                  <a:moveTo>
                    <a:pt x="1" y="0"/>
                  </a:moveTo>
                  <a:lnTo>
                    <a:pt x="1" y="3858"/>
                  </a:lnTo>
                  <a:lnTo>
                    <a:pt x="1" y="3870"/>
                  </a:lnTo>
                  <a:lnTo>
                    <a:pt x="1" y="3882"/>
                  </a:lnTo>
                  <a:lnTo>
                    <a:pt x="1" y="3905"/>
                  </a:lnTo>
                  <a:lnTo>
                    <a:pt x="1" y="3917"/>
                  </a:lnTo>
                  <a:lnTo>
                    <a:pt x="1" y="3929"/>
                  </a:lnTo>
                  <a:lnTo>
                    <a:pt x="1" y="3953"/>
                  </a:lnTo>
                  <a:lnTo>
                    <a:pt x="1" y="3965"/>
                  </a:lnTo>
                  <a:cubicBezTo>
                    <a:pt x="1" y="3977"/>
                    <a:pt x="13" y="3977"/>
                    <a:pt x="24" y="3977"/>
                  </a:cubicBezTo>
                  <a:cubicBezTo>
                    <a:pt x="60" y="3989"/>
                    <a:pt x="84" y="4013"/>
                    <a:pt x="120" y="4013"/>
                  </a:cubicBezTo>
                  <a:cubicBezTo>
                    <a:pt x="239" y="4013"/>
                    <a:pt x="298" y="3929"/>
                    <a:pt x="298" y="3858"/>
                  </a:cubicBezTo>
                  <a:lnTo>
                    <a:pt x="298" y="3774"/>
                  </a:lnTo>
                  <a:lnTo>
                    <a:pt x="298" y="367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2"/>
            <p:cNvSpPr/>
            <p:nvPr/>
          </p:nvSpPr>
          <p:spPr>
            <a:xfrm>
              <a:off x="5539175" y="3610700"/>
              <a:ext cx="82375" cy="297075"/>
            </a:xfrm>
            <a:custGeom>
              <a:rect b="b" l="l" r="r" t="t"/>
              <a:pathLst>
                <a:path extrusionOk="0" h="11883" w="3295">
                  <a:moveTo>
                    <a:pt x="2997" y="0"/>
                  </a:moveTo>
                  <a:lnTo>
                    <a:pt x="2211" y="3120"/>
                  </a:lnTo>
                  <a:lnTo>
                    <a:pt x="2140" y="3429"/>
                  </a:lnTo>
                  <a:lnTo>
                    <a:pt x="1604" y="5572"/>
                  </a:lnTo>
                  <a:lnTo>
                    <a:pt x="1532" y="5870"/>
                  </a:lnTo>
                  <a:lnTo>
                    <a:pt x="30" y="11797"/>
                  </a:lnTo>
                  <a:lnTo>
                    <a:pt x="30" y="11797"/>
                  </a:lnTo>
                  <a:cubicBezTo>
                    <a:pt x="42" y="11783"/>
                    <a:pt x="59" y="11772"/>
                    <a:pt x="80" y="11764"/>
                  </a:cubicBezTo>
                  <a:lnTo>
                    <a:pt x="377" y="11597"/>
                  </a:lnTo>
                  <a:lnTo>
                    <a:pt x="1782" y="6037"/>
                  </a:lnTo>
                  <a:lnTo>
                    <a:pt x="1854" y="5739"/>
                  </a:lnTo>
                  <a:lnTo>
                    <a:pt x="2449" y="3382"/>
                  </a:lnTo>
                  <a:lnTo>
                    <a:pt x="2521" y="3072"/>
                  </a:lnTo>
                  <a:lnTo>
                    <a:pt x="3294" y="0"/>
                  </a:lnTo>
                  <a:close/>
                  <a:moveTo>
                    <a:pt x="30" y="11797"/>
                  </a:moveTo>
                  <a:cubicBezTo>
                    <a:pt x="8" y="11821"/>
                    <a:pt x="1" y="11852"/>
                    <a:pt x="8" y="11883"/>
                  </a:cubicBezTo>
                  <a:lnTo>
                    <a:pt x="30" y="11797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2"/>
            <p:cNvSpPr/>
            <p:nvPr/>
          </p:nvSpPr>
          <p:spPr>
            <a:xfrm>
              <a:off x="5722725" y="3610700"/>
              <a:ext cx="32775" cy="47350"/>
            </a:xfrm>
            <a:custGeom>
              <a:rect b="b" l="l" r="r" t="t"/>
              <a:pathLst>
                <a:path extrusionOk="0" h="1894" w="1311">
                  <a:moveTo>
                    <a:pt x="1" y="0"/>
                  </a:moveTo>
                  <a:lnTo>
                    <a:pt x="1048" y="1893"/>
                  </a:lnTo>
                  <a:cubicBezTo>
                    <a:pt x="1120" y="1822"/>
                    <a:pt x="1215" y="1774"/>
                    <a:pt x="1310" y="1762"/>
                  </a:cubicBez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2"/>
            <p:cNvSpPr/>
            <p:nvPr/>
          </p:nvSpPr>
          <p:spPr>
            <a:xfrm>
              <a:off x="5759625" y="3674100"/>
              <a:ext cx="51525" cy="86350"/>
            </a:xfrm>
            <a:custGeom>
              <a:rect b="b" l="l" r="r" t="t"/>
              <a:pathLst>
                <a:path extrusionOk="0" h="3454" w="2061">
                  <a:moveTo>
                    <a:pt x="251" y="0"/>
                  </a:moveTo>
                  <a:cubicBezTo>
                    <a:pt x="191" y="72"/>
                    <a:pt x="108" y="131"/>
                    <a:pt x="1" y="143"/>
                  </a:cubicBezTo>
                  <a:lnTo>
                    <a:pt x="1799" y="3453"/>
                  </a:lnTo>
                  <a:lnTo>
                    <a:pt x="2061" y="3298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2"/>
            <p:cNvSpPr/>
            <p:nvPr/>
          </p:nvSpPr>
          <p:spPr>
            <a:xfrm>
              <a:off x="5811425" y="3763100"/>
              <a:ext cx="102425" cy="186350"/>
            </a:xfrm>
            <a:custGeom>
              <a:rect b="b" l="l" r="r" t="t"/>
              <a:pathLst>
                <a:path extrusionOk="0" h="7454" w="4097">
                  <a:moveTo>
                    <a:pt x="120" y="0"/>
                  </a:moveTo>
                  <a:lnTo>
                    <a:pt x="1" y="84"/>
                  </a:lnTo>
                  <a:cubicBezTo>
                    <a:pt x="132" y="119"/>
                    <a:pt x="227" y="250"/>
                    <a:pt x="203" y="393"/>
                  </a:cubicBezTo>
                  <a:cubicBezTo>
                    <a:pt x="191" y="476"/>
                    <a:pt x="167" y="536"/>
                    <a:pt x="108" y="560"/>
                  </a:cubicBezTo>
                  <a:lnTo>
                    <a:pt x="3811" y="7394"/>
                  </a:lnTo>
                  <a:lnTo>
                    <a:pt x="3834" y="7453"/>
                  </a:lnTo>
                  <a:cubicBezTo>
                    <a:pt x="3894" y="7382"/>
                    <a:pt x="4001" y="7334"/>
                    <a:pt x="4096" y="7299"/>
                  </a:cubicBezTo>
                  <a:lnTo>
                    <a:pt x="12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2"/>
            <p:cNvSpPr/>
            <p:nvPr/>
          </p:nvSpPr>
          <p:spPr>
            <a:xfrm>
              <a:off x="5767375" y="3647600"/>
              <a:ext cx="243200" cy="24725"/>
            </a:xfrm>
            <a:custGeom>
              <a:rect b="b" l="l" r="r" t="t"/>
              <a:pathLst>
                <a:path extrusionOk="0" h="989" w="9728">
                  <a:moveTo>
                    <a:pt x="9728" y="1"/>
                  </a:moveTo>
                  <a:lnTo>
                    <a:pt x="60" y="691"/>
                  </a:lnTo>
                  <a:cubicBezTo>
                    <a:pt x="84" y="727"/>
                    <a:pt x="84" y="774"/>
                    <a:pt x="60" y="822"/>
                  </a:cubicBezTo>
                  <a:cubicBezTo>
                    <a:pt x="48" y="882"/>
                    <a:pt x="36" y="929"/>
                    <a:pt x="1" y="965"/>
                  </a:cubicBezTo>
                  <a:cubicBezTo>
                    <a:pt x="12" y="965"/>
                    <a:pt x="36" y="989"/>
                    <a:pt x="60" y="989"/>
                  </a:cubicBezTo>
                  <a:lnTo>
                    <a:pt x="9097" y="346"/>
                  </a:lnTo>
                  <a:lnTo>
                    <a:pt x="972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2"/>
            <p:cNvSpPr/>
            <p:nvPr/>
          </p:nvSpPr>
          <p:spPr>
            <a:xfrm>
              <a:off x="6011150" y="3652075"/>
              <a:ext cx="80100" cy="97650"/>
            </a:xfrm>
            <a:custGeom>
              <a:rect b="b" l="l" r="r" t="t"/>
              <a:pathLst>
                <a:path extrusionOk="0" h="3906" w="3204">
                  <a:moveTo>
                    <a:pt x="251" y="0"/>
                  </a:moveTo>
                  <a:lnTo>
                    <a:pt x="1" y="155"/>
                  </a:lnTo>
                  <a:lnTo>
                    <a:pt x="3013" y="3905"/>
                  </a:lnTo>
                  <a:lnTo>
                    <a:pt x="3204" y="3667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2"/>
            <p:cNvSpPr/>
            <p:nvPr/>
          </p:nvSpPr>
          <p:spPr>
            <a:xfrm>
              <a:off x="6091225" y="3749700"/>
              <a:ext cx="73550" cy="93200"/>
            </a:xfrm>
            <a:custGeom>
              <a:rect b="b" l="l" r="r" t="t"/>
              <a:pathLst>
                <a:path extrusionOk="0" h="3728" w="2942">
                  <a:moveTo>
                    <a:pt x="191" y="0"/>
                  </a:moveTo>
                  <a:lnTo>
                    <a:pt x="1" y="239"/>
                  </a:lnTo>
                  <a:lnTo>
                    <a:pt x="2810" y="3727"/>
                  </a:lnTo>
                  <a:cubicBezTo>
                    <a:pt x="2798" y="3691"/>
                    <a:pt x="2798" y="3656"/>
                    <a:pt x="2810" y="3608"/>
                  </a:cubicBezTo>
                  <a:cubicBezTo>
                    <a:pt x="2822" y="3525"/>
                    <a:pt x="2870" y="3465"/>
                    <a:pt x="2941" y="341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2"/>
            <p:cNvSpPr/>
            <p:nvPr/>
          </p:nvSpPr>
          <p:spPr>
            <a:xfrm>
              <a:off x="6167125" y="3845850"/>
              <a:ext cx="108675" cy="131575"/>
            </a:xfrm>
            <a:custGeom>
              <a:rect b="b" l="l" r="r" t="t"/>
              <a:pathLst>
                <a:path extrusionOk="0" h="5263" w="4347">
                  <a:moveTo>
                    <a:pt x="263" y="0"/>
                  </a:moveTo>
                  <a:lnTo>
                    <a:pt x="215" y="36"/>
                  </a:lnTo>
                  <a:cubicBezTo>
                    <a:pt x="191" y="48"/>
                    <a:pt x="155" y="60"/>
                    <a:pt x="120" y="72"/>
                  </a:cubicBezTo>
                  <a:lnTo>
                    <a:pt x="1" y="131"/>
                  </a:lnTo>
                  <a:lnTo>
                    <a:pt x="4108" y="5263"/>
                  </a:lnTo>
                  <a:cubicBezTo>
                    <a:pt x="4168" y="5179"/>
                    <a:pt x="4251" y="5120"/>
                    <a:pt x="4346" y="5084"/>
                  </a:cubicBezTo>
                  <a:lnTo>
                    <a:pt x="26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2"/>
            <p:cNvSpPr/>
            <p:nvPr/>
          </p:nvSpPr>
          <p:spPr>
            <a:xfrm>
              <a:off x="5539375" y="3610700"/>
              <a:ext cx="553650" cy="299750"/>
            </a:xfrm>
            <a:custGeom>
              <a:rect b="b" l="l" r="r" t="t"/>
              <a:pathLst>
                <a:path extrusionOk="0" h="11990" w="22146">
                  <a:moveTo>
                    <a:pt x="21539" y="0"/>
                  </a:moveTo>
                  <a:lnTo>
                    <a:pt x="18848" y="1477"/>
                  </a:lnTo>
                  <a:lnTo>
                    <a:pt x="18217" y="1822"/>
                  </a:lnTo>
                  <a:lnTo>
                    <a:pt x="10859" y="5834"/>
                  </a:lnTo>
                  <a:lnTo>
                    <a:pt x="10609" y="5989"/>
                  </a:lnTo>
                  <a:lnTo>
                    <a:pt x="6239" y="8382"/>
                  </a:lnTo>
                  <a:lnTo>
                    <a:pt x="5942" y="8549"/>
                  </a:lnTo>
                  <a:lnTo>
                    <a:pt x="369" y="11597"/>
                  </a:lnTo>
                  <a:lnTo>
                    <a:pt x="72" y="11764"/>
                  </a:lnTo>
                  <a:cubicBezTo>
                    <a:pt x="24" y="11787"/>
                    <a:pt x="0" y="11835"/>
                    <a:pt x="0" y="11895"/>
                  </a:cubicBezTo>
                  <a:lnTo>
                    <a:pt x="84" y="11895"/>
                  </a:lnTo>
                  <a:cubicBezTo>
                    <a:pt x="167" y="11906"/>
                    <a:pt x="238" y="11942"/>
                    <a:pt x="298" y="11990"/>
                  </a:cubicBezTo>
                  <a:lnTo>
                    <a:pt x="6251" y="8727"/>
                  </a:lnTo>
                  <a:lnTo>
                    <a:pt x="6549" y="8561"/>
                  </a:lnTo>
                  <a:lnTo>
                    <a:pt x="7073" y="8263"/>
                  </a:lnTo>
                  <a:lnTo>
                    <a:pt x="7073" y="8239"/>
                  </a:lnTo>
                  <a:cubicBezTo>
                    <a:pt x="7093" y="8105"/>
                    <a:pt x="7213" y="8006"/>
                    <a:pt x="7330" y="8006"/>
                  </a:cubicBezTo>
                  <a:cubicBezTo>
                    <a:pt x="7348" y="8006"/>
                    <a:pt x="7365" y="8008"/>
                    <a:pt x="7382" y="8013"/>
                  </a:cubicBezTo>
                  <a:cubicBezTo>
                    <a:pt x="7418" y="8013"/>
                    <a:pt x="7442" y="8025"/>
                    <a:pt x="7454" y="8037"/>
                  </a:cubicBezTo>
                  <a:lnTo>
                    <a:pt x="10537" y="6358"/>
                  </a:lnTo>
                  <a:cubicBezTo>
                    <a:pt x="10579" y="6244"/>
                    <a:pt x="10684" y="6175"/>
                    <a:pt x="10797" y="6175"/>
                  </a:cubicBezTo>
                  <a:cubicBezTo>
                    <a:pt x="10813" y="6175"/>
                    <a:pt x="10830" y="6176"/>
                    <a:pt x="10847" y="6180"/>
                  </a:cubicBezTo>
                  <a:lnTo>
                    <a:pt x="10859" y="6180"/>
                  </a:lnTo>
                  <a:lnTo>
                    <a:pt x="11002" y="6108"/>
                  </a:lnTo>
                  <a:lnTo>
                    <a:pt x="18860" y="1810"/>
                  </a:lnTo>
                  <a:lnTo>
                    <a:pt x="19122" y="1655"/>
                  </a:lnTo>
                  <a:lnTo>
                    <a:pt x="221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2"/>
            <p:cNvSpPr/>
            <p:nvPr/>
          </p:nvSpPr>
          <p:spPr>
            <a:xfrm>
              <a:off x="5910250" y="3967875"/>
              <a:ext cx="8650" cy="4525"/>
            </a:xfrm>
            <a:custGeom>
              <a:rect b="b" l="l" r="r" t="t"/>
              <a:pathLst>
                <a:path extrusionOk="0" h="181" w="346">
                  <a:moveTo>
                    <a:pt x="24" y="1"/>
                  </a:moveTo>
                  <a:lnTo>
                    <a:pt x="24" y="1"/>
                  </a:lnTo>
                  <a:cubicBezTo>
                    <a:pt x="1" y="60"/>
                    <a:pt x="24" y="120"/>
                    <a:pt x="60" y="155"/>
                  </a:cubicBezTo>
                  <a:cubicBezTo>
                    <a:pt x="82" y="173"/>
                    <a:pt x="109" y="181"/>
                    <a:pt x="136" y="181"/>
                  </a:cubicBezTo>
                  <a:cubicBezTo>
                    <a:pt x="185" y="181"/>
                    <a:pt x="237" y="157"/>
                    <a:pt x="274" y="120"/>
                  </a:cubicBezTo>
                  <a:lnTo>
                    <a:pt x="346" y="24"/>
                  </a:lnTo>
                  <a:lnTo>
                    <a:pt x="346" y="24"/>
                  </a:lnTo>
                  <a:cubicBezTo>
                    <a:pt x="311" y="42"/>
                    <a:pt x="263" y="53"/>
                    <a:pt x="212" y="53"/>
                  </a:cubicBezTo>
                  <a:cubicBezTo>
                    <a:pt x="194" y="53"/>
                    <a:pt x="174" y="51"/>
                    <a:pt x="155" y="48"/>
                  </a:cubicBezTo>
                  <a:lnTo>
                    <a:pt x="2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2"/>
            <p:cNvSpPr/>
            <p:nvPr/>
          </p:nvSpPr>
          <p:spPr>
            <a:xfrm>
              <a:off x="5925125" y="3610700"/>
              <a:ext cx="282500" cy="339050"/>
            </a:xfrm>
            <a:custGeom>
              <a:rect b="b" l="l" r="r" t="t"/>
              <a:pathLst>
                <a:path extrusionOk="0" h="13562" w="11300">
                  <a:moveTo>
                    <a:pt x="10931" y="0"/>
                  </a:moveTo>
                  <a:lnTo>
                    <a:pt x="6645" y="5322"/>
                  </a:lnTo>
                  <a:lnTo>
                    <a:pt x="6454" y="5560"/>
                  </a:lnTo>
                  <a:lnTo>
                    <a:pt x="1" y="13561"/>
                  </a:lnTo>
                  <a:lnTo>
                    <a:pt x="584" y="13311"/>
                  </a:lnTo>
                  <a:lnTo>
                    <a:pt x="6645" y="5799"/>
                  </a:lnTo>
                  <a:lnTo>
                    <a:pt x="6835" y="5560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2"/>
            <p:cNvSpPr/>
            <p:nvPr/>
          </p:nvSpPr>
          <p:spPr>
            <a:xfrm>
              <a:off x="6413300" y="3610700"/>
              <a:ext cx="111625" cy="99125"/>
            </a:xfrm>
            <a:custGeom>
              <a:rect b="b" l="l" r="r" t="t"/>
              <a:pathLst>
                <a:path extrusionOk="0" h="3965" w="4465">
                  <a:moveTo>
                    <a:pt x="0" y="0"/>
                  </a:moveTo>
                  <a:lnTo>
                    <a:pt x="4263" y="3965"/>
                  </a:lnTo>
                  <a:cubicBezTo>
                    <a:pt x="4310" y="3894"/>
                    <a:pt x="4382" y="3810"/>
                    <a:pt x="4465" y="3774"/>
                  </a:cubicBezTo>
                  <a:lnTo>
                    <a:pt x="44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2"/>
            <p:cNvSpPr/>
            <p:nvPr/>
          </p:nvSpPr>
          <p:spPr>
            <a:xfrm>
              <a:off x="6404950" y="3728850"/>
              <a:ext cx="119975" cy="132500"/>
            </a:xfrm>
            <a:custGeom>
              <a:rect b="b" l="l" r="r" t="t"/>
              <a:pathLst>
                <a:path extrusionOk="0" h="5300" w="4799">
                  <a:moveTo>
                    <a:pt x="4585" y="1"/>
                  </a:moveTo>
                  <a:lnTo>
                    <a:pt x="1" y="4918"/>
                  </a:lnTo>
                  <a:lnTo>
                    <a:pt x="36" y="5299"/>
                  </a:lnTo>
                  <a:lnTo>
                    <a:pt x="4799" y="191"/>
                  </a:lnTo>
                  <a:cubicBezTo>
                    <a:pt x="4716" y="144"/>
                    <a:pt x="4644" y="72"/>
                    <a:pt x="458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2"/>
            <p:cNvSpPr/>
            <p:nvPr/>
          </p:nvSpPr>
          <p:spPr>
            <a:xfrm>
              <a:off x="6291250" y="3858950"/>
              <a:ext cx="108375" cy="119975"/>
            </a:xfrm>
            <a:custGeom>
              <a:rect b="b" l="l" r="r" t="t"/>
              <a:pathLst>
                <a:path extrusionOk="0" h="4799" w="4335">
                  <a:moveTo>
                    <a:pt x="4287" y="0"/>
                  </a:moveTo>
                  <a:lnTo>
                    <a:pt x="1" y="4596"/>
                  </a:lnTo>
                  <a:cubicBezTo>
                    <a:pt x="84" y="4643"/>
                    <a:pt x="155" y="4715"/>
                    <a:pt x="203" y="4798"/>
                  </a:cubicBezTo>
                  <a:lnTo>
                    <a:pt x="262" y="4762"/>
                  </a:lnTo>
                  <a:lnTo>
                    <a:pt x="4334" y="369"/>
                  </a:lnTo>
                  <a:lnTo>
                    <a:pt x="4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2"/>
            <p:cNvSpPr/>
            <p:nvPr/>
          </p:nvSpPr>
          <p:spPr>
            <a:xfrm>
              <a:off x="6172200" y="3745825"/>
              <a:ext cx="206875" cy="100625"/>
            </a:xfrm>
            <a:custGeom>
              <a:rect b="b" l="l" r="r" t="t"/>
              <a:pathLst>
                <a:path extrusionOk="0" h="4025" w="8275">
                  <a:moveTo>
                    <a:pt x="8168" y="1"/>
                  </a:moveTo>
                  <a:lnTo>
                    <a:pt x="4893" y="1477"/>
                  </a:lnTo>
                  <a:cubicBezTo>
                    <a:pt x="4917" y="1525"/>
                    <a:pt x="4917" y="1548"/>
                    <a:pt x="4893" y="1596"/>
                  </a:cubicBezTo>
                  <a:cubicBezTo>
                    <a:pt x="4871" y="1731"/>
                    <a:pt x="4753" y="1823"/>
                    <a:pt x="4610" y="1823"/>
                  </a:cubicBezTo>
                  <a:cubicBezTo>
                    <a:pt x="4601" y="1823"/>
                    <a:pt x="4593" y="1823"/>
                    <a:pt x="4584" y="1822"/>
                  </a:cubicBezTo>
                  <a:cubicBezTo>
                    <a:pt x="4512" y="1798"/>
                    <a:pt x="4441" y="1763"/>
                    <a:pt x="4405" y="1703"/>
                  </a:cubicBezTo>
                  <a:lnTo>
                    <a:pt x="60" y="3668"/>
                  </a:lnTo>
                  <a:cubicBezTo>
                    <a:pt x="95" y="3727"/>
                    <a:pt x="107" y="3787"/>
                    <a:pt x="107" y="3858"/>
                  </a:cubicBezTo>
                  <a:cubicBezTo>
                    <a:pt x="98" y="3914"/>
                    <a:pt x="74" y="3963"/>
                    <a:pt x="36" y="3998"/>
                  </a:cubicBezTo>
                  <a:lnTo>
                    <a:pt x="36" y="3998"/>
                  </a:lnTo>
                  <a:lnTo>
                    <a:pt x="48" y="3989"/>
                  </a:lnTo>
                  <a:lnTo>
                    <a:pt x="8275" y="274"/>
                  </a:lnTo>
                  <a:cubicBezTo>
                    <a:pt x="8215" y="191"/>
                    <a:pt x="8168" y="96"/>
                    <a:pt x="8168" y="1"/>
                  </a:cubicBezTo>
                  <a:close/>
                  <a:moveTo>
                    <a:pt x="36" y="3998"/>
                  </a:moveTo>
                  <a:lnTo>
                    <a:pt x="0" y="4025"/>
                  </a:lnTo>
                  <a:cubicBezTo>
                    <a:pt x="13" y="4017"/>
                    <a:pt x="25" y="4008"/>
                    <a:pt x="36" y="3998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2"/>
            <p:cNvSpPr/>
            <p:nvPr/>
          </p:nvSpPr>
          <p:spPr>
            <a:xfrm>
              <a:off x="5924825" y="3842875"/>
              <a:ext cx="244400" cy="112525"/>
            </a:xfrm>
            <a:custGeom>
              <a:rect b="b" l="l" r="r" t="t"/>
              <a:pathLst>
                <a:path extrusionOk="0" h="4501" w="9776">
                  <a:moveTo>
                    <a:pt x="9776" y="179"/>
                  </a:moveTo>
                  <a:lnTo>
                    <a:pt x="9744" y="195"/>
                  </a:lnTo>
                  <a:lnTo>
                    <a:pt x="9744" y="195"/>
                  </a:lnTo>
                  <a:cubicBezTo>
                    <a:pt x="9757" y="192"/>
                    <a:pt x="9768" y="187"/>
                    <a:pt x="9776" y="179"/>
                  </a:cubicBezTo>
                  <a:close/>
                  <a:moveTo>
                    <a:pt x="9454" y="0"/>
                  </a:moveTo>
                  <a:lnTo>
                    <a:pt x="584" y="4024"/>
                  </a:lnTo>
                  <a:lnTo>
                    <a:pt x="1" y="4274"/>
                  </a:lnTo>
                  <a:cubicBezTo>
                    <a:pt x="49" y="4334"/>
                    <a:pt x="84" y="4405"/>
                    <a:pt x="108" y="4489"/>
                  </a:cubicBezTo>
                  <a:lnTo>
                    <a:pt x="227" y="4501"/>
                  </a:lnTo>
                  <a:lnTo>
                    <a:pt x="9657" y="238"/>
                  </a:lnTo>
                  <a:lnTo>
                    <a:pt x="9744" y="195"/>
                  </a:lnTo>
                  <a:lnTo>
                    <a:pt x="9744" y="195"/>
                  </a:lnTo>
                  <a:cubicBezTo>
                    <a:pt x="9738" y="196"/>
                    <a:pt x="9732" y="197"/>
                    <a:pt x="9725" y="197"/>
                  </a:cubicBezTo>
                  <a:cubicBezTo>
                    <a:pt x="9705" y="197"/>
                    <a:pt x="9681" y="191"/>
                    <a:pt x="9657" y="179"/>
                  </a:cubicBezTo>
                  <a:cubicBezTo>
                    <a:pt x="9562" y="167"/>
                    <a:pt x="9478" y="95"/>
                    <a:pt x="945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2"/>
            <p:cNvSpPr/>
            <p:nvPr/>
          </p:nvSpPr>
          <p:spPr>
            <a:xfrm>
              <a:off x="5926625" y="3955375"/>
              <a:ext cx="339650" cy="35450"/>
            </a:xfrm>
            <a:custGeom>
              <a:rect b="b" l="l" r="r" t="t"/>
              <a:pathLst>
                <a:path extrusionOk="0" h="1418" w="13586">
                  <a:moveTo>
                    <a:pt x="48" y="1"/>
                  </a:moveTo>
                  <a:lnTo>
                    <a:pt x="48" y="1"/>
                  </a:lnTo>
                  <a:cubicBezTo>
                    <a:pt x="60" y="60"/>
                    <a:pt x="60" y="108"/>
                    <a:pt x="48" y="167"/>
                  </a:cubicBezTo>
                  <a:lnTo>
                    <a:pt x="0" y="298"/>
                  </a:lnTo>
                  <a:lnTo>
                    <a:pt x="13573" y="1417"/>
                  </a:lnTo>
                  <a:cubicBezTo>
                    <a:pt x="13562" y="1334"/>
                    <a:pt x="13562" y="1263"/>
                    <a:pt x="13573" y="1191"/>
                  </a:cubicBezTo>
                  <a:cubicBezTo>
                    <a:pt x="13573" y="1156"/>
                    <a:pt x="13585" y="1144"/>
                    <a:pt x="13585" y="1120"/>
                  </a:cubicBezTo>
                  <a:lnTo>
                    <a:pt x="167" y="13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5920375" y="3963425"/>
              <a:ext cx="554850" cy="615875"/>
            </a:xfrm>
            <a:custGeom>
              <a:rect b="b" l="l" r="r" t="t"/>
              <a:pathLst>
                <a:path extrusionOk="0" h="24635" w="22194">
                  <a:moveTo>
                    <a:pt x="227" y="0"/>
                  </a:moveTo>
                  <a:cubicBezTo>
                    <a:pt x="167" y="95"/>
                    <a:pt x="96" y="155"/>
                    <a:pt x="0" y="202"/>
                  </a:cubicBezTo>
                  <a:lnTo>
                    <a:pt x="21967" y="24634"/>
                  </a:lnTo>
                  <a:cubicBezTo>
                    <a:pt x="22027" y="24563"/>
                    <a:pt x="22098" y="24491"/>
                    <a:pt x="22194" y="24444"/>
                  </a:cubicBezTo>
                  <a:lnTo>
                    <a:pt x="22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2"/>
            <p:cNvSpPr/>
            <p:nvPr/>
          </p:nvSpPr>
          <p:spPr>
            <a:xfrm>
              <a:off x="6287975" y="3999125"/>
              <a:ext cx="141700" cy="223275"/>
            </a:xfrm>
            <a:custGeom>
              <a:rect b="b" l="l" r="r" t="t"/>
              <a:pathLst>
                <a:path extrusionOk="0" h="8931" w="5668">
                  <a:moveTo>
                    <a:pt x="251" y="1"/>
                  </a:moveTo>
                  <a:cubicBezTo>
                    <a:pt x="179" y="84"/>
                    <a:pt x="108" y="120"/>
                    <a:pt x="1" y="168"/>
                  </a:cubicBezTo>
                  <a:lnTo>
                    <a:pt x="5418" y="8931"/>
                  </a:lnTo>
                  <a:cubicBezTo>
                    <a:pt x="5489" y="8871"/>
                    <a:pt x="5585" y="8811"/>
                    <a:pt x="5668" y="8788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2"/>
            <p:cNvSpPr/>
            <p:nvPr/>
          </p:nvSpPr>
          <p:spPr>
            <a:xfrm>
              <a:off x="6385000" y="3756250"/>
              <a:ext cx="29800" cy="175050"/>
            </a:xfrm>
            <a:custGeom>
              <a:rect b="b" l="l" r="r" t="t"/>
              <a:pathLst>
                <a:path extrusionOk="0" h="7002" w="1192">
                  <a:moveTo>
                    <a:pt x="287" y="0"/>
                  </a:moveTo>
                  <a:cubicBezTo>
                    <a:pt x="233" y="27"/>
                    <a:pt x="180" y="41"/>
                    <a:pt x="116" y="41"/>
                  </a:cubicBezTo>
                  <a:cubicBezTo>
                    <a:pt x="95" y="41"/>
                    <a:pt x="72" y="39"/>
                    <a:pt x="49" y="36"/>
                  </a:cubicBezTo>
                  <a:cubicBezTo>
                    <a:pt x="37" y="36"/>
                    <a:pt x="25" y="12"/>
                    <a:pt x="1" y="12"/>
                  </a:cubicBezTo>
                  <a:lnTo>
                    <a:pt x="537" y="4108"/>
                  </a:lnTo>
                  <a:lnTo>
                    <a:pt x="584" y="4477"/>
                  </a:lnTo>
                  <a:lnTo>
                    <a:pt x="918" y="7001"/>
                  </a:lnTo>
                  <a:lnTo>
                    <a:pt x="1192" y="6882"/>
                  </a:lnTo>
                  <a:lnTo>
                    <a:pt x="834" y="4203"/>
                  </a:lnTo>
                  <a:lnTo>
                    <a:pt x="799" y="3822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2"/>
            <p:cNvSpPr/>
            <p:nvPr/>
          </p:nvSpPr>
          <p:spPr>
            <a:xfrm>
              <a:off x="6414775" y="3936025"/>
              <a:ext cx="1525" cy="1825"/>
            </a:xfrm>
            <a:custGeom>
              <a:rect b="b" l="l" r="r" t="t"/>
              <a:pathLst>
                <a:path extrusionOk="0" h="73" w="61">
                  <a:moveTo>
                    <a:pt x="48" y="1"/>
                  </a:moveTo>
                  <a:lnTo>
                    <a:pt x="1" y="13"/>
                  </a:lnTo>
                  <a:cubicBezTo>
                    <a:pt x="24" y="25"/>
                    <a:pt x="48" y="48"/>
                    <a:pt x="60" y="72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2"/>
            <p:cNvSpPr/>
            <p:nvPr/>
          </p:nvSpPr>
          <p:spPr>
            <a:xfrm>
              <a:off x="6410025" y="3943775"/>
              <a:ext cx="42875" cy="272675"/>
            </a:xfrm>
            <a:custGeom>
              <a:rect b="b" l="l" r="r" t="t"/>
              <a:pathLst>
                <a:path extrusionOk="0" h="10907" w="1715">
                  <a:moveTo>
                    <a:pt x="298" y="0"/>
                  </a:moveTo>
                  <a:cubicBezTo>
                    <a:pt x="243" y="111"/>
                    <a:pt x="146" y="180"/>
                    <a:pt x="28" y="180"/>
                  </a:cubicBezTo>
                  <a:cubicBezTo>
                    <a:pt x="19" y="180"/>
                    <a:pt x="10" y="180"/>
                    <a:pt x="0" y="179"/>
                  </a:cubicBezTo>
                  <a:lnTo>
                    <a:pt x="0" y="179"/>
                  </a:lnTo>
                  <a:lnTo>
                    <a:pt x="1405" y="10871"/>
                  </a:lnTo>
                  <a:cubicBezTo>
                    <a:pt x="1465" y="10871"/>
                    <a:pt x="1524" y="10871"/>
                    <a:pt x="1596" y="10883"/>
                  </a:cubicBezTo>
                  <a:cubicBezTo>
                    <a:pt x="1619" y="10883"/>
                    <a:pt x="1655" y="10894"/>
                    <a:pt x="1703" y="10906"/>
                  </a:cubicBezTo>
                  <a:cubicBezTo>
                    <a:pt x="1715" y="10894"/>
                    <a:pt x="1715" y="10871"/>
                    <a:pt x="1715" y="10835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2"/>
            <p:cNvSpPr/>
            <p:nvPr/>
          </p:nvSpPr>
          <p:spPr>
            <a:xfrm>
              <a:off x="6296300" y="3868175"/>
              <a:ext cx="262875" cy="117600"/>
            </a:xfrm>
            <a:custGeom>
              <a:rect b="b" l="l" r="r" t="t"/>
              <a:pathLst>
                <a:path extrusionOk="0" h="4704" w="10515">
                  <a:moveTo>
                    <a:pt x="10395" y="0"/>
                  </a:moveTo>
                  <a:lnTo>
                    <a:pt x="4763" y="2381"/>
                  </a:lnTo>
                  <a:lnTo>
                    <a:pt x="4478" y="2500"/>
                  </a:lnTo>
                  <a:lnTo>
                    <a:pt x="60" y="4382"/>
                  </a:lnTo>
                  <a:lnTo>
                    <a:pt x="1" y="4429"/>
                  </a:lnTo>
                  <a:cubicBezTo>
                    <a:pt x="60" y="4513"/>
                    <a:pt x="84" y="4608"/>
                    <a:pt x="96" y="4703"/>
                  </a:cubicBezTo>
                  <a:lnTo>
                    <a:pt x="4299" y="2917"/>
                  </a:lnTo>
                  <a:lnTo>
                    <a:pt x="4299" y="2893"/>
                  </a:lnTo>
                  <a:cubicBezTo>
                    <a:pt x="4321" y="2748"/>
                    <a:pt x="4459" y="2666"/>
                    <a:pt x="4584" y="2666"/>
                  </a:cubicBezTo>
                  <a:cubicBezTo>
                    <a:pt x="4592" y="2666"/>
                    <a:pt x="4600" y="2666"/>
                    <a:pt x="4609" y="2667"/>
                  </a:cubicBezTo>
                  <a:cubicBezTo>
                    <a:pt x="4656" y="2679"/>
                    <a:pt x="4704" y="2703"/>
                    <a:pt x="4728" y="2727"/>
                  </a:cubicBezTo>
                  <a:lnTo>
                    <a:pt x="4775" y="2715"/>
                  </a:lnTo>
                  <a:lnTo>
                    <a:pt x="10514" y="274"/>
                  </a:lnTo>
                  <a:lnTo>
                    <a:pt x="10443" y="226"/>
                  </a:lnTo>
                  <a:cubicBezTo>
                    <a:pt x="10431" y="226"/>
                    <a:pt x="10431" y="214"/>
                    <a:pt x="10431" y="214"/>
                  </a:cubicBezTo>
                  <a:lnTo>
                    <a:pt x="10431" y="191"/>
                  </a:lnTo>
                  <a:cubicBezTo>
                    <a:pt x="10431" y="191"/>
                    <a:pt x="10431" y="179"/>
                    <a:pt x="10419" y="179"/>
                  </a:cubicBezTo>
                  <a:lnTo>
                    <a:pt x="10419" y="167"/>
                  </a:lnTo>
                  <a:lnTo>
                    <a:pt x="10419" y="155"/>
                  </a:lnTo>
                  <a:lnTo>
                    <a:pt x="10419" y="131"/>
                  </a:lnTo>
                  <a:lnTo>
                    <a:pt x="10419" y="119"/>
                  </a:lnTo>
                  <a:lnTo>
                    <a:pt x="1039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2"/>
            <p:cNvSpPr/>
            <p:nvPr/>
          </p:nvSpPr>
          <p:spPr>
            <a:xfrm>
              <a:off x="6562125" y="3681225"/>
              <a:ext cx="131575" cy="189050"/>
            </a:xfrm>
            <a:custGeom>
              <a:rect b="b" l="l" r="r" t="t"/>
              <a:pathLst>
                <a:path extrusionOk="0" h="7562" w="5263">
                  <a:moveTo>
                    <a:pt x="5263" y="1"/>
                  </a:moveTo>
                  <a:lnTo>
                    <a:pt x="0" y="7216"/>
                  </a:lnTo>
                  <a:lnTo>
                    <a:pt x="48" y="7502"/>
                  </a:lnTo>
                  <a:lnTo>
                    <a:pt x="119" y="7561"/>
                  </a:lnTo>
                  <a:lnTo>
                    <a:pt x="5263" y="501"/>
                  </a:lnTo>
                  <a:lnTo>
                    <a:pt x="526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2"/>
            <p:cNvSpPr/>
            <p:nvPr/>
          </p:nvSpPr>
          <p:spPr>
            <a:xfrm>
              <a:off x="6533550" y="3734225"/>
              <a:ext cx="29775" cy="137825"/>
            </a:xfrm>
            <a:custGeom>
              <a:rect b="b" l="l" r="r" t="t"/>
              <a:pathLst>
                <a:path extrusionOk="0" h="5513" w="1191">
                  <a:moveTo>
                    <a:pt x="286" y="0"/>
                  </a:moveTo>
                  <a:cubicBezTo>
                    <a:pt x="191" y="48"/>
                    <a:pt x="107" y="84"/>
                    <a:pt x="0" y="84"/>
                  </a:cubicBezTo>
                  <a:lnTo>
                    <a:pt x="893" y="5382"/>
                  </a:lnTo>
                  <a:lnTo>
                    <a:pt x="901" y="5464"/>
                  </a:lnTo>
                  <a:lnTo>
                    <a:pt x="901" y="5464"/>
                  </a:lnTo>
                  <a:cubicBezTo>
                    <a:pt x="904" y="5435"/>
                    <a:pt x="918" y="5409"/>
                    <a:pt x="941" y="5394"/>
                  </a:cubicBezTo>
                  <a:cubicBezTo>
                    <a:pt x="971" y="5356"/>
                    <a:pt x="1016" y="5327"/>
                    <a:pt x="1063" y="5327"/>
                  </a:cubicBezTo>
                  <a:cubicBezTo>
                    <a:pt x="1090" y="5327"/>
                    <a:pt x="1117" y="5337"/>
                    <a:pt x="1143" y="5358"/>
                  </a:cubicBezTo>
                  <a:lnTo>
                    <a:pt x="1191" y="5394"/>
                  </a:lnTo>
                  <a:lnTo>
                    <a:pt x="1143" y="5108"/>
                  </a:lnTo>
                  <a:lnTo>
                    <a:pt x="286" y="0"/>
                  </a:lnTo>
                  <a:close/>
                  <a:moveTo>
                    <a:pt x="901" y="5464"/>
                  </a:moveTo>
                  <a:lnTo>
                    <a:pt x="901" y="5464"/>
                  </a:lnTo>
                  <a:cubicBezTo>
                    <a:pt x="900" y="5479"/>
                    <a:pt x="901" y="5496"/>
                    <a:pt x="905" y="5513"/>
                  </a:cubicBezTo>
                  <a:lnTo>
                    <a:pt x="905" y="5501"/>
                  </a:lnTo>
                  <a:lnTo>
                    <a:pt x="901" y="5464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2"/>
            <p:cNvSpPr/>
            <p:nvPr/>
          </p:nvSpPr>
          <p:spPr>
            <a:xfrm>
              <a:off x="6557650" y="38738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2"/>
            <p:cNvSpPr/>
            <p:nvPr/>
          </p:nvSpPr>
          <p:spPr>
            <a:xfrm>
              <a:off x="6679700" y="3952700"/>
              <a:ext cx="14000" cy="17300"/>
            </a:xfrm>
            <a:custGeom>
              <a:rect b="b" l="l" r="r" t="t"/>
              <a:pathLst>
                <a:path extrusionOk="0" h="692" w="560">
                  <a:moveTo>
                    <a:pt x="84" y="0"/>
                  </a:moveTo>
                  <a:lnTo>
                    <a:pt x="0" y="298"/>
                  </a:lnTo>
                  <a:lnTo>
                    <a:pt x="560" y="691"/>
                  </a:lnTo>
                  <a:lnTo>
                    <a:pt x="560" y="334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2"/>
            <p:cNvSpPr/>
            <p:nvPr/>
          </p:nvSpPr>
          <p:spPr>
            <a:xfrm>
              <a:off x="6555875" y="3867675"/>
              <a:ext cx="119375" cy="88025"/>
            </a:xfrm>
            <a:custGeom>
              <a:rect b="b" l="l" r="r" t="t"/>
              <a:pathLst>
                <a:path extrusionOk="0" h="3521" w="4775">
                  <a:moveTo>
                    <a:pt x="157" y="0"/>
                  </a:moveTo>
                  <a:cubicBezTo>
                    <a:pt x="107" y="0"/>
                    <a:pt x="54" y="19"/>
                    <a:pt x="24" y="56"/>
                  </a:cubicBezTo>
                  <a:cubicBezTo>
                    <a:pt x="0" y="80"/>
                    <a:pt x="0" y="127"/>
                    <a:pt x="0" y="175"/>
                  </a:cubicBezTo>
                  <a:cubicBezTo>
                    <a:pt x="4" y="171"/>
                    <a:pt x="6" y="170"/>
                    <a:pt x="8" y="170"/>
                  </a:cubicBezTo>
                  <a:cubicBezTo>
                    <a:pt x="12" y="170"/>
                    <a:pt x="12" y="178"/>
                    <a:pt x="12" y="187"/>
                  </a:cubicBezTo>
                  <a:cubicBezTo>
                    <a:pt x="24" y="199"/>
                    <a:pt x="24" y="199"/>
                    <a:pt x="24" y="222"/>
                  </a:cubicBezTo>
                  <a:cubicBezTo>
                    <a:pt x="24" y="222"/>
                    <a:pt x="24" y="234"/>
                    <a:pt x="48" y="234"/>
                  </a:cubicBezTo>
                  <a:lnTo>
                    <a:pt x="48" y="246"/>
                  </a:lnTo>
                  <a:lnTo>
                    <a:pt x="60" y="258"/>
                  </a:lnTo>
                  <a:lnTo>
                    <a:pt x="131" y="306"/>
                  </a:lnTo>
                  <a:lnTo>
                    <a:pt x="4691" y="3521"/>
                  </a:lnTo>
                  <a:lnTo>
                    <a:pt x="4775" y="3223"/>
                  </a:lnTo>
                  <a:lnTo>
                    <a:pt x="357" y="103"/>
                  </a:lnTo>
                  <a:lnTo>
                    <a:pt x="286" y="56"/>
                  </a:lnTo>
                  <a:lnTo>
                    <a:pt x="238" y="20"/>
                  </a:lnTo>
                  <a:cubicBezTo>
                    <a:pt x="216" y="7"/>
                    <a:pt x="187" y="0"/>
                    <a:pt x="15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2"/>
            <p:cNvSpPr/>
            <p:nvPr/>
          </p:nvSpPr>
          <p:spPr>
            <a:xfrm>
              <a:off x="6604375" y="4211350"/>
              <a:ext cx="3600" cy="2725"/>
            </a:xfrm>
            <a:custGeom>
              <a:rect b="b" l="l" r="r" t="t"/>
              <a:pathLst>
                <a:path extrusionOk="0" h="109" w="144">
                  <a:moveTo>
                    <a:pt x="25" y="1"/>
                  </a:moveTo>
                  <a:lnTo>
                    <a:pt x="1" y="108"/>
                  </a:lnTo>
                  <a:cubicBezTo>
                    <a:pt x="60" y="108"/>
                    <a:pt x="120" y="72"/>
                    <a:pt x="144" y="13"/>
                  </a:cubicBezTo>
                  <a:cubicBezTo>
                    <a:pt x="96" y="1"/>
                    <a:pt x="72" y="1"/>
                    <a:pt x="2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2"/>
            <p:cNvSpPr/>
            <p:nvPr/>
          </p:nvSpPr>
          <p:spPr>
            <a:xfrm>
              <a:off x="6613600" y="3885425"/>
              <a:ext cx="80400" cy="282800"/>
            </a:xfrm>
            <a:custGeom>
              <a:rect b="b" l="l" r="r" t="t"/>
              <a:pathLst>
                <a:path extrusionOk="0" h="11312" w="3216">
                  <a:moveTo>
                    <a:pt x="3216" y="1"/>
                  </a:moveTo>
                  <a:lnTo>
                    <a:pt x="2489" y="2525"/>
                  </a:lnTo>
                  <a:lnTo>
                    <a:pt x="2394" y="2811"/>
                  </a:lnTo>
                  <a:lnTo>
                    <a:pt x="1" y="11204"/>
                  </a:lnTo>
                  <a:cubicBezTo>
                    <a:pt x="108" y="11216"/>
                    <a:pt x="191" y="11252"/>
                    <a:pt x="287" y="11312"/>
                  </a:cubicBezTo>
                  <a:lnTo>
                    <a:pt x="2644" y="3001"/>
                  </a:lnTo>
                  <a:lnTo>
                    <a:pt x="2739" y="2703"/>
                  </a:lnTo>
                  <a:lnTo>
                    <a:pt x="3216" y="1072"/>
                  </a:lnTo>
                  <a:lnTo>
                    <a:pt x="321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2"/>
            <p:cNvSpPr/>
            <p:nvPr/>
          </p:nvSpPr>
          <p:spPr>
            <a:xfrm>
              <a:off x="6443950" y="4280425"/>
              <a:ext cx="42875" cy="292625"/>
            </a:xfrm>
            <a:custGeom>
              <a:rect b="b" l="l" r="r" t="t"/>
              <a:pathLst>
                <a:path extrusionOk="0" h="11705" w="1715">
                  <a:moveTo>
                    <a:pt x="298" y="0"/>
                  </a:moveTo>
                  <a:cubicBezTo>
                    <a:pt x="191" y="36"/>
                    <a:pt x="108" y="48"/>
                    <a:pt x="0" y="48"/>
                  </a:cubicBezTo>
                  <a:lnTo>
                    <a:pt x="1417" y="11704"/>
                  </a:lnTo>
                  <a:cubicBezTo>
                    <a:pt x="1475" y="11696"/>
                    <a:pt x="1538" y="11682"/>
                    <a:pt x="1599" y="11682"/>
                  </a:cubicBezTo>
                  <a:cubicBezTo>
                    <a:pt x="1626" y="11682"/>
                    <a:pt x="1653" y="11685"/>
                    <a:pt x="1679" y="11692"/>
                  </a:cubicBezTo>
                  <a:lnTo>
                    <a:pt x="1715" y="1169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2"/>
            <p:cNvSpPr/>
            <p:nvPr/>
          </p:nvSpPr>
          <p:spPr>
            <a:xfrm>
              <a:off x="6486800" y="4208675"/>
              <a:ext cx="118200" cy="365250"/>
            </a:xfrm>
            <a:custGeom>
              <a:rect b="b" l="l" r="r" t="t"/>
              <a:pathLst>
                <a:path extrusionOk="0" h="14610" w="4728">
                  <a:moveTo>
                    <a:pt x="4442" y="1"/>
                  </a:moveTo>
                  <a:lnTo>
                    <a:pt x="1" y="14574"/>
                  </a:lnTo>
                  <a:cubicBezTo>
                    <a:pt x="37" y="14586"/>
                    <a:pt x="84" y="14586"/>
                    <a:pt x="108" y="14610"/>
                  </a:cubicBezTo>
                  <a:lnTo>
                    <a:pt x="430" y="14181"/>
                  </a:lnTo>
                  <a:lnTo>
                    <a:pt x="4704" y="215"/>
                  </a:lnTo>
                  <a:lnTo>
                    <a:pt x="4728" y="108"/>
                  </a:lnTo>
                  <a:cubicBezTo>
                    <a:pt x="4621" y="96"/>
                    <a:pt x="4537" y="48"/>
                    <a:pt x="4442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2"/>
            <p:cNvSpPr/>
            <p:nvPr/>
          </p:nvSpPr>
          <p:spPr>
            <a:xfrm>
              <a:off x="6475500" y="4189625"/>
              <a:ext cx="112550" cy="56575"/>
            </a:xfrm>
            <a:custGeom>
              <a:rect b="b" l="l" r="r" t="t"/>
              <a:pathLst>
                <a:path extrusionOk="0" h="2263" w="4502">
                  <a:moveTo>
                    <a:pt x="4418" y="1"/>
                  </a:moveTo>
                  <a:lnTo>
                    <a:pt x="0" y="1965"/>
                  </a:lnTo>
                  <a:cubicBezTo>
                    <a:pt x="36" y="2061"/>
                    <a:pt x="48" y="2168"/>
                    <a:pt x="60" y="2263"/>
                  </a:cubicBezTo>
                  <a:lnTo>
                    <a:pt x="4501" y="298"/>
                  </a:lnTo>
                  <a:cubicBezTo>
                    <a:pt x="4453" y="215"/>
                    <a:pt x="4442" y="108"/>
                    <a:pt x="4418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2"/>
            <p:cNvSpPr/>
            <p:nvPr/>
          </p:nvSpPr>
          <p:spPr>
            <a:xfrm>
              <a:off x="6626125" y="4142000"/>
              <a:ext cx="67575" cy="36350"/>
            </a:xfrm>
            <a:custGeom>
              <a:rect b="b" l="l" r="r" t="t"/>
              <a:pathLst>
                <a:path extrusionOk="0" h="1454" w="2703">
                  <a:moveTo>
                    <a:pt x="2703" y="1"/>
                  </a:moveTo>
                  <a:lnTo>
                    <a:pt x="0" y="1191"/>
                  </a:lnTo>
                  <a:cubicBezTo>
                    <a:pt x="60" y="1287"/>
                    <a:pt x="119" y="1358"/>
                    <a:pt x="167" y="1453"/>
                  </a:cubicBezTo>
                  <a:lnTo>
                    <a:pt x="2703" y="33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2"/>
            <p:cNvSpPr/>
            <p:nvPr/>
          </p:nvSpPr>
          <p:spPr>
            <a:xfrm>
              <a:off x="6489775" y="4289950"/>
              <a:ext cx="203925" cy="288750"/>
            </a:xfrm>
            <a:custGeom>
              <a:rect b="b" l="l" r="r" t="t"/>
              <a:pathLst>
                <a:path extrusionOk="0" h="11550" w="8157">
                  <a:moveTo>
                    <a:pt x="8157" y="0"/>
                  </a:moveTo>
                  <a:lnTo>
                    <a:pt x="311" y="10930"/>
                  </a:lnTo>
                  <a:lnTo>
                    <a:pt x="1" y="11371"/>
                  </a:lnTo>
                  <a:cubicBezTo>
                    <a:pt x="84" y="11406"/>
                    <a:pt x="180" y="11466"/>
                    <a:pt x="239" y="11549"/>
                  </a:cubicBezTo>
                  <a:lnTo>
                    <a:pt x="8157" y="50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2"/>
            <p:cNvSpPr/>
            <p:nvPr/>
          </p:nvSpPr>
          <p:spPr>
            <a:xfrm>
              <a:off x="6585925" y="4164825"/>
              <a:ext cx="47350" cy="46925"/>
            </a:xfrm>
            <a:custGeom>
              <a:rect b="b" l="l" r="r" t="t"/>
              <a:pathLst>
                <a:path extrusionOk="0" h="1877" w="1894">
                  <a:moveTo>
                    <a:pt x="941" y="0"/>
                  </a:moveTo>
                  <a:cubicBezTo>
                    <a:pt x="489" y="0"/>
                    <a:pt x="98" y="315"/>
                    <a:pt x="25" y="779"/>
                  </a:cubicBezTo>
                  <a:cubicBezTo>
                    <a:pt x="1" y="850"/>
                    <a:pt x="1" y="921"/>
                    <a:pt x="1" y="993"/>
                  </a:cubicBezTo>
                  <a:cubicBezTo>
                    <a:pt x="1" y="1100"/>
                    <a:pt x="36" y="1195"/>
                    <a:pt x="84" y="1290"/>
                  </a:cubicBezTo>
                  <a:cubicBezTo>
                    <a:pt x="155" y="1493"/>
                    <a:pt x="298" y="1648"/>
                    <a:pt x="501" y="1755"/>
                  </a:cubicBezTo>
                  <a:cubicBezTo>
                    <a:pt x="584" y="1802"/>
                    <a:pt x="679" y="1826"/>
                    <a:pt x="775" y="1862"/>
                  </a:cubicBezTo>
                  <a:cubicBezTo>
                    <a:pt x="810" y="1862"/>
                    <a:pt x="858" y="1874"/>
                    <a:pt x="882" y="1874"/>
                  </a:cubicBezTo>
                  <a:cubicBezTo>
                    <a:pt x="905" y="1876"/>
                    <a:pt x="927" y="1876"/>
                    <a:pt x="950" y="1876"/>
                  </a:cubicBezTo>
                  <a:cubicBezTo>
                    <a:pt x="1387" y="1876"/>
                    <a:pt x="1779" y="1553"/>
                    <a:pt x="1870" y="1112"/>
                  </a:cubicBezTo>
                  <a:cubicBezTo>
                    <a:pt x="1894" y="921"/>
                    <a:pt x="1870" y="719"/>
                    <a:pt x="1787" y="552"/>
                  </a:cubicBezTo>
                  <a:cubicBezTo>
                    <a:pt x="1751" y="457"/>
                    <a:pt x="1691" y="374"/>
                    <a:pt x="1632" y="302"/>
                  </a:cubicBezTo>
                  <a:cubicBezTo>
                    <a:pt x="1572" y="219"/>
                    <a:pt x="1477" y="159"/>
                    <a:pt x="1406" y="124"/>
                  </a:cubicBezTo>
                  <a:cubicBezTo>
                    <a:pt x="1310" y="76"/>
                    <a:pt x="1227" y="40"/>
                    <a:pt x="1120" y="17"/>
                  </a:cubicBezTo>
                  <a:cubicBezTo>
                    <a:pt x="1060" y="6"/>
                    <a:pt x="1000" y="0"/>
                    <a:pt x="9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2"/>
            <p:cNvSpPr/>
            <p:nvPr/>
          </p:nvSpPr>
          <p:spPr>
            <a:xfrm>
              <a:off x="6407925" y="4215525"/>
              <a:ext cx="69375" cy="65800"/>
            </a:xfrm>
            <a:custGeom>
              <a:rect b="b" l="l" r="r" t="t"/>
              <a:pathLst>
                <a:path extrusionOk="0" h="2632" w="2775">
                  <a:moveTo>
                    <a:pt x="1489" y="1"/>
                  </a:moveTo>
                  <a:cubicBezTo>
                    <a:pt x="1263" y="1"/>
                    <a:pt x="1049" y="36"/>
                    <a:pt x="870" y="120"/>
                  </a:cubicBezTo>
                  <a:cubicBezTo>
                    <a:pt x="787" y="155"/>
                    <a:pt x="691" y="203"/>
                    <a:pt x="620" y="263"/>
                  </a:cubicBezTo>
                  <a:cubicBezTo>
                    <a:pt x="370" y="453"/>
                    <a:pt x="191" y="739"/>
                    <a:pt x="132" y="1060"/>
                  </a:cubicBezTo>
                  <a:cubicBezTo>
                    <a:pt x="1" y="1775"/>
                    <a:pt x="477" y="2477"/>
                    <a:pt x="1203" y="2608"/>
                  </a:cubicBezTo>
                  <a:cubicBezTo>
                    <a:pt x="1275" y="2632"/>
                    <a:pt x="1370" y="2632"/>
                    <a:pt x="1441" y="2632"/>
                  </a:cubicBezTo>
                  <a:cubicBezTo>
                    <a:pt x="1549" y="2632"/>
                    <a:pt x="1632" y="2608"/>
                    <a:pt x="1739" y="2596"/>
                  </a:cubicBezTo>
                  <a:cubicBezTo>
                    <a:pt x="2239" y="2477"/>
                    <a:pt x="2644" y="2072"/>
                    <a:pt x="2751" y="1537"/>
                  </a:cubicBezTo>
                  <a:cubicBezTo>
                    <a:pt x="2763" y="1441"/>
                    <a:pt x="2775" y="1322"/>
                    <a:pt x="2763" y="1215"/>
                  </a:cubicBezTo>
                  <a:cubicBezTo>
                    <a:pt x="2763" y="1108"/>
                    <a:pt x="2739" y="1001"/>
                    <a:pt x="2703" y="917"/>
                  </a:cubicBezTo>
                  <a:cubicBezTo>
                    <a:pt x="2573" y="501"/>
                    <a:pt x="2227" y="155"/>
                    <a:pt x="1787" y="36"/>
                  </a:cubicBezTo>
                  <a:cubicBezTo>
                    <a:pt x="1751" y="24"/>
                    <a:pt x="1727" y="24"/>
                    <a:pt x="1680" y="13"/>
                  </a:cubicBezTo>
                  <a:cubicBezTo>
                    <a:pt x="1620" y="1"/>
                    <a:pt x="1560" y="1"/>
                    <a:pt x="148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2"/>
            <p:cNvSpPr/>
            <p:nvPr/>
          </p:nvSpPr>
          <p:spPr>
            <a:xfrm>
              <a:off x="4666950" y="3657525"/>
              <a:ext cx="11925" cy="12150"/>
            </a:xfrm>
            <a:custGeom>
              <a:rect b="b" l="l" r="r" t="t"/>
              <a:pathLst>
                <a:path extrusionOk="0" h="486" w="477">
                  <a:moveTo>
                    <a:pt x="233" y="1"/>
                  </a:moveTo>
                  <a:cubicBezTo>
                    <a:pt x="128" y="1"/>
                    <a:pt x="22" y="87"/>
                    <a:pt x="12" y="199"/>
                  </a:cubicBezTo>
                  <a:cubicBezTo>
                    <a:pt x="0" y="247"/>
                    <a:pt x="12" y="306"/>
                    <a:pt x="24" y="354"/>
                  </a:cubicBezTo>
                  <a:cubicBezTo>
                    <a:pt x="60" y="413"/>
                    <a:pt x="119" y="461"/>
                    <a:pt x="203" y="485"/>
                  </a:cubicBezTo>
                  <a:cubicBezTo>
                    <a:pt x="213" y="486"/>
                    <a:pt x="223" y="486"/>
                    <a:pt x="233" y="486"/>
                  </a:cubicBezTo>
                  <a:cubicBezTo>
                    <a:pt x="362" y="486"/>
                    <a:pt x="465" y="416"/>
                    <a:pt x="476" y="294"/>
                  </a:cubicBezTo>
                  <a:lnTo>
                    <a:pt x="476" y="187"/>
                  </a:lnTo>
                  <a:cubicBezTo>
                    <a:pt x="429" y="92"/>
                    <a:pt x="369" y="20"/>
                    <a:pt x="286" y="8"/>
                  </a:cubicBezTo>
                  <a:cubicBezTo>
                    <a:pt x="269" y="3"/>
                    <a:pt x="251" y="1"/>
                    <a:pt x="23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2"/>
            <p:cNvSpPr/>
            <p:nvPr/>
          </p:nvSpPr>
          <p:spPr>
            <a:xfrm>
              <a:off x="5526275" y="3907750"/>
              <a:ext cx="25325" cy="23650"/>
            </a:xfrm>
            <a:custGeom>
              <a:rect b="b" l="l" r="r" t="t"/>
              <a:pathLst>
                <a:path extrusionOk="0" h="946" w="1013">
                  <a:moveTo>
                    <a:pt x="512" y="1"/>
                  </a:moveTo>
                  <a:cubicBezTo>
                    <a:pt x="286" y="13"/>
                    <a:pt x="84" y="167"/>
                    <a:pt x="48" y="382"/>
                  </a:cubicBezTo>
                  <a:cubicBezTo>
                    <a:pt x="0" y="644"/>
                    <a:pt x="179" y="894"/>
                    <a:pt x="441" y="941"/>
                  </a:cubicBezTo>
                  <a:cubicBezTo>
                    <a:pt x="462" y="944"/>
                    <a:pt x="484" y="946"/>
                    <a:pt x="505" y="946"/>
                  </a:cubicBezTo>
                  <a:cubicBezTo>
                    <a:pt x="732" y="946"/>
                    <a:pt x="945" y="777"/>
                    <a:pt x="989" y="548"/>
                  </a:cubicBezTo>
                  <a:cubicBezTo>
                    <a:pt x="1012" y="370"/>
                    <a:pt x="941" y="191"/>
                    <a:pt x="798" y="84"/>
                  </a:cubicBezTo>
                  <a:cubicBezTo>
                    <a:pt x="739" y="48"/>
                    <a:pt x="679" y="13"/>
                    <a:pt x="58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2"/>
            <p:cNvSpPr/>
            <p:nvPr/>
          </p:nvSpPr>
          <p:spPr>
            <a:xfrm>
              <a:off x="6515675" y="3702325"/>
              <a:ext cx="35450" cy="33100"/>
            </a:xfrm>
            <a:custGeom>
              <a:rect b="b" l="l" r="r" t="t"/>
              <a:pathLst>
                <a:path extrusionOk="0" h="1324" w="1418">
                  <a:moveTo>
                    <a:pt x="679" y="0"/>
                  </a:moveTo>
                  <a:cubicBezTo>
                    <a:pt x="563" y="0"/>
                    <a:pt x="454" y="33"/>
                    <a:pt x="358" y="86"/>
                  </a:cubicBezTo>
                  <a:cubicBezTo>
                    <a:pt x="275" y="133"/>
                    <a:pt x="191" y="205"/>
                    <a:pt x="132" y="276"/>
                  </a:cubicBezTo>
                  <a:cubicBezTo>
                    <a:pt x="96" y="360"/>
                    <a:pt x="48" y="443"/>
                    <a:pt x="37" y="538"/>
                  </a:cubicBezTo>
                  <a:cubicBezTo>
                    <a:pt x="1" y="717"/>
                    <a:pt x="48" y="907"/>
                    <a:pt x="156" y="1038"/>
                  </a:cubicBezTo>
                  <a:cubicBezTo>
                    <a:pt x="215" y="1145"/>
                    <a:pt x="287" y="1205"/>
                    <a:pt x="370" y="1252"/>
                  </a:cubicBezTo>
                  <a:cubicBezTo>
                    <a:pt x="429" y="1276"/>
                    <a:pt x="513" y="1312"/>
                    <a:pt x="572" y="1312"/>
                  </a:cubicBezTo>
                  <a:cubicBezTo>
                    <a:pt x="608" y="1324"/>
                    <a:pt x="656" y="1324"/>
                    <a:pt x="703" y="1324"/>
                  </a:cubicBezTo>
                  <a:cubicBezTo>
                    <a:pt x="810" y="1324"/>
                    <a:pt x="894" y="1300"/>
                    <a:pt x="989" y="1252"/>
                  </a:cubicBezTo>
                  <a:cubicBezTo>
                    <a:pt x="1168" y="1157"/>
                    <a:pt x="1299" y="979"/>
                    <a:pt x="1346" y="776"/>
                  </a:cubicBezTo>
                  <a:cubicBezTo>
                    <a:pt x="1418" y="419"/>
                    <a:pt x="1168" y="62"/>
                    <a:pt x="810" y="14"/>
                  </a:cubicBezTo>
                  <a:cubicBezTo>
                    <a:pt x="766" y="5"/>
                    <a:pt x="722" y="0"/>
                    <a:pt x="67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2"/>
            <p:cNvSpPr/>
            <p:nvPr/>
          </p:nvSpPr>
          <p:spPr>
            <a:xfrm>
              <a:off x="6265350" y="3971075"/>
              <a:ext cx="33375" cy="33075"/>
            </a:xfrm>
            <a:custGeom>
              <a:rect b="b" l="l" r="r" t="t"/>
              <a:pathLst>
                <a:path extrusionOk="0" h="1323" w="1335">
                  <a:moveTo>
                    <a:pt x="652" y="1"/>
                  </a:moveTo>
                  <a:cubicBezTo>
                    <a:pt x="556" y="1"/>
                    <a:pt x="466" y="26"/>
                    <a:pt x="382" y="51"/>
                  </a:cubicBezTo>
                  <a:cubicBezTo>
                    <a:pt x="298" y="99"/>
                    <a:pt x="227" y="158"/>
                    <a:pt x="144" y="230"/>
                  </a:cubicBezTo>
                  <a:cubicBezTo>
                    <a:pt x="84" y="289"/>
                    <a:pt x="48" y="385"/>
                    <a:pt x="24" y="468"/>
                  </a:cubicBezTo>
                  <a:cubicBezTo>
                    <a:pt x="24" y="504"/>
                    <a:pt x="13" y="516"/>
                    <a:pt x="13" y="551"/>
                  </a:cubicBezTo>
                  <a:cubicBezTo>
                    <a:pt x="1" y="623"/>
                    <a:pt x="1" y="694"/>
                    <a:pt x="13" y="766"/>
                  </a:cubicBezTo>
                  <a:cubicBezTo>
                    <a:pt x="60" y="1039"/>
                    <a:pt x="263" y="1278"/>
                    <a:pt x="548" y="1301"/>
                  </a:cubicBezTo>
                  <a:cubicBezTo>
                    <a:pt x="595" y="1316"/>
                    <a:pt x="642" y="1322"/>
                    <a:pt x="689" y="1322"/>
                  </a:cubicBezTo>
                  <a:cubicBezTo>
                    <a:pt x="759" y="1322"/>
                    <a:pt x="829" y="1306"/>
                    <a:pt x="894" y="1278"/>
                  </a:cubicBezTo>
                  <a:cubicBezTo>
                    <a:pt x="977" y="1242"/>
                    <a:pt x="1072" y="1182"/>
                    <a:pt x="1144" y="1111"/>
                  </a:cubicBezTo>
                  <a:cubicBezTo>
                    <a:pt x="1251" y="1039"/>
                    <a:pt x="1310" y="920"/>
                    <a:pt x="1322" y="789"/>
                  </a:cubicBezTo>
                  <a:cubicBezTo>
                    <a:pt x="1334" y="706"/>
                    <a:pt x="1334" y="647"/>
                    <a:pt x="1322" y="575"/>
                  </a:cubicBezTo>
                  <a:cubicBezTo>
                    <a:pt x="1310" y="468"/>
                    <a:pt x="1275" y="385"/>
                    <a:pt x="1215" y="289"/>
                  </a:cubicBezTo>
                  <a:cubicBezTo>
                    <a:pt x="1179" y="218"/>
                    <a:pt x="1096" y="147"/>
                    <a:pt x="1025" y="99"/>
                  </a:cubicBezTo>
                  <a:cubicBezTo>
                    <a:pt x="953" y="51"/>
                    <a:pt x="858" y="27"/>
                    <a:pt x="775" y="16"/>
                  </a:cubicBezTo>
                  <a:cubicBezTo>
                    <a:pt x="733" y="5"/>
                    <a:pt x="692" y="1"/>
                    <a:pt x="65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2"/>
            <p:cNvSpPr/>
            <p:nvPr/>
          </p:nvSpPr>
          <p:spPr>
            <a:xfrm>
              <a:off x="6376075" y="3733725"/>
              <a:ext cx="25025" cy="23625"/>
            </a:xfrm>
            <a:custGeom>
              <a:rect b="b" l="l" r="r" t="t"/>
              <a:pathLst>
                <a:path extrusionOk="0" h="945" w="1001">
                  <a:moveTo>
                    <a:pt x="490" y="1"/>
                  </a:moveTo>
                  <a:cubicBezTo>
                    <a:pt x="268" y="1"/>
                    <a:pt x="56" y="168"/>
                    <a:pt x="25" y="401"/>
                  </a:cubicBezTo>
                  <a:cubicBezTo>
                    <a:pt x="25" y="425"/>
                    <a:pt x="1" y="473"/>
                    <a:pt x="1" y="497"/>
                  </a:cubicBezTo>
                  <a:cubicBezTo>
                    <a:pt x="1" y="604"/>
                    <a:pt x="48" y="699"/>
                    <a:pt x="108" y="770"/>
                  </a:cubicBezTo>
                  <a:cubicBezTo>
                    <a:pt x="179" y="830"/>
                    <a:pt x="263" y="889"/>
                    <a:pt x="358" y="913"/>
                  </a:cubicBezTo>
                  <a:cubicBezTo>
                    <a:pt x="370" y="913"/>
                    <a:pt x="394" y="937"/>
                    <a:pt x="406" y="937"/>
                  </a:cubicBezTo>
                  <a:cubicBezTo>
                    <a:pt x="436" y="941"/>
                    <a:pt x="467" y="944"/>
                    <a:pt x="497" y="944"/>
                  </a:cubicBezTo>
                  <a:cubicBezTo>
                    <a:pt x="550" y="944"/>
                    <a:pt x="603" y="936"/>
                    <a:pt x="656" y="913"/>
                  </a:cubicBezTo>
                  <a:cubicBezTo>
                    <a:pt x="810" y="854"/>
                    <a:pt x="929" y="723"/>
                    <a:pt x="953" y="556"/>
                  </a:cubicBezTo>
                  <a:cubicBezTo>
                    <a:pt x="1001" y="306"/>
                    <a:pt x="834" y="56"/>
                    <a:pt x="572" y="8"/>
                  </a:cubicBezTo>
                  <a:cubicBezTo>
                    <a:pt x="545" y="3"/>
                    <a:pt x="518" y="1"/>
                    <a:pt x="49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2"/>
            <p:cNvSpPr/>
            <p:nvPr/>
          </p:nvSpPr>
          <p:spPr>
            <a:xfrm>
              <a:off x="6507050" y="3935025"/>
              <a:ext cx="26225" cy="23850"/>
            </a:xfrm>
            <a:custGeom>
              <a:rect b="b" l="l" r="r" t="t"/>
              <a:pathLst>
                <a:path extrusionOk="0" h="954" w="1049">
                  <a:moveTo>
                    <a:pt x="532" y="0"/>
                  </a:moveTo>
                  <a:cubicBezTo>
                    <a:pt x="306" y="0"/>
                    <a:pt x="103" y="169"/>
                    <a:pt x="48" y="398"/>
                  </a:cubicBezTo>
                  <a:cubicBezTo>
                    <a:pt x="1" y="648"/>
                    <a:pt x="167" y="898"/>
                    <a:pt x="441" y="946"/>
                  </a:cubicBezTo>
                  <a:cubicBezTo>
                    <a:pt x="470" y="951"/>
                    <a:pt x="498" y="954"/>
                    <a:pt x="527" y="954"/>
                  </a:cubicBezTo>
                  <a:cubicBezTo>
                    <a:pt x="746" y="954"/>
                    <a:pt x="947" y="796"/>
                    <a:pt x="989" y="565"/>
                  </a:cubicBezTo>
                  <a:cubicBezTo>
                    <a:pt x="1048" y="291"/>
                    <a:pt x="870" y="53"/>
                    <a:pt x="596" y="5"/>
                  </a:cubicBezTo>
                  <a:cubicBezTo>
                    <a:pt x="574" y="2"/>
                    <a:pt x="553" y="0"/>
                    <a:pt x="53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2"/>
            <p:cNvSpPr/>
            <p:nvPr/>
          </p:nvSpPr>
          <p:spPr>
            <a:xfrm>
              <a:off x="5903100" y="3945425"/>
              <a:ext cx="25025" cy="23875"/>
            </a:xfrm>
            <a:custGeom>
              <a:rect b="b" l="l" r="r" t="t"/>
              <a:pathLst>
                <a:path extrusionOk="0" h="955" w="1001">
                  <a:moveTo>
                    <a:pt x="537" y="0"/>
                  </a:moveTo>
                  <a:cubicBezTo>
                    <a:pt x="497" y="0"/>
                    <a:pt x="457" y="6"/>
                    <a:pt x="417" y="6"/>
                  </a:cubicBezTo>
                  <a:cubicBezTo>
                    <a:pt x="322" y="30"/>
                    <a:pt x="227" y="89"/>
                    <a:pt x="167" y="160"/>
                  </a:cubicBezTo>
                  <a:cubicBezTo>
                    <a:pt x="108" y="220"/>
                    <a:pt x="60" y="303"/>
                    <a:pt x="48" y="399"/>
                  </a:cubicBezTo>
                  <a:cubicBezTo>
                    <a:pt x="1" y="601"/>
                    <a:pt x="120" y="815"/>
                    <a:pt x="298" y="899"/>
                  </a:cubicBezTo>
                  <a:cubicBezTo>
                    <a:pt x="346" y="922"/>
                    <a:pt x="382" y="934"/>
                    <a:pt x="441" y="946"/>
                  </a:cubicBezTo>
                  <a:cubicBezTo>
                    <a:pt x="471" y="951"/>
                    <a:pt x="500" y="954"/>
                    <a:pt x="529" y="954"/>
                  </a:cubicBezTo>
                  <a:cubicBezTo>
                    <a:pt x="570" y="954"/>
                    <a:pt x="609" y="948"/>
                    <a:pt x="644" y="934"/>
                  </a:cubicBezTo>
                  <a:cubicBezTo>
                    <a:pt x="656" y="934"/>
                    <a:pt x="679" y="922"/>
                    <a:pt x="691" y="922"/>
                  </a:cubicBezTo>
                  <a:cubicBezTo>
                    <a:pt x="798" y="887"/>
                    <a:pt x="870" y="815"/>
                    <a:pt x="929" y="720"/>
                  </a:cubicBezTo>
                  <a:cubicBezTo>
                    <a:pt x="929" y="708"/>
                    <a:pt x="941" y="696"/>
                    <a:pt x="941" y="684"/>
                  </a:cubicBezTo>
                  <a:cubicBezTo>
                    <a:pt x="953" y="637"/>
                    <a:pt x="977" y="601"/>
                    <a:pt x="989" y="541"/>
                  </a:cubicBezTo>
                  <a:cubicBezTo>
                    <a:pt x="1001" y="482"/>
                    <a:pt x="1001" y="446"/>
                    <a:pt x="989" y="387"/>
                  </a:cubicBezTo>
                  <a:cubicBezTo>
                    <a:pt x="977" y="303"/>
                    <a:pt x="941" y="232"/>
                    <a:pt x="882" y="172"/>
                  </a:cubicBezTo>
                  <a:cubicBezTo>
                    <a:pt x="810" y="101"/>
                    <a:pt x="727" y="41"/>
                    <a:pt x="596" y="6"/>
                  </a:cubicBezTo>
                  <a:cubicBezTo>
                    <a:pt x="576" y="2"/>
                    <a:pt x="556" y="0"/>
                    <a:pt x="53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5745650" y="3654300"/>
              <a:ext cx="23825" cy="23825"/>
            </a:xfrm>
            <a:custGeom>
              <a:rect b="b" l="l" r="r" t="t"/>
              <a:pathLst>
                <a:path extrusionOk="0" h="953" w="953">
                  <a:moveTo>
                    <a:pt x="471" y="0"/>
                  </a:moveTo>
                  <a:cubicBezTo>
                    <a:pt x="444" y="0"/>
                    <a:pt x="417" y="6"/>
                    <a:pt x="393" y="18"/>
                  </a:cubicBezTo>
                  <a:cubicBezTo>
                    <a:pt x="298" y="30"/>
                    <a:pt x="203" y="78"/>
                    <a:pt x="131" y="149"/>
                  </a:cubicBezTo>
                  <a:cubicBezTo>
                    <a:pt x="72" y="209"/>
                    <a:pt x="24" y="292"/>
                    <a:pt x="0" y="387"/>
                  </a:cubicBezTo>
                  <a:lnTo>
                    <a:pt x="0" y="423"/>
                  </a:lnTo>
                  <a:cubicBezTo>
                    <a:pt x="0" y="518"/>
                    <a:pt x="12" y="626"/>
                    <a:pt x="60" y="721"/>
                  </a:cubicBezTo>
                  <a:cubicBezTo>
                    <a:pt x="131" y="840"/>
                    <a:pt x="238" y="923"/>
                    <a:pt x="381" y="935"/>
                  </a:cubicBezTo>
                  <a:cubicBezTo>
                    <a:pt x="411" y="947"/>
                    <a:pt x="441" y="953"/>
                    <a:pt x="471" y="953"/>
                  </a:cubicBezTo>
                  <a:cubicBezTo>
                    <a:pt x="500" y="953"/>
                    <a:pt x="530" y="947"/>
                    <a:pt x="560" y="935"/>
                  </a:cubicBezTo>
                  <a:cubicBezTo>
                    <a:pt x="667" y="923"/>
                    <a:pt x="750" y="864"/>
                    <a:pt x="810" y="792"/>
                  </a:cubicBezTo>
                  <a:cubicBezTo>
                    <a:pt x="846" y="757"/>
                    <a:pt x="858" y="733"/>
                    <a:pt x="870" y="697"/>
                  </a:cubicBezTo>
                  <a:cubicBezTo>
                    <a:pt x="905" y="661"/>
                    <a:pt x="917" y="614"/>
                    <a:pt x="929" y="554"/>
                  </a:cubicBezTo>
                  <a:cubicBezTo>
                    <a:pt x="953" y="506"/>
                    <a:pt x="953" y="459"/>
                    <a:pt x="929" y="423"/>
                  </a:cubicBezTo>
                  <a:cubicBezTo>
                    <a:pt x="905" y="221"/>
                    <a:pt x="750" y="42"/>
                    <a:pt x="548" y="18"/>
                  </a:cubicBezTo>
                  <a:cubicBezTo>
                    <a:pt x="524" y="6"/>
                    <a:pt x="497" y="0"/>
                    <a:pt x="47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4724975" y="3627350"/>
              <a:ext cx="23850" cy="23175"/>
            </a:xfrm>
            <a:custGeom>
              <a:rect b="b" l="l" r="r" t="t"/>
              <a:pathLst>
                <a:path extrusionOk="0" h="927" w="954">
                  <a:moveTo>
                    <a:pt x="446" y="1"/>
                  </a:moveTo>
                  <a:cubicBezTo>
                    <a:pt x="336" y="1"/>
                    <a:pt x="241" y="44"/>
                    <a:pt x="168" y="108"/>
                  </a:cubicBezTo>
                  <a:cubicBezTo>
                    <a:pt x="120" y="144"/>
                    <a:pt x="84" y="191"/>
                    <a:pt x="60" y="251"/>
                  </a:cubicBezTo>
                  <a:cubicBezTo>
                    <a:pt x="48" y="287"/>
                    <a:pt x="13" y="334"/>
                    <a:pt x="13" y="382"/>
                  </a:cubicBezTo>
                  <a:cubicBezTo>
                    <a:pt x="1" y="453"/>
                    <a:pt x="1" y="513"/>
                    <a:pt x="13" y="572"/>
                  </a:cubicBezTo>
                  <a:cubicBezTo>
                    <a:pt x="60" y="751"/>
                    <a:pt x="191" y="882"/>
                    <a:pt x="382" y="918"/>
                  </a:cubicBezTo>
                  <a:cubicBezTo>
                    <a:pt x="416" y="924"/>
                    <a:pt x="450" y="926"/>
                    <a:pt x="482" y="926"/>
                  </a:cubicBezTo>
                  <a:cubicBezTo>
                    <a:pt x="581" y="926"/>
                    <a:pt x="667" y="898"/>
                    <a:pt x="739" y="834"/>
                  </a:cubicBezTo>
                  <a:cubicBezTo>
                    <a:pt x="822" y="811"/>
                    <a:pt x="882" y="739"/>
                    <a:pt x="906" y="632"/>
                  </a:cubicBezTo>
                  <a:cubicBezTo>
                    <a:pt x="918" y="608"/>
                    <a:pt x="918" y="584"/>
                    <a:pt x="918" y="561"/>
                  </a:cubicBezTo>
                  <a:cubicBezTo>
                    <a:pt x="953" y="441"/>
                    <a:pt x="918" y="334"/>
                    <a:pt x="858" y="227"/>
                  </a:cubicBezTo>
                  <a:cubicBezTo>
                    <a:pt x="799" y="132"/>
                    <a:pt x="715" y="49"/>
                    <a:pt x="596" y="25"/>
                  </a:cubicBezTo>
                  <a:cubicBezTo>
                    <a:pt x="584" y="25"/>
                    <a:pt x="560" y="13"/>
                    <a:pt x="549" y="13"/>
                  </a:cubicBezTo>
                  <a:cubicBezTo>
                    <a:pt x="513" y="5"/>
                    <a:pt x="479" y="1"/>
                    <a:pt x="44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2"/>
            <p:cNvSpPr/>
            <p:nvPr/>
          </p:nvSpPr>
          <p:spPr>
            <a:xfrm>
              <a:off x="5094675" y="3924725"/>
              <a:ext cx="25325" cy="23725"/>
            </a:xfrm>
            <a:custGeom>
              <a:rect b="b" l="l" r="r" t="t"/>
              <a:pathLst>
                <a:path extrusionOk="0" h="949" w="1013">
                  <a:moveTo>
                    <a:pt x="524" y="0"/>
                  </a:moveTo>
                  <a:cubicBezTo>
                    <a:pt x="417" y="0"/>
                    <a:pt x="334" y="36"/>
                    <a:pt x="239" y="96"/>
                  </a:cubicBezTo>
                  <a:cubicBezTo>
                    <a:pt x="131" y="167"/>
                    <a:pt x="60" y="274"/>
                    <a:pt x="48" y="393"/>
                  </a:cubicBezTo>
                  <a:cubicBezTo>
                    <a:pt x="0" y="643"/>
                    <a:pt x="167" y="893"/>
                    <a:pt x="429" y="941"/>
                  </a:cubicBezTo>
                  <a:cubicBezTo>
                    <a:pt x="459" y="946"/>
                    <a:pt x="489" y="949"/>
                    <a:pt x="518" y="949"/>
                  </a:cubicBezTo>
                  <a:cubicBezTo>
                    <a:pt x="746" y="949"/>
                    <a:pt x="946" y="792"/>
                    <a:pt x="989" y="560"/>
                  </a:cubicBezTo>
                  <a:cubicBezTo>
                    <a:pt x="1012" y="405"/>
                    <a:pt x="977" y="238"/>
                    <a:pt x="870" y="143"/>
                  </a:cubicBezTo>
                  <a:cubicBezTo>
                    <a:pt x="774" y="84"/>
                    <a:pt x="691" y="24"/>
                    <a:pt x="58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>
              <a:off x="6464775" y="4572300"/>
              <a:ext cx="35450" cy="32975"/>
            </a:xfrm>
            <a:custGeom>
              <a:rect b="b" l="l" r="r" t="t"/>
              <a:pathLst>
                <a:path extrusionOk="0" h="1319" w="1418">
                  <a:moveTo>
                    <a:pt x="729" y="1"/>
                  </a:moveTo>
                  <a:cubicBezTo>
                    <a:pt x="680" y="1"/>
                    <a:pt x="630" y="9"/>
                    <a:pt x="584" y="29"/>
                  </a:cubicBezTo>
                  <a:cubicBezTo>
                    <a:pt x="525" y="41"/>
                    <a:pt x="477" y="53"/>
                    <a:pt x="418" y="89"/>
                  </a:cubicBezTo>
                  <a:cubicBezTo>
                    <a:pt x="322" y="136"/>
                    <a:pt x="251" y="208"/>
                    <a:pt x="191" y="279"/>
                  </a:cubicBezTo>
                  <a:cubicBezTo>
                    <a:pt x="132" y="351"/>
                    <a:pt x="84" y="446"/>
                    <a:pt x="72" y="553"/>
                  </a:cubicBezTo>
                  <a:cubicBezTo>
                    <a:pt x="1" y="910"/>
                    <a:pt x="251" y="1267"/>
                    <a:pt x="608" y="1303"/>
                  </a:cubicBezTo>
                  <a:cubicBezTo>
                    <a:pt x="653" y="1314"/>
                    <a:pt x="698" y="1319"/>
                    <a:pt x="743" y="1319"/>
                  </a:cubicBezTo>
                  <a:cubicBezTo>
                    <a:pt x="1051" y="1319"/>
                    <a:pt x="1328" y="1079"/>
                    <a:pt x="1370" y="767"/>
                  </a:cubicBezTo>
                  <a:cubicBezTo>
                    <a:pt x="1418" y="565"/>
                    <a:pt x="1358" y="374"/>
                    <a:pt x="1215" y="220"/>
                  </a:cubicBezTo>
                  <a:cubicBezTo>
                    <a:pt x="1180" y="160"/>
                    <a:pt x="1096" y="100"/>
                    <a:pt x="1001" y="53"/>
                  </a:cubicBezTo>
                  <a:cubicBezTo>
                    <a:pt x="953" y="41"/>
                    <a:pt x="918" y="29"/>
                    <a:pt x="882" y="17"/>
                  </a:cubicBezTo>
                  <a:lnTo>
                    <a:pt x="846" y="17"/>
                  </a:lnTo>
                  <a:cubicBezTo>
                    <a:pt x="809" y="6"/>
                    <a:pt x="769" y="1"/>
                    <a:pt x="72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>
              <a:off x="6403775" y="3934525"/>
              <a:ext cx="13700" cy="13725"/>
            </a:xfrm>
            <a:custGeom>
              <a:rect b="b" l="l" r="r" t="t"/>
              <a:pathLst>
                <a:path extrusionOk="0" h="549" w="548">
                  <a:moveTo>
                    <a:pt x="295" y="0"/>
                  </a:moveTo>
                  <a:cubicBezTo>
                    <a:pt x="163" y="0"/>
                    <a:pt x="45" y="82"/>
                    <a:pt x="12" y="227"/>
                  </a:cubicBezTo>
                  <a:lnTo>
                    <a:pt x="12" y="251"/>
                  </a:lnTo>
                  <a:cubicBezTo>
                    <a:pt x="0" y="406"/>
                    <a:pt x="72" y="537"/>
                    <a:pt x="226" y="549"/>
                  </a:cubicBezTo>
                  <a:lnTo>
                    <a:pt x="250" y="549"/>
                  </a:lnTo>
                  <a:cubicBezTo>
                    <a:pt x="369" y="549"/>
                    <a:pt x="488" y="489"/>
                    <a:pt x="524" y="370"/>
                  </a:cubicBezTo>
                  <a:cubicBezTo>
                    <a:pt x="524" y="358"/>
                    <a:pt x="536" y="346"/>
                    <a:pt x="536" y="323"/>
                  </a:cubicBezTo>
                  <a:cubicBezTo>
                    <a:pt x="548" y="251"/>
                    <a:pt x="536" y="180"/>
                    <a:pt x="488" y="120"/>
                  </a:cubicBezTo>
                  <a:cubicBezTo>
                    <a:pt x="476" y="108"/>
                    <a:pt x="453" y="73"/>
                    <a:pt x="441" y="61"/>
                  </a:cubicBezTo>
                  <a:cubicBezTo>
                    <a:pt x="417" y="25"/>
                    <a:pt x="369" y="13"/>
                    <a:pt x="322" y="1"/>
                  </a:cubicBezTo>
                  <a:cubicBezTo>
                    <a:pt x="313" y="0"/>
                    <a:pt x="304" y="0"/>
                    <a:pt x="29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>
              <a:off x="6161475" y="3834275"/>
              <a:ext cx="13725" cy="13075"/>
            </a:xfrm>
            <a:custGeom>
              <a:rect b="b" l="l" r="r" t="t"/>
              <a:pathLst>
                <a:path extrusionOk="0" h="523" w="549">
                  <a:moveTo>
                    <a:pt x="255" y="1"/>
                  </a:moveTo>
                  <a:cubicBezTo>
                    <a:pt x="211" y="1"/>
                    <a:pt x="165" y="18"/>
                    <a:pt x="131" y="35"/>
                  </a:cubicBezTo>
                  <a:cubicBezTo>
                    <a:pt x="60" y="70"/>
                    <a:pt x="0" y="142"/>
                    <a:pt x="0" y="213"/>
                  </a:cubicBezTo>
                  <a:lnTo>
                    <a:pt x="0" y="332"/>
                  </a:lnTo>
                  <a:lnTo>
                    <a:pt x="0" y="344"/>
                  </a:lnTo>
                  <a:cubicBezTo>
                    <a:pt x="36" y="439"/>
                    <a:pt x="108" y="511"/>
                    <a:pt x="215" y="523"/>
                  </a:cubicBezTo>
                  <a:lnTo>
                    <a:pt x="334" y="523"/>
                  </a:lnTo>
                  <a:cubicBezTo>
                    <a:pt x="358" y="511"/>
                    <a:pt x="405" y="499"/>
                    <a:pt x="429" y="487"/>
                  </a:cubicBezTo>
                  <a:cubicBezTo>
                    <a:pt x="489" y="439"/>
                    <a:pt x="524" y="380"/>
                    <a:pt x="536" y="320"/>
                  </a:cubicBezTo>
                  <a:cubicBezTo>
                    <a:pt x="548" y="249"/>
                    <a:pt x="536" y="189"/>
                    <a:pt x="512" y="142"/>
                  </a:cubicBezTo>
                  <a:cubicBezTo>
                    <a:pt x="465" y="70"/>
                    <a:pt x="405" y="23"/>
                    <a:pt x="310" y="11"/>
                  </a:cubicBezTo>
                  <a:cubicBezTo>
                    <a:pt x="293" y="4"/>
                    <a:pt x="274" y="1"/>
                    <a:pt x="25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>
              <a:off x="6281425" y="3778100"/>
              <a:ext cx="13425" cy="13675"/>
            </a:xfrm>
            <a:custGeom>
              <a:rect b="b" l="l" r="r" t="t"/>
              <a:pathLst>
                <a:path extrusionOk="0" h="547" w="537">
                  <a:moveTo>
                    <a:pt x="266" y="1"/>
                  </a:moveTo>
                  <a:cubicBezTo>
                    <a:pt x="144" y="1"/>
                    <a:pt x="33" y="99"/>
                    <a:pt x="13" y="234"/>
                  </a:cubicBezTo>
                  <a:cubicBezTo>
                    <a:pt x="1" y="305"/>
                    <a:pt x="13" y="365"/>
                    <a:pt x="60" y="424"/>
                  </a:cubicBezTo>
                  <a:cubicBezTo>
                    <a:pt x="84" y="484"/>
                    <a:pt x="143" y="531"/>
                    <a:pt x="215" y="543"/>
                  </a:cubicBezTo>
                  <a:cubicBezTo>
                    <a:pt x="231" y="546"/>
                    <a:pt x="247" y="547"/>
                    <a:pt x="262" y="547"/>
                  </a:cubicBezTo>
                  <a:cubicBezTo>
                    <a:pt x="398" y="547"/>
                    <a:pt x="515" y="456"/>
                    <a:pt x="536" y="317"/>
                  </a:cubicBezTo>
                  <a:lnTo>
                    <a:pt x="536" y="198"/>
                  </a:lnTo>
                  <a:cubicBezTo>
                    <a:pt x="501" y="91"/>
                    <a:pt x="429" y="19"/>
                    <a:pt x="322" y="7"/>
                  </a:cubicBezTo>
                  <a:cubicBezTo>
                    <a:pt x="303" y="3"/>
                    <a:pt x="285" y="1"/>
                    <a:pt x="26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2"/>
            <p:cNvSpPr/>
            <p:nvPr/>
          </p:nvSpPr>
          <p:spPr>
            <a:xfrm>
              <a:off x="5725700" y="3689500"/>
              <a:ext cx="14625" cy="13575"/>
            </a:xfrm>
            <a:custGeom>
              <a:rect b="b" l="l" r="r" t="t"/>
              <a:pathLst>
                <a:path extrusionOk="0" h="543" w="585">
                  <a:moveTo>
                    <a:pt x="305" y="0"/>
                  </a:moveTo>
                  <a:cubicBezTo>
                    <a:pt x="175" y="0"/>
                    <a:pt x="47" y="100"/>
                    <a:pt x="36" y="230"/>
                  </a:cubicBezTo>
                  <a:cubicBezTo>
                    <a:pt x="1" y="384"/>
                    <a:pt x="108" y="527"/>
                    <a:pt x="263" y="539"/>
                  </a:cubicBezTo>
                  <a:cubicBezTo>
                    <a:pt x="277" y="542"/>
                    <a:pt x="292" y="543"/>
                    <a:pt x="307" y="543"/>
                  </a:cubicBezTo>
                  <a:cubicBezTo>
                    <a:pt x="436" y="543"/>
                    <a:pt x="561" y="453"/>
                    <a:pt x="572" y="325"/>
                  </a:cubicBezTo>
                  <a:cubicBezTo>
                    <a:pt x="584" y="182"/>
                    <a:pt x="501" y="39"/>
                    <a:pt x="346" y="3"/>
                  </a:cubicBezTo>
                  <a:cubicBezTo>
                    <a:pt x="332" y="1"/>
                    <a:pt x="319" y="0"/>
                    <a:pt x="30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2"/>
            <p:cNvSpPr/>
            <p:nvPr/>
          </p:nvSpPr>
          <p:spPr>
            <a:xfrm>
              <a:off x="5008050" y="3646000"/>
              <a:ext cx="14325" cy="13600"/>
            </a:xfrm>
            <a:custGeom>
              <a:rect b="b" l="l" r="r" t="t"/>
              <a:pathLst>
                <a:path extrusionOk="0" h="544" w="573">
                  <a:moveTo>
                    <a:pt x="295" y="1"/>
                  </a:moveTo>
                  <a:cubicBezTo>
                    <a:pt x="233" y="1"/>
                    <a:pt x="166" y="18"/>
                    <a:pt x="120" y="65"/>
                  </a:cubicBezTo>
                  <a:cubicBezTo>
                    <a:pt x="96" y="88"/>
                    <a:pt x="60" y="124"/>
                    <a:pt x="48" y="148"/>
                  </a:cubicBezTo>
                  <a:cubicBezTo>
                    <a:pt x="36" y="172"/>
                    <a:pt x="36" y="196"/>
                    <a:pt x="13" y="231"/>
                  </a:cubicBezTo>
                  <a:cubicBezTo>
                    <a:pt x="1" y="315"/>
                    <a:pt x="36" y="386"/>
                    <a:pt x="72" y="446"/>
                  </a:cubicBezTo>
                  <a:cubicBezTo>
                    <a:pt x="120" y="493"/>
                    <a:pt x="167" y="529"/>
                    <a:pt x="239" y="541"/>
                  </a:cubicBezTo>
                  <a:lnTo>
                    <a:pt x="275" y="541"/>
                  </a:lnTo>
                  <a:cubicBezTo>
                    <a:pt x="286" y="542"/>
                    <a:pt x="298" y="543"/>
                    <a:pt x="310" y="543"/>
                  </a:cubicBezTo>
                  <a:cubicBezTo>
                    <a:pt x="393" y="543"/>
                    <a:pt x="471" y="507"/>
                    <a:pt x="513" y="434"/>
                  </a:cubicBezTo>
                  <a:cubicBezTo>
                    <a:pt x="536" y="410"/>
                    <a:pt x="548" y="362"/>
                    <a:pt x="548" y="327"/>
                  </a:cubicBezTo>
                  <a:cubicBezTo>
                    <a:pt x="572" y="291"/>
                    <a:pt x="548" y="231"/>
                    <a:pt x="536" y="184"/>
                  </a:cubicBezTo>
                  <a:cubicBezTo>
                    <a:pt x="525" y="124"/>
                    <a:pt x="477" y="65"/>
                    <a:pt x="417" y="29"/>
                  </a:cubicBezTo>
                  <a:cubicBezTo>
                    <a:pt x="394" y="17"/>
                    <a:pt x="370" y="5"/>
                    <a:pt x="346" y="5"/>
                  </a:cubicBezTo>
                  <a:cubicBezTo>
                    <a:pt x="330" y="2"/>
                    <a:pt x="313" y="1"/>
                    <a:pt x="29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2"/>
            <p:cNvSpPr/>
            <p:nvPr/>
          </p:nvSpPr>
          <p:spPr>
            <a:xfrm>
              <a:off x="5802500" y="3765075"/>
              <a:ext cx="14600" cy="13325"/>
            </a:xfrm>
            <a:custGeom>
              <a:rect b="b" l="l" r="r" t="t"/>
              <a:pathLst>
                <a:path extrusionOk="0" h="533" w="584">
                  <a:moveTo>
                    <a:pt x="272" y="0"/>
                  </a:moveTo>
                  <a:cubicBezTo>
                    <a:pt x="159" y="0"/>
                    <a:pt x="54" y="69"/>
                    <a:pt x="12" y="183"/>
                  </a:cubicBezTo>
                  <a:cubicBezTo>
                    <a:pt x="12" y="195"/>
                    <a:pt x="0" y="219"/>
                    <a:pt x="0" y="219"/>
                  </a:cubicBezTo>
                  <a:cubicBezTo>
                    <a:pt x="0" y="362"/>
                    <a:pt x="84" y="517"/>
                    <a:pt x="239" y="528"/>
                  </a:cubicBezTo>
                  <a:cubicBezTo>
                    <a:pt x="255" y="531"/>
                    <a:pt x="273" y="533"/>
                    <a:pt x="291" y="533"/>
                  </a:cubicBezTo>
                  <a:cubicBezTo>
                    <a:pt x="347" y="533"/>
                    <a:pt x="405" y="517"/>
                    <a:pt x="441" y="481"/>
                  </a:cubicBezTo>
                  <a:cubicBezTo>
                    <a:pt x="489" y="433"/>
                    <a:pt x="536" y="397"/>
                    <a:pt x="548" y="314"/>
                  </a:cubicBezTo>
                  <a:cubicBezTo>
                    <a:pt x="584" y="171"/>
                    <a:pt x="489" y="40"/>
                    <a:pt x="346" y="5"/>
                  </a:cubicBezTo>
                  <a:lnTo>
                    <a:pt x="322" y="5"/>
                  </a:lnTo>
                  <a:cubicBezTo>
                    <a:pt x="305" y="1"/>
                    <a:pt x="288" y="0"/>
                    <a:pt x="27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2"/>
            <p:cNvSpPr/>
            <p:nvPr/>
          </p:nvSpPr>
          <p:spPr>
            <a:xfrm>
              <a:off x="6023950" y="3621525"/>
              <a:ext cx="14325" cy="13675"/>
            </a:xfrm>
            <a:custGeom>
              <a:rect b="b" l="l" r="r" t="t"/>
              <a:pathLst>
                <a:path extrusionOk="0" h="547" w="573">
                  <a:moveTo>
                    <a:pt x="262" y="1"/>
                  </a:moveTo>
                  <a:cubicBezTo>
                    <a:pt x="132" y="1"/>
                    <a:pt x="23" y="98"/>
                    <a:pt x="13" y="222"/>
                  </a:cubicBezTo>
                  <a:cubicBezTo>
                    <a:pt x="1" y="377"/>
                    <a:pt x="72" y="520"/>
                    <a:pt x="239" y="544"/>
                  </a:cubicBezTo>
                  <a:cubicBezTo>
                    <a:pt x="252" y="546"/>
                    <a:pt x="266" y="547"/>
                    <a:pt x="279" y="547"/>
                  </a:cubicBezTo>
                  <a:cubicBezTo>
                    <a:pt x="410" y="547"/>
                    <a:pt x="538" y="447"/>
                    <a:pt x="548" y="317"/>
                  </a:cubicBezTo>
                  <a:cubicBezTo>
                    <a:pt x="572" y="163"/>
                    <a:pt x="465" y="20"/>
                    <a:pt x="322" y="8"/>
                  </a:cubicBezTo>
                  <a:cubicBezTo>
                    <a:pt x="302" y="3"/>
                    <a:pt x="282" y="1"/>
                    <a:pt x="26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2"/>
            <p:cNvSpPr/>
            <p:nvPr/>
          </p:nvSpPr>
          <p:spPr>
            <a:xfrm>
              <a:off x="5716175" y="3810850"/>
              <a:ext cx="13725" cy="13675"/>
            </a:xfrm>
            <a:custGeom>
              <a:rect b="b" l="l" r="r" t="t"/>
              <a:pathLst>
                <a:path extrusionOk="0" h="547" w="549">
                  <a:moveTo>
                    <a:pt x="266" y="0"/>
                  </a:moveTo>
                  <a:cubicBezTo>
                    <a:pt x="141" y="0"/>
                    <a:pt x="23" y="99"/>
                    <a:pt x="13" y="233"/>
                  </a:cubicBezTo>
                  <a:lnTo>
                    <a:pt x="13" y="257"/>
                  </a:lnTo>
                  <a:cubicBezTo>
                    <a:pt x="1" y="388"/>
                    <a:pt x="84" y="507"/>
                    <a:pt x="227" y="543"/>
                  </a:cubicBezTo>
                  <a:cubicBezTo>
                    <a:pt x="242" y="545"/>
                    <a:pt x="256" y="547"/>
                    <a:pt x="271" y="547"/>
                  </a:cubicBezTo>
                  <a:cubicBezTo>
                    <a:pt x="400" y="547"/>
                    <a:pt x="526" y="456"/>
                    <a:pt x="536" y="317"/>
                  </a:cubicBezTo>
                  <a:cubicBezTo>
                    <a:pt x="548" y="198"/>
                    <a:pt x="501" y="79"/>
                    <a:pt x="394" y="31"/>
                  </a:cubicBezTo>
                  <a:cubicBezTo>
                    <a:pt x="370" y="19"/>
                    <a:pt x="358" y="7"/>
                    <a:pt x="322" y="7"/>
                  </a:cubicBezTo>
                  <a:cubicBezTo>
                    <a:pt x="303" y="2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12"/>
          <p:cNvSpPr/>
          <p:nvPr/>
        </p:nvSpPr>
        <p:spPr>
          <a:xfrm>
            <a:off x="0" y="4845825"/>
            <a:ext cx="9144000" cy="2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2"/>
          <p:cNvSpPr txBox="1"/>
          <p:nvPr>
            <p:ph type="ctrTitle"/>
          </p:nvPr>
        </p:nvSpPr>
        <p:spPr>
          <a:xfrm>
            <a:off x="3639669" y="1194200"/>
            <a:ext cx="4849500" cy="24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1" type="subTitle"/>
          </p:nvPr>
        </p:nvSpPr>
        <p:spPr>
          <a:xfrm>
            <a:off x="3639669" y="3663500"/>
            <a:ext cx="48495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94" name="Google Shape;94;p12"/>
          <p:cNvGrpSpPr/>
          <p:nvPr/>
        </p:nvGrpSpPr>
        <p:grpSpPr>
          <a:xfrm flipH="1">
            <a:off x="8" y="1"/>
            <a:ext cx="4198961" cy="2036907"/>
            <a:chOff x="4643125" y="3610400"/>
            <a:chExt cx="2050875" cy="994875"/>
          </a:xfrm>
        </p:grpSpPr>
        <p:sp>
          <p:nvSpPr>
            <p:cNvPr id="95" name="Google Shape;95;p12"/>
            <p:cNvSpPr/>
            <p:nvPr/>
          </p:nvSpPr>
          <p:spPr>
            <a:xfrm>
              <a:off x="5600100" y="3665175"/>
              <a:ext cx="147050" cy="30375"/>
            </a:xfrm>
            <a:custGeom>
              <a:rect b="b" l="l" r="r" t="t"/>
              <a:pathLst>
                <a:path extrusionOk="0" h="1215" w="5882">
                  <a:moveTo>
                    <a:pt x="5810" y="0"/>
                  </a:moveTo>
                  <a:lnTo>
                    <a:pt x="72" y="905"/>
                  </a:lnTo>
                  <a:lnTo>
                    <a:pt x="0" y="1214"/>
                  </a:lnTo>
                  <a:lnTo>
                    <a:pt x="5882" y="286"/>
                  </a:lnTo>
                  <a:cubicBezTo>
                    <a:pt x="5834" y="191"/>
                    <a:pt x="5799" y="107"/>
                    <a:pt x="581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2"/>
            <p:cNvSpPr/>
            <p:nvPr/>
          </p:nvSpPr>
          <p:spPr>
            <a:xfrm>
              <a:off x="5504550" y="3688675"/>
              <a:ext cx="89625" cy="20275"/>
            </a:xfrm>
            <a:custGeom>
              <a:rect b="b" l="l" r="r" t="t"/>
              <a:pathLst>
                <a:path extrusionOk="0" h="811" w="3585">
                  <a:moveTo>
                    <a:pt x="3584" y="1"/>
                  </a:moveTo>
                  <a:lnTo>
                    <a:pt x="0" y="560"/>
                  </a:lnTo>
                  <a:lnTo>
                    <a:pt x="0" y="655"/>
                  </a:lnTo>
                  <a:lnTo>
                    <a:pt x="262" y="810"/>
                  </a:lnTo>
                  <a:lnTo>
                    <a:pt x="3513" y="310"/>
                  </a:lnTo>
                  <a:lnTo>
                    <a:pt x="358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2"/>
            <p:cNvSpPr/>
            <p:nvPr/>
          </p:nvSpPr>
          <p:spPr>
            <a:xfrm>
              <a:off x="5497700" y="3708925"/>
              <a:ext cx="25" cy="625"/>
            </a:xfrm>
            <a:custGeom>
              <a:rect b="b" l="l" r="r" t="t"/>
              <a:pathLst>
                <a:path extrusionOk="0" h="25" w="1">
                  <a:moveTo>
                    <a:pt x="0" y="0"/>
                  </a:moveTo>
                  <a:cubicBezTo>
                    <a:pt x="0" y="0"/>
                    <a:pt x="0" y="24"/>
                    <a:pt x="0" y="0"/>
                  </a:cubicBezTo>
                  <a:cubicBezTo>
                    <a:pt x="0" y="24"/>
                    <a:pt x="0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2"/>
            <p:cNvSpPr/>
            <p:nvPr/>
          </p:nvSpPr>
          <p:spPr>
            <a:xfrm>
              <a:off x="5498600" y="37101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2"/>
            <p:cNvSpPr/>
            <p:nvPr/>
          </p:nvSpPr>
          <p:spPr>
            <a:xfrm>
              <a:off x="5497400" y="3708925"/>
              <a:ext cx="325" cy="25"/>
            </a:xfrm>
            <a:custGeom>
              <a:rect b="b" l="l" r="r" t="t"/>
              <a:pathLst>
                <a:path extrusionOk="0" h="1" w="13">
                  <a:moveTo>
                    <a:pt x="1" y="0"/>
                  </a:moveTo>
                  <a:cubicBezTo>
                    <a:pt x="12" y="0"/>
                    <a:pt x="12" y="0"/>
                    <a:pt x="1" y="0"/>
                  </a:cubicBezTo>
                  <a:cubicBezTo>
                    <a:pt x="12" y="0"/>
                    <a:pt x="12" y="0"/>
                    <a:pt x="1" y="0"/>
                  </a:cubicBezTo>
                  <a:cubicBezTo>
                    <a:pt x="12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2"/>
            <p:cNvSpPr/>
            <p:nvPr/>
          </p:nvSpPr>
          <p:spPr>
            <a:xfrm>
              <a:off x="5498000" y="3709525"/>
              <a:ext cx="925" cy="300"/>
            </a:xfrm>
            <a:custGeom>
              <a:rect b="b" l="l" r="r" t="t"/>
              <a:pathLst>
                <a:path extrusionOk="0" h="12" w="37">
                  <a:moveTo>
                    <a:pt x="0" y="0"/>
                  </a:moveTo>
                  <a:cubicBezTo>
                    <a:pt x="0" y="12"/>
                    <a:pt x="24" y="12"/>
                    <a:pt x="36" y="12"/>
                  </a:cubicBezTo>
                  <a:lnTo>
                    <a:pt x="36" y="12"/>
                  </a:lnTo>
                  <a:cubicBezTo>
                    <a:pt x="24" y="12"/>
                    <a:pt x="0" y="12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2"/>
            <p:cNvSpPr/>
            <p:nvPr/>
          </p:nvSpPr>
          <p:spPr>
            <a:xfrm>
              <a:off x="5497100" y="370712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"/>
                  </a:moveTo>
                  <a:cubicBezTo>
                    <a:pt x="1" y="13"/>
                    <a:pt x="1" y="13"/>
                    <a:pt x="1" y="1"/>
                  </a:cubicBezTo>
                  <a:lnTo>
                    <a:pt x="1" y="13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2"/>
            <p:cNvSpPr/>
            <p:nvPr/>
          </p:nvSpPr>
          <p:spPr>
            <a:xfrm>
              <a:off x="5695050" y="3824700"/>
              <a:ext cx="212250" cy="130700"/>
            </a:xfrm>
            <a:custGeom>
              <a:rect b="b" l="l" r="r" t="t"/>
              <a:pathLst>
                <a:path extrusionOk="0" h="5228" w="8490">
                  <a:moveTo>
                    <a:pt x="298" y="1"/>
                  </a:moveTo>
                  <a:lnTo>
                    <a:pt x="0" y="167"/>
                  </a:lnTo>
                  <a:lnTo>
                    <a:pt x="8370" y="5228"/>
                  </a:lnTo>
                  <a:cubicBezTo>
                    <a:pt x="8382" y="5132"/>
                    <a:pt x="8430" y="5061"/>
                    <a:pt x="8489" y="4989"/>
                  </a:cubicBezTo>
                  <a:lnTo>
                    <a:pt x="8466" y="493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2"/>
            <p:cNvSpPr/>
            <p:nvPr/>
          </p:nvSpPr>
          <p:spPr>
            <a:xfrm>
              <a:off x="5583725" y="3754175"/>
              <a:ext cx="111650" cy="70250"/>
            </a:xfrm>
            <a:custGeom>
              <a:rect b="b" l="l" r="r" t="t"/>
              <a:pathLst>
                <a:path extrusionOk="0" h="2810" w="4466">
                  <a:moveTo>
                    <a:pt x="72" y="0"/>
                  </a:moveTo>
                  <a:lnTo>
                    <a:pt x="0" y="298"/>
                  </a:lnTo>
                  <a:lnTo>
                    <a:pt x="4168" y="2810"/>
                  </a:lnTo>
                  <a:lnTo>
                    <a:pt x="4465" y="2643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2"/>
            <p:cNvSpPr/>
            <p:nvPr/>
          </p:nvSpPr>
          <p:spPr>
            <a:xfrm>
              <a:off x="5498600" y="3705050"/>
              <a:ext cx="80375" cy="52400"/>
            </a:xfrm>
            <a:custGeom>
              <a:rect b="b" l="l" r="r" t="t"/>
              <a:pathLst>
                <a:path extrusionOk="0" h="2096" w="3215">
                  <a:moveTo>
                    <a:pt x="0" y="203"/>
                  </a:moveTo>
                  <a:cubicBezTo>
                    <a:pt x="18" y="212"/>
                    <a:pt x="44" y="228"/>
                    <a:pt x="65" y="235"/>
                  </a:cubicBezTo>
                  <a:lnTo>
                    <a:pt x="65" y="235"/>
                  </a:lnTo>
                  <a:lnTo>
                    <a:pt x="12" y="203"/>
                  </a:lnTo>
                  <a:close/>
                  <a:moveTo>
                    <a:pt x="238" y="0"/>
                  </a:moveTo>
                  <a:lnTo>
                    <a:pt x="238" y="84"/>
                  </a:lnTo>
                  <a:cubicBezTo>
                    <a:pt x="238" y="155"/>
                    <a:pt x="179" y="239"/>
                    <a:pt x="84" y="239"/>
                  </a:cubicBezTo>
                  <a:cubicBezTo>
                    <a:pt x="78" y="239"/>
                    <a:pt x="72" y="237"/>
                    <a:pt x="65" y="235"/>
                  </a:cubicBezTo>
                  <a:lnTo>
                    <a:pt x="65" y="235"/>
                  </a:lnTo>
                  <a:lnTo>
                    <a:pt x="3132" y="2096"/>
                  </a:lnTo>
                  <a:lnTo>
                    <a:pt x="3215" y="1798"/>
                  </a:lnTo>
                  <a:lnTo>
                    <a:pt x="500" y="155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2"/>
            <p:cNvSpPr/>
            <p:nvPr/>
          </p:nvSpPr>
          <p:spPr>
            <a:xfrm>
              <a:off x="5497100" y="37080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2"/>
            <p:cNvSpPr/>
            <p:nvPr/>
          </p:nvSpPr>
          <p:spPr>
            <a:xfrm>
              <a:off x="5498600" y="37101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2"/>
            <p:cNvSpPr/>
            <p:nvPr/>
          </p:nvSpPr>
          <p:spPr>
            <a:xfrm>
              <a:off x="5497700" y="37089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2"/>
            <p:cNvSpPr/>
            <p:nvPr/>
          </p:nvSpPr>
          <p:spPr>
            <a:xfrm>
              <a:off x="4643125" y="3610700"/>
              <a:ext cx="30400" cy="48250"/>
            </a:xfrm>
            <a:custGeom>
              <a:rect b="b" l="l" r="r" t="t"/>
              <a:pathLst>
                <a:path extrusionOk="0" h="1930" w="1216">
                  <a:moveTo>
                    <a:pt x="1" y="0"/>
                  </a:moveTo>
                  <a:lnTo>
                    <a:pt x="953" y="1929"/>
                  </a:lnTo>
                  <a:lnTo>
                    <a:pt x="1215" y="1810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2"/>
            <p:cNvSpPr/>
            <p:nvPr/>
          </p:nvSpPr>
          <p:spPr>
            <a:xfrm>
              <a:off x="4743450" y="3642850"/>
              <a:ext cx="94675" cy="72950"/>
            </a:xfrm>
            <a:custGeom>
              <a:rect b="b" l="l" r="r" t="t"/>
              <a:pathLst>
                <a:path extrusionOk="0" h="2918" w="3787">
                  <a:moveTo>
                    <a:pt x="179" y="0"/>
                  </a:moveTo>
                  <a:cubicBezTo>
                    <a:pt x="155" y="107"/>
                    <a:pt x="95" y="179"/>
                    <a:pt x="0" y="238"/>
                  </a:cubicBezTo>
                  <a:lnTo>
                    <a:pt x="3627" y="2879"/>
                  </a:lnTo>
                  <a:lnTo>
                    <a:pt x="3627" y="2879"/>
                  </a:lnTo>
                  <a:cubicBezTo>
                    <a:pt x="3622" y="2872"/>
                    <a:pt x="3620" y="2864"/>
                    <a:pt x="3620" y="2858"/>
                  </a:cubicBezTo>
                  <a:cubicBezTo>
                    <a:pt x="3596" y="2786"/>
                    <a:pt x="3631" y="2691"/>
                    <a:pt x="3715" y="2667"/>
                  </a:cubicBezTo>
                  <a:lnTo>
                    <a:pt x="3786" y="2631"/>
                  </a:lnTo>
                  <a:lnTo>
                    <a:pt x="179" y="0"/>
                  </a:lnTo>
                  <a:close/>
                  <a:moveTo>
                    <a:pt x="3627" y="2879"/>
                  </a:moveTo>
                  <a:lnTo>
                    <a:pt x="3627" y="2879"/>
                  </a:lnTo>
                  <a:cubicBezTo>
                    <a:pt x="3638" y="2898"/>
                    <a:pt x="3662" y="2917"/>
                    <a:pt x="3679" y="2917"/>
                  </a:cubicBezTo>
                  <a:lnTo>
                    <a:pt x="3627" y="2879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>
              <a:off x="4835125" y="3716075"/>
              <a:ext cx="600" cy="300"/>
            </a:xfrm>
            <a:custGeom>
              <a:rect b="b" l="l" r="r" t="t"/>
              <a:pathLst>
                <a:path extrusionOk="0" h="12" w="24">
                  <a:moveTo>
                    <a:pt x="0" y="0"/>
                  </a:moveTo>
                  <a:cubicBezTo>
                    <a:pt x="12" y="0"/>
                    <a:pt x="12" y="12"/>
                    <a:pt x="24" y="12"/>
                  </a:cubicBezTo>
                  <a:cubicBezTo>
                    <a:pt x="12" y="12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2"/>
            <p:cNvSpPr/>
            <p:nvPr/>
          </p:nvSpPr>
          <p:spPr>
            <a:xfrm>
              <a:off x="4833325" y="3649975"/>
              <a:ext cx="176825" cy="67000"/>
            </a:xfrm>
            <a:custGeom>
              <a:rect b="b" l="l" r="r" t="t"/>
              <a:pathLst>
                <a:path extrusionOk="0" h="2680" w="7073">
                  <a:moveTo>
                    <a:pt x="7049" y="1"/>
                  </a:moveTo>
                  <a:lnTo>
                    <a:pt x="191" y="2358"/>
                  </a:lnTo>
                  <a:lnTo>
                    <a:pt x="120" y="2394"/>
                  </a:lnTo>
                  <a:cubicBezTo>
                    <a:pt x="36" y="2418"/>
                    <a:pt x="1" y="2501"/>
                    <a:pt x="25" y="2584"/>
                  </a:cubicBezTo>
                  <a:cubicBezTo>
                    <a:pt x="36" y="2620"/>
                    <a:pt x="60" y="2644"/>
                    <a:pt x="84" y="2656"/>
                  </a:cubicBezTo>
                  <a:cubicBezTo>
                    <a:pt x="96" y="2656"/>
                    <a:pt x="96" y="2680"/>
                    <a:pt x="120" y="2680"/>
                  </a:cubicBezTo>
                  <a:lnTo>
                    <a:pt x="215" y="2680"/>
                  </a:lnTo>
                  <a:lnTo>
                    <a:pt x="7073" y="310"/>
                  </a:lnTo>
                  <a:cubicBezTo>
                    <a:pt x="7025" y="239"/>
                    <a:pt x="7002" y="156"/>
                    <a:pt x="7025" y="72"/>
                  </a:cubicBezTo>
                  <a:cubicBezTo>
                    <a:pt x="7025" y="37"/>
                    <a:pt x="7037" y="25"/>
                    <a:pt x="704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2"/>
            <p:cNvSpPr/>
            <p:nvPr/>
          </p:nvSpPr>
          <p:spPr>
            <a:xfrm>
              <a:off x="4694925" y="3610700"/>
              <a:ext cx="34250" cy="24725"/>
            </a:xfrm>
            <a:custGeom>
              <a:rect b="b" l="l" r="r" t="t"/>
              <a:pathLst>
                <a:path extrusionOk="0" h="989" w="1370">
                  <a:moveTo>
                    <a:pt x="0" y="0"/>
                  </a:moveTo>
                  <a:lnTo>
                    <a:pt x="1119" y="988"/>
                  </a:lnTo>
                  <a:lnTo>
                    <a:pt x="1262" y="929"/>
                  </a:lnTo>
                  <a:cubicBezTo>
                    <a:pt x="1274" y="881"/>
                    <a:pt x="1322" y="834"/>
                    <a:pt x="1370" y="798"/>
                  </a:cubicBezTo>
                  <a:lnTo>
                    <a:pt x="44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>
              <a:off x="4663675" y="3633900"/>
              <a:ext cx="62525" cy="32775"/>
            </a:xfrm>
            <a:custGeom>
              <a:rect b="b" l="l" r="r" t="t"/>
              <a:pathLst>
                <a:path extrusionOk="0" h="1311" w="2501">
                  <a:moveTo>
                    <a:pt x="2500" y="1"/>
                  </a:moveTo>
                  <a:lnTo>
                    <a:pt x="2358" y="60"/>
                  </a:lnTo>
                  <a:lnTo>
                    <a:pt x="381" y="894"/>
                  </a:lnTo>
                  <a:lnTo>
                    <a:pt x="119" y="1013"/>
                  </a:lnTo>
                  <a:lnTo>
                    <a:pt x="95" y="1025"/>
                  </a:lnTo>
                  <a:cubicBezTo>
                    <a:pt x="24" y="1061"/>
                    <a:pt x="0" y="1144"/>
                    <a:pt x="24" y="1215"/>
                  </a:cubicBezTo>
                  <a:cubicBezTo>
                    <a:pt x="36" y="1251"/>
                    <a:pt x="60" y="1263"/>
                    <a:pt x="72" y="1275"/>
                  </a:cubicBezTo>
                  <a:cubicBezTo>
                    <a:pt x="95" y="1299"/>
                    <a:pt x="119" y="1311"/>
                    <a:pt x="143" y="1311"/>
                  </a:cubicBezTo>
                  <a:cubicBezTo>
                    <a:pt x="131" y="1263"/>
                    <a:pt x="119" y="1215"/>
                    <a:pt x="131" y="1156"/>
                  </a:cubicBezTo>
                  <a:cubicBezTo>
                    <a:pt x="142" y="1040"/>
                    <a:pt x="245" y="961"/>
                    <a:pt x="352" y="961"/>
                  </a:cubicBezTo>
                  <a:cubicBezTo>
                    <a:pt x="366" y="961"/>
                    <a:pt x="379" y="963"/>
                    <a:pt x="393" y="965"/>
                  </a:cubicBezTo>
                  <a:cubicBezTo>
                    <a:pt x="488" y="977"/>
                    <a:pt x="560" y="1061"/>
                    <a:pt x="572" y="1132"/>
                  </a:cubicBezTo>
                  <a:lnTo>
                    <a:pt x="2453" y="346"/>
                  </a:lnTo>
                  <a:cubicBezTo>
                    <a:pt x="2453" y="287"/>
                    <a:pt x="2441" y="203"/>
                    <a:pt x="2453" y="132"/>
                  </a:cubicBezTo>
                  <a:cubicBezTo>
                    <a:pt x="2453" y="84"/>
                    <a:pt x="2477" y="49"/>
                    <a:pt x="250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2"/>
            <p:cNvSpPr/>
            <p:nvPr/>
          </p:nvSpPr>
          <p:spPr>
            <a:xfrm>
              <a:off x="4740175" y="3610700"/>
              <a:ext cx="60725" cy="22925"/>
            </a:xfrm>
            <a:custGeom>
              <a:rect b="b" l="l" r="r" t="t"/>
              <a:pathLst>
                <a:path extrusionOk="0" h="917" w="2429">
                  <a:moveTo>
                    <a:pt x="1667" y="0"/>
                  </a:moveTo>
                  <a:lnTo>
                    <a:pt x="0" y="703"/>
                  </a:lnTo>
                  <a:cubicBezTo>
                    <a:pt x="107" y="738"/>
                    <a:pt x="214" y="810"/>
                    <a:pt x="274" y="917"/>
                  </a:cubicBezTo>
                  <a:lnTo>
                    <a:pt x="242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2"/>
            <p:cNvSpPr/>
            <p:nvPr/>
          </p:nvSpPr>
          <p:spPr>
            <a:xfrm>
              <a:off x="4999125" y="3610700"/>
              <a:ext cx="19375" cy="36925"/>
            </a:xfrm>
            <a:custGeom>
              <a:rect b="b" l="l" r="r" t="t"/>
              <a:pathLst>
                <a:path extrusionOk="0" h="1477" w="775">
                  <a:moveTo>
                    <a:pt x="0" y="0"/>
                  </a:moveTo>
                  <a:lnTo>
                    <a:pt x="477" y="1477"/>
                  </a:lnTo>
                  <a:cubicBezTo>
                    <a:pt x="526" y="1437"/>
                    <a:pt x="584" y="1414"/>
                    <a:pt x="656" y="1414"/>
                  </a:cubicBezTo>
                  <a:cubicBezTo>
                    <a:pt x="671" y="1414"/>
                    <a:pt x="687" y="1415"/>
                    <a:pt x="703" y="1417"/>
                  </a:cubicBezTo>
                  <a:cubicBezTo>
                    <a:pt x="727" y="1417"/>
                    <a:pt x="762" y="1429"/>
                    <a:pt x="774" y="1453"/>
                  </a:cubicBezTo>
                  <a:lnTo>
                    <a:pt x="31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>
              <a:off x="5014900" y="3656825"/>
              <a:ext cx="92900" cy="270000"/>
            </a:xfrm>
            <a:custGeom>
              <a:rect b="b" l="l" r="r" t="t"/>
              <a:pathLst>
                <a:path extrusionOk="0" h="10800" w="3716">
                  <a:moveTo>
                    <a:pt x="239" y="1"/>
                  </a:moveTo>
                  <a:cubicBezTo>
                    <a:pt x="187" y="74"/>
                    <a:pt x="116" y="110"/>
                    <a:pt x="36" y="110"/>
                  </a:cubicBezTo>
                  <a:cubicBezTo>
                    <a:pt x="24" y="110"/>
                    <a:pt x="12" y="109"/>
                    <a:pt x="1" y="108"/>
                  </a:cubicBezTo>
                  <a:lnTo>
                    <a:pt x="1" y="108"/>
                  </a:lnTo>
                  <a:lnTo>
                    <a:pt x="3430" y="10800"/>
                  </a:lnTo>
                  <a:cubicBezTo>
                    <a:pt x="3513" y="10740"/>
                    <a:pt x="3608" y="10704"/>
                    <a:pt x="3715" y="10704"/>
                  </a:cubicBezTo>
                  <a:lnTo>
                    <a:pt x="274" y="24"/>
                  </a:lnTo>
                  <a:cubicBezTo>
                    <a:pt x="262" y="24"/>
                    <a:pt x="251" y="1"/>
                    <a:pt x="23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>
              <a:off x="5021150" y="3610400"/>
              <a:ext cx="159875" cy="46900"/>
            </a:xfrm>
            <a:custGeom>
              <a:rect b="b" l="l" r="r" t="t"/>
              <a:pathLst>
                <a:path extrusionOk="0" h="1876" w="6395">
                  <a:moveTo>
                    <a:pt x="5370" y="0"/>
                  </a:moveTo>
                  <a:lnTo>
                    <a:pt x="60" y="1584"/>
                  </a:lnTo>
                  <a:lnTo>
                    <a:pt x="36" y="1584"/>
                  </a:lnTo>
                  <a:lnTo>
                    <a:pt x="48" y="1739"/>
                  </a:lnTo>
                  <a:cubicBezTo>
                    <a:pt x="48" y="1786"/>
                    <a:pt x="12" y="1822"/>
                    <a:pt x="1" y="1846"/>
                  </a:cubicBezTo>
                  <a:cubicBezTo>
                    <a:pt x="12" y="1858"/>
                    <a:pt x="24" y="1858"/>
                    <a:pt x="48" y="1858"/>
                  </a:cubicBezTo>
                  <a:cubicBezTo>
                    <a:pt x="60" y="1870"/>
                    <a:pt x="75" y="1876"/>
                    <a:pt x="90" y="1876"/>
                  </a:cubicBezTo>
                  <a:cubicBezTo>
                    <a:pt x="105" y="1876"/>
                    <a:pt x="120" y="1870"/>
                    <a:pt x="132" y="1858"/>
                  </a:cubicBezTo>
                  <a:lnTo>
                    <a:pt x="639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2"/>
            <p:cNvSpPr/>
            <p:nvPr/>
          </p:nvSpPr>
          <p:spPr>
            <a:xfrm>
              <a:off x="5109250" y="3610700"/>
              <a:ext cx="133375" cy="317625"/>
            </a:xfrm>
            <a:custGeom>
              <a:rect b="b" l="l" r="r" t="t"/>
              <a:pathLst>
                <a:path extrusionOk="0" h="12705" w="5335">
                  <a:moveTo>
                    <a:pt x="5013" y="0"/>
                  </a:moveTo>
                  <a:lnTo>
                    <a:pt x="1" y="12561"/>
                  </a:lnTo>
                  <a:lnTo>
                    <a:pt x="13" y="12561"/>
                  </a:lnTo>
                  <a:cubicBezTo>
                    <a:pt x="120" y="12585"/>
                    <a:pt x="203" y="12621"/>
                    <a:pt x="275" y="12704"/>
                  </a:cubicBezTo>
                  <a:lnTo>
                    <a:pt x="533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2"/>
            <p:cNvSpPr/>
            <p:nvPr/>
          </p:nvSpPr>
          <p:spPr>
            <a:xfrm>
              <a:off x="5497100" y="3610700"/>
              <a:ext cx="7475" cy="100325"/>
            </a:xfrm>
            <a:custGeom>
              <a:rect b="b" l="l" r="r" t="t"/>
              <a:pathLst>
                <a:path extrusionOk="0" h="4013" w="299">
                  <a:moveTo>
                    <a:pt x="1" y="0"/>
                  </a:moveTo>
                  <a:lnTo>
                    <a:pt x="1" y="3858"/>
                  </a:lnTo>
                  <a:lnTo>
                    <a:pt x="1" y="3870"/>
                  </a:lnTo>
                  <a:lnTo>
                    <a:pt x="1" y="3882"/>
                  </a:lnTo>
                  <a:lnTo>
                    <a:pt x="1" y="3905"/>
                  </a:lnTo>
                  <a:lnTo>
                    <a:pt x="1" y="3917"/>
                  </a:lnTo>
                  <a:lnTo>
                    <a:pt x="1" y="3929"/>
                  </a:lnTo>
                  <a:lnTo>
                    <a:pt x="1" y="3953"/>
                  </a:lnTo>
                  <a:lnTo>
                    <a:pt x="1" y="3965"/>
                  </a:lnTo>
                  <a:cubicBezTo>
                    <a:pt x="1" y="3977"/>
                    <a:pt x="13" y="3977"/>
                    <a:pt x="24" y="3977"/>
                  </a:cubicBezTo>
                  <a:cubicBezTo>
                    <a:pt x="60" y="3989"/>
                    <a:pt x="84" y="4013"/>
                    <a:pt x="120" y="4013"/>
                  </a:cubicBezTo>
                  <a:cubicBezTo>
                    <a:pt x="239" y="4013"/>
                    <a:pt x="298" y="3929"/>
                    <a:pt x="298" y="3858"/>
                  </a:cubicBezTo>
                  <a:lnTo>
                    <a:pt x="298" y="3774"/>
                  </a:lnTo>
                  <a:lnTo>
                    <a:pt x="298" y="367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2"/>
            <p:cNvSpPr/>
            <p:nvPr/>
          </p:nvSpPr>
          <p:spPr>
            <a:xfrm>
              <a:off x="5539175" y="3610700"/>
              <a:ext cx="82375" cy="297075"/>
            </a:xfrm>
            <a:custGeom>
              <a:rect b="b" l="l" r="r" t="t"/>
              <a:pathLst>
                <a:path extrusionOk="0" h="11883" w="3295">
                  <a:moveTo>
                    <a:pt x="2997" y="0"/>
                  </a:moveTo>
                  <a:lnTo>
                    <a:pt x="2211" y="3120"/>
                  </a:lnTo>
                  <a:lnTo>
                    <a:pt x="2140" y="3429"/>
                  </a:lnTo>
                  <a:lnTo>
                    <a:pt x="1604" y="5572"/>
                  </a:lnTo>
                  <a:lnTo>
                    <a:pt x="1532" y="5870"/>
                  </a:lnTo>
                  <a:lnTo>
                    <a:pt x="30" y="11797"/>
                  </a:lnTo>
                  <a:lnTo>
                    <a:pt x="30" y="11797"/>
                  </a:lnTo>
                  <a:cubicBezTo>
                    <a:pt x="42" y="11783"/>
                    <a:pt x="59" y="11772"/>
                    <a:pt x="80" y="11764"/>
                  </a:cubicBezTo>
                  <a:lnTo>
                    <a:pt x="377" y="11597"/>
                  </a:lnTo>
                  <a:lnTo>
                    <a:pt x="1782" y="6037"/>
                  </a:lnTo>
                  <a:lnTo>
                    <a:pt x="1854" y="5739"/>
                  </a:lnTo>
                  <a:lnTo>
                    <a:pt x="2449" y="3382"/>
                  </a:lnTo>
                  <a:lnTo>
                    <a:pt x="2521" y="3072"/>
                  </a:lnTo>
                  <a:lnTo>
                    <a:pt x="3294" y="0"/>
                  </a:lnTo>
                  <a:close/>
                  <a:moveTo>
                    <a:pt x="30" y="11797"/>
                  </a:moveTo>
                  <a:cubicBezTo>
                    <a:pt x="8" y="11821"/>
                    <a:pt x="1" y="11852"/>
                    <a:pt x="8" y="11883"/>
                  </a:cubicBezTo>
                  <a:lnTo>
                    <a:pt x="30" y="11797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2"/>
            <p:cNvSpPr/>
            <p:nvPr/>
          </p:nvSpPr>
          <p:spPr>
            <a:xfrm>
              <a:off x="5722725" y="3610700"/>
              <a:ext cx="32775" cy="47350"/>
            </a:xfrm>
            <a:custGeom>
              <a:rect b="b" l="l" r="r" t="t"/>
              <a:pathLst>
                <a:path extrusionOk="0" h="1894" w="1311">
                  <a:moveTo>
                    <a:pt x="1" y="0"/>
                  </a:moveTo>
                  <a:lnTo>
                    <a:pt x="1048" y="1893"/>
                  </a:lnTo>
                  <a:cubicBezTo>
                    <a:pt x="1120" y="1822"/>
                    <a:pt x="1215" y="1774"/>
                    <a:pt x="1310" y="1762"/>
                  </a:cubicBez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2"/>
            <p:cNvSpPr/>
            <p:nvPr/>
          </p:nvSpPr>
          <p:spPr>
            <a:xfrm>
              <a:off x="5759625" y="3674100"/>
              <a:ext cx="51525" cy="86350"/>
            </a:xfrm>
            <a:custGeom>
              <a:rect b="b" l="l" r="r" t="t"/>
              <a:pathLst>
                <a:path extrusionOk="0" h="3454" w="2061">
                  <a:moveTo>
                    <a:pt x="251" y="0"/>
                  </a:moveTo>
                  <a:cubicBezTo>
                    <a:pt x="191" y="72"/>
                    <a:pt x="108" y="131"/>
                    <a:pt x="1" y="143"/>
                  </a:cubicBezTo>
                  <a:lnTo>
                    <a:pt x="1799" y="3453"/>
                  </a:lnTo>
                  <a:lnTo>
                    <a:pt x="2061" y="3298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5811425" y="3763100"/>
              <a:ext cx="102425" cy="186350"/>
            </a:xfrm>
            <a:custGeom>
              <a:rect b="b" l="l" r="r" t="t"/>
              <a:pathLst>
                <a:path extrusionOk="0" h="7454" w="4097">
                  <a:moveTo>
                    <a:pt x="120" y="0"/>
                  </a:moveTo>
                  <a:lnTo>
                    <a:pt x="1" y="84"/>
                  </a:lnTo>
                  <a:cubicBezTo>
                    <a:pt x="132" y="119"/>
                    <a:pt x="227" y="250"/>
                    <a:pt x="203" y="393"/>
                  </a:cubicBezTo>
                  <a:cubicBezTo>
                    <a:pt x="191" y="476"/>
                    <a:pt x="167" y="536"/>
                    <a:pt x="108" y="560"/>
                  </a:cubicBezTo>
                  <a:lnTo>
                    <a:pt x="3811" y="7394"/>
                  </a:lnTo>
                  <a:lnTo>
                    <a:pt x="3834" y="7453"/>
                  </a:lnTo>
                  <a:cubicBezTo>
                    <a:pt x="3894" y="7382"/>
                    <a:pt x="4001" y="7334"/>
                    <a:pt x="4096" y="7299"/>
                  </a:cubicBezTo>
                  <a:lnTo>
                    <a:pt x="12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5767375" y="3647600"/>
              <a:ext cx="243200" cy="24725"/>
            </a:xfrm>
            <a:custGeom>
              <a:rect b="b" l="l" r="r" t="t"/>
              <a:pathLst>
                <a:path extrusionOk="0" h="989" w="9728">
                  <a:moveTo>
                    <a:pt x="9728" y="1"/>
                  </a:moveTo>
                  <a:lnTo>
                    <a:pt x="60" y="691"/>
                  </a:lnTo>
                  <a:cubicBezTo>
                    <a:pt x="84" y="727"/>
                    <a:pt x="84" y="774"/>
                    <a:pt x="60" y="822"/>
                  </a:cubicBezTo>
                  <a:cubicBezTo>
                    <a:pt x="48" y="882"/>
                    <a:pt x="36" y="929"/>
                    <a:pt x="1" y="965"/>
                  </a:cubicBezTo>
                  <a:cubicBezTo>
                    <a:pt x="12" y="965"/>
                    <a:pt x="36" y="989"/>
                    <a:pt x="60" y="989"/>
                  </a:cubicBezTo>
                  <a:lnTo>
                    <a:pt x="9097" y="346"/>
                  </a:lnTo>
                  <a:lnTo>
                    <a:pt x="972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6011150" y="3652075"/>
              <a:ext cx="80100" cy="97650"/>
            </a:xfrm>
            <a:custGeom>
              <a:rect b="b" l="l" r="r" t="t"/>
              <a:pathLst>
                <a:path extrusionOk="0" h="3906" w="3204">
                  <a:moveTo>
                    <a:pt x="251" y="0"/>
                  </a:moveTo>
                  <a:lnTo>
                    <a:pt x="1" y="155"/>
                  </a:lnTo>
                  <a:lnTo>
                    <a:pt x="3013" y="3905"/>
                  </a:lnTo>
                  <a:lnTo>
                    <a:pt x="3204" y="3667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6091225" y="3749700"/>
              <a:ext cx="73550" cy="93200"/>
            </a:xfrm>
            <a:custGeom>
              <a:rect b="b" l="l" r="r" t="t"/>
              <a:pathLst>
                <a:path extrusionOk="0" h="3728" w="2942">
                  <a:moveTo>
                    <a:pt x="191" y="0"/>
                  </a:moveTo>
                  <a:lnTo>
                    <a:pt x="1" y="239"/>
                  </a:lnTo>
                  <a:lnTo>
                    <a:pt x="2810" y="3727"/>
                  </a:lnTo>
                  <a:cubicBezTo>
                    <a:pt x="2798" y="3691"/>
                    <a:pt x="2798" y="3656"/>
                    <a:pt x="2810" y="3608"/>
                  </a:cubicBezTo>
                  <a:cubicBezTo>
                    <a:pt x="2822" y="3525"/>
                    <a:pt x="2870" y="3465"/>
                    <a:pt x="2941" y="341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6167125" y="3845850"/>
              <a:ext cx="108675" cy="131575"/>
            </a:xfrm>
            <a:custGeom>
              <a:rect b="b" l="l" r="r" t="t"/>
              <a:pathLst>
                <a:path extrusionOk="0" h="5263" w="4347">
                  <a:moveTo>
                    <a:pt x="263" y="0"/>
                  </a:moveTo>
                  <a:lnTo>
                    <a:pt x="215" y="36"/>
                  </a:lnTo>
                  <a:cubicBezTo>
                    <a:pt x="191" y="48"/>
                    <a:pt x="155" y="60"/>
                    <a:pt x="120" y="72"/>
                  </a:cubicBezTo>
                  <a:lnTo>
                    <a:pt x="1" y="131"/>
                  </a:lnTo>
                  <a:lnTo>
                    <a:pt x="4108" y="5263"/>
                  </a:lnTo>
                  <a:cubicBezTo>
                    <a:pt x="4168" y="5179"/>
                    <a:pt x="4251" y="5120"/>
                    <a:pt x="4346" y="5084"/>
                  </a:cubicBezTo>
                  <a:lnTo>
                    <a:pt x="26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5539375" y="3610700"/>
              <a:ext cx="553650" cy="299750"/>
            </a:xfrm>
            <a:custGeom>
              <a:rect b="b" l="l" r="r" t="t"/>
              <a:pathLst>
                <a:path extrusionOk="0" h="11990" w="22146">
                  <a:moveTo>
                    <a:pt x="21539" y="0"/>
                  </a:moveTo>
                  <a:lnTo>
                    <a:pt x="18848" y="1477"/>
                  </a:lnTo>
                  <a:lnTo>
                    <a:pt x="18217" y="1822"/>
                  </a:lnTo>
                  <a:lnTo>
                    <a:pt x="10859" y="5834"/>
                  </a:lnTo>
                  <a:lnTo>
                    <a:pt x="10609" y="5989"/>
                  </a:lnTo>
                  <a:lnTo>
                    <a:pt x="6239" y="8382"/>
                  </a:lnTo>
                  <a:lnTo>
                    <a:pt x="5942" y="8549"/>
                  </a:lnTo>
                  <a:lnTo>
                    <a:pt x="369" y="11597"/>
                  </a:lnTo>
                  <a:lnTo>
                    <a:pt x="72" y="11764"/>
                  </a:lnTo>
                  <a:cubicBezTo>
                    <a:pt x="24" y="11787"/>
                    <a:pt x="0" y="11835"/>
                    <a:pt x="0" y="11895"/>
                  </a:cubicBezTo>
                  <a:lnTo>
                    <a:pt x="84" y="11895"/>
                  </a:lnTo>
                  <a:cubicBezTo>
                    <a:pt x="167" y="11906"/>
                    <a:pt x="238" y="11942"/>
                    <a:pt x="298" y="11990"/>
                  </a:cubicBezTo>
                  <a:lnTo>
                    <a:pt x="6251" y="8727"/>
                  </a:lnTo>
                  <a:lnTo>
                    <a:pt x="6549" y="8561"/>
                  </a:lnTo>
                  <a:lnTo>
                    <a:pt x="7073" y="8263"/>
                  </a:lnTo>
                  <a:lnTo>
                    <a:pt x="7073" y="8239"/>
                  </a:lnTo>
                  <a:cubicBezTo>
                    <a:pt x="7093" y="8105"/>
                    <a:pt x="7213" y="8006"/>
                    <a:pt x="7330" y="8006"/>
                  </a:cubicBezTo>
                  <a:cubicBezTo>
                    <a:pt x="7348" y="8006"/>
                    <a:pt x="7365" y="8008"/>
                    <a:pt x="7382" y="8013"/>
                  </a:cubicBezTo>
                  <a:cubicBezTo>
                    <a:pt x="7418" y="8013"/>
                    <a:pt x="7442" y="8025"/>
                    <a:pt x="7454" y="8037"/>
                  </a:cubicBezTo>
                  <a:lnTo>
                    <a:pt x="10537" y="6358"/>
                  </a:lnTo>
                  <a:cubicBezTo>
                    <a:pt x="10579" y="6244"/>
                    <a:pt x="10684" y="6175"/>
                    <a:pt x="10797" y="6175"/>
                  </a:cubicBezTo>
                  <a:cubicBezTo>
                    <a:pt x="10813" y="6175"/>
                    <a:pt x="10830" y="6176"/>
                    <a:pt x="10847" y="6180"/>
                  </a:cubicBezTo>
                  <a:lnTo>
                    <a:pt x="10859" y="6180"/>
                  </a:lnTo>
                  <a:lnTo>
                    <a:pt x="11002" y="6108"/>
                  </a:lnTo>
                  <a:lnTo>
                    <a:pt x="18860" y="1810"/>
                  </a:lnTo>
                  <a:lnTo>
                    <a:pt x="19122" y="1655"/>
                  </a:lnTo>
                  <a:lnTo>
                    <a:pt x="221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2"/>
            <p:cNvSpPr/>
            <p:nvPr/>
          </p:nvSpPr>
          <p:spPr>
            <a:xfrm>
              <a:off x="5910250" y="3967875"/>
              <a:ext cx="8650" cy="4525"/>
            </a:xfrm>
            <a:custGeom>
              <a:rect b="b" l="l" r="r" t="t"/>
              <a:pathLst>
                <a:path extrusionOk="0" h="181" w="346">
                  <a:moveTo>
                    <a:pt x="24" y="1"/>
                  </a:moveTo>
                  <a:lnTo>
                    <a:pt x="24" y="1"/>
                  </a:lnTo>
                  <a:cubicBezTo>
                    <a:pt x="1" y="60"/>
                    <a:pt x="24" y="120"/>
                    <a:pt x="60" y="155"/>
                  </a:cubicBezTo>
                  <a:cubicBezTo>
                    <a:pt x="82" y="173"/>
                    <a:pt x="109" y="181"/>
                    <a:pt x="136" y="181"/>
                  </a:cubicBezTo>
                  <a:cubicBezTo>
                    <a:pt x="185" y="181"/>
                    <a:pt x="237" y="157"/>
                    <a:pt x="274" y="120"/>
                  </a:cubicBezTo>
                  <a:lnTo>
                    <a:pt x="346" y="24"/>
                  </a:lnTo>
                  <a:lnTo>
                    <a:pt x="346" y="24"/>
                  </a:lnTo>
                  <a:cubicBezTo>
                    <a:pt x="311" y="42"/>
                    <a:pt x="263" y="53"/>
                    <a:pt x="212" y="53"/>
                  </a:cubicBezTo>
                  <a:cubicBezTo>
                    <a:pt x="194" y="53"/>
                    <a:pt x="174" y="51"/>
                    <a:pt x="155" y="48"/>
                  </a:cubicBezTo>
                  <a:lnTo>
                    <a:pt x="2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2"/>
            <p:cNvSpPr/>
            <p:nvPr/>
          </p:nvSpPr>
          <p:spPr>
            <a:xfrm>
              <a:off x="5925125" y="3610700"/>
              <a:ext cx="282500" cy="339050"/>
            </a:xfrm>
            <a:custGeom>
              <a:rect b="b" l="l" r="r" t="t"/>
              <a:pathLst>
                <a:path extrusionOk="0" h="13562" w="11300">
                  <a:moveTo>
                    <a:pt x="10931" y="0"/>
                  </a:moveTo>
                  <a:lnTo>
                    <a:pt x="6645" y="5322"/>
                  </a:lnTo>
                  <a:lnTo>
                    <a:pt x="6454" y="5560"/>
                  </a:lnTo>
                  <a:lnTo>
                    <a:pt x="1" y="13561"/>
                  </a:lnTo>
                  <a:lnTo>
                    <a:pt x="584" y="13311"/>
                  </a:lnTo>
                  <a:lnTo>
                    <a:pt x="6645" y="5799"/>
                  </a:lnTo>
                  <a:lnTo>
                    <a:pt x="6835" y="5560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2"/>
            <p:cNvSpPr/>
            <p:nvPr/>
          </p:nvSpPr>
          <p:spPr>
            <a:xfrm>
              <a:off x="6413300" y="3610700"/>
              <a:ext cx="111625" cy="99125"/>
            </a:xfrm>
            <a:custGeom>
              <a:rect b="b" l="l" r="r" t="t"/>
              <a:pathLst>
                <a:path extrusionOk="0" h="3965" w="4465">
                  <a:moveTo>
                    <a:pt x="0" y="0"/>
                  </a:moveTo>
                  <a:lnTo>
                    <a:pt x="4263" y="3965"/>
                  </a:lnTo>
                  <a:cubicBezTo>
                    <a:pt x="4310" y="3894"/>
                    <a:pt x="4382" y="3810"/>
                    <a:pt x="4465" y="3774"/>
                  </a:cubicBezTo>
                  <a:lnTo>
                    <a:pt x="44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6404950" y="3728850"/>
              <a:ext cx="119975" cy="132500"/>
            </a:xfrm>
            <a:custGeom>
              <a:rect b="b" l="l" r="r" t="t"/>
              <a:pathLst>
                <a:path extrusionOk="0" h="5300" w="4799">
                  <a:moveTo>
                    <a:pt x="4585" y="1"/>
                  </a:moveTo>
                  <a:lnTo>
                    <a:pt x="1" y="4918"/>
                  </a:lnTo>
                  <a:lnTo>
                    <a:pt x="36" y="5299"/>
                  </a:lnTo>
                  <a:lnTo>
                    <a:pt x="4799" y="191"/>
                  </a:lnTo>
                  <a:cubicBezTo>
                    <a:pt x="4716" y="144"/>
                    <a:pt x="4644" y="72"/>
                    <a:pt x="458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6291250" y="3858950"/>
              <a:ext cx="108375" cy="119975"/>
            </a:xfrm>
            <a:custGeom>
              <a:rect b="b" l="l" r="r" t="t"/>
              <a:pathLst>
                <a:path extrusionOk="0" h="4799" w="4335">
                  <a:moveTo>
                    <a:pt x="4287" y="0"/>
                  </a:moveTo>
                  <a:lnTo>
                    <a:pt x="1" y="4596"/>
                  </a:lnTo>
                  <a:cubicBezTo>
                    <a:pt x="84" y="4643"/>
                    <a:pt x="155" y="4715"/>
                    <a:pt x="203" y="4798"/>
                  </a:cubicBezTo>
                  <a:lnTo>
                    <a:pt x="262" y="4762"/>
                  </a:lnTo>
                  <a:lnTo>
                    <a:pt x="4334" y="369"/>
                  </a:lnTo>
                  <a:lnTo>
                    <a:pt x="4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>
              <a:off x="6172200" y="3745825"/>
              <a:ext cx="206875" cy="100625"/>
            </a:xfrm>
            <a:custGeom>
              <a:rect b="b" l="l" r="r" t="t"/>
              <a:pathLst>
                <a:path extrusionOk="0" h="4025" w="8275">
                  <a:moveTo>
                    <a:pt x="8168" y="1"/>
                  </a:moveTo>
                  <a:lnTo>
                    <a:pt x="4893" y="1477"/>
                  </a:lnTo>
                  <a:cubicBezTo>
                    <a:pt x="4917" y="1525"/>
                    <a:pt x="4917" y="1548"/>
                    <a:pt x="4893" y="1596"/>
                  </a:cubicBezTo>
                  <a:cubicBezTo>
                    <a:pt x="4871" y="1731"/>
                    <a:pt x="4753" y="1823"/>
                    <a:pt x="4610" y="1823"/>
                  </a:cubicBezTo>
                  <a:cubicBezTo>
                    <a:pt x="4601" y="1823"/>
                    <a:pt x="4593" y="1823"/>
                    <a:pt x="4584" y="1822"/>
                  </a:cubicBezTo>
                  <a:cubicBezTo>
                    <a:pt x="4512" y="1798"/>
                    <a:pt x="4441" y="1763"/>
                    <a:pt x="4405" y="1703"/>
                  </a:cubicBezTo>
                  <a:lnTo>
                    <a:pt x="60" y="3668"/>
                  </a:lnTo>
                  <a:cubicBezTo>
                    <a:pt x="95" y="3727"/>
                    <a:pt x="107" y="3787"/>
                    <a:pt x="107" y="3858"/>
                  </a:cubicBezTo>
                  <a:cubicBezTo>
                    <a:pt x="98" y="3914"/>
                    <a:pt x="74" y="3963"/>
                    <a:pt x="36" y="3998"/>
                  </a:cubicBezTo>
                  <a:lnTo>
                    <a:pt x="36" y="3998"/>
                  </a:lnTo>
                  <a:lnTo>
                    <a:pt x="48" y="3989"/>
                  </a:lnTo>
                  <a:lnTo>
                    <a:pt x="8275" y="274"/>
                  </a:lnTo>
                  <a:cubicBezTo>
                    <a:pt x="8215" y="191"/>
                    <a:pt x="8168" y="96"/>
                    <a:pt x="8168" y="1"/>
                  </a:cubicBezTo>
                  <a:close/>
                  <a:moveTo>
                    <a:pt x="36" y="3998"/>
                  </a:moveTo>
                  <a:lnTo>
                    <a:pt x="0" y="4025"/>
                  </a:lnTo>
                  <a:cubicBezTo>
                    <a:pt x="13" y="4017"/>
                    <a:pt x="25" y="4008"/>
                    <a:pt x="36" y="3998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2"/>
            <p:cNvSpPr/>
            <p:nvPr/>
          </p:nvSpPr>
          <p:spPr>
            <a:xfrm>
              <a:off x="5924825" y="3842875"/>
              <a:ext cx="244400" cy="112525"/>
            </a:xfrm>
            <a:custGeom>
              <a:rect b="b" l="l" r="r" t="t"/>
              <a:pathLst>
                <a:path extrusionOk="0" h="4501" w="9776">
                  <a:moveTo>
                    <a:pt x="9776" y="179"/>
                  </a:moveTo>
                  <a:lnTo>
                    <a:pt x="9744" y="195"/>
                  </a:lnTo>
                  <a:lnTo>
                    <a:pt x="9744" y="195"/>
                  </a:lnTo>
                  <a:cubicBezTo>
                    <a:pt x="9757" y="192"/>
                    <a:pt x="9768" y="187"/>
                    <a:pt x="9776" y="179"/>
                  </a:cubicBezTo>
                  <a:close/>
                  <a:moveTo>
                    <a:pt x="9454" y="0"/>
                  </a:moveTo>
                  <a:lnTo>
                    <a:pt x="584" y="4024"/>
                  </a:lnTo>
                  <a:lnTo>
                    <a:pt x="1" y="4274"/>
                  </a:lnTo>
                  <a:cubicBezTo>
                    <a:pt x="49" y="4334"/>
                    <a:pt x="84" y="4405"/>
                    <a:pt x="108" y="4489"/>
                  </a:cubicBezTo>
                  <a:lnTo>
                    <a:pt x="227" y="4501"/>
                  </a:lnTo>
                  <a:lnTo>
                    <a:pt x="9657" y="238"/>
                  </a:lnTo>
                  <a:lnTo>
                    <a:pt x="9744" y="195"/>
                  </a:lnTo>
                  <a:lnTo>
                    <a:pt x="9744" y="195"/>
                  </a:lnTo>
                  <a:cubicBezTo>
                    <a:pt x="9738" y="196"/>
                    <a:pt x="9732" y="197"/>
                    <a:pt x="9725" y="197"/>
                  </a:cubicBezTo>
                  <a:cubicBezTo>
                    <a:pt x="9705" y="197"/>
                    <a:pt x="9681" y="191"/>
                    <a:pt x="9657" y="179"/>
                  </a:cubicBezTo>
                  <a:cubicBezTo>
                    <a:pt x="9562" y="167"/>
                    <a:pt x="9478" y="95"/>
                    <a:pt x="945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2"/>
            <p:cNvSpPr/>
            <p:nvPr/>
          </p:nvSpPr>
          <p:spPr>
            <a:xfrm>
              <a:off x="5926625" y="3955375"/>
              <a:ext cx="339650" cy="35450"/>
            </a:xfrm>
            <a:custGeom>
              <a:rect b="b" l="l" r="r" t="t"/>
              <a:pathLst>
                <a:path extrusionOk="0" h="1418" w="13586">
                  <a:moveTo>
                    <a:pt x="48" y="1"/>
                  </a:moveTo>
                  <a:lnTo>
                    <a:pt x="48" y="1"/>
                  </a:lnTo>
                  <a:cubicBezTo>
                    <a:pt x="60" y="60"/>
                    <a:pt x="60" y="108"/>
                    <a:pt x="48" y="167"/>
                  </a:cubicBezTo>
                  <a:lnTo>
                    <a:pt x="0" y="298"/>
                  </a:lnTo>
                  <a:lnTo>
                    <a:pt x="13573" y="1417"/>
                  </a:lnTo>
                  <a:cubicBezTo>
                    <a:pt x="13562" y="1334"/>
                    <a:pt x="13562" y="1263"/>
                    <a:pt x="13573" y="1191"/>
                  </a:cubicBezTo>
                  <a:cubicBezTo>
                    <a:pt x="13573" y="1156"/>
                    <a:pt x="13585" y="1144"/>
                    <a:pt x="13585" y="1120"/>
                  </a:cubicBezTo>
                  <a:lnTo>
                    <a:pt x="167" y="13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5920375" y="3963425"/>
              <a:ext cx="554850" cy="615875"/>
            </a:xfrm>
            <a:custGeom>
              <a:rect b="b" l="l" r="r" t="t"/>
              <a:pathLst>
                <a:path extrusionOk="0" h="24635" w="22194">
                  <a:moveTo>
                    <a:pt x="227" y="0"/>
                  </a:moveTo>
                  <a:cubicBezTo>
                    <a:pt x="167" y="95"/>
                    <a:pt x="96" y="155"/>
                    <a:pt x="0" y="202"/>
                  </a:cubicBezTo>
                  <a:lnTo>
                    <a:pt x="21967" y="24634"/>
                  </a:lnTo>
                  <a:cubicBezTo>
                    <a:pt x="22027" y="24563"/>
                    <a:pt x="22098" y="24491"/>
                    <a:pt x="22194" y="24444"/>
                  </a:cubicBezTo>
                  <a:lnTo>
                    <a:pt x="22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2"/>
            <p:cNvSpPr/>
            <p:nvPr/>
          </p:nvSpPr>
          <p:spPr>
            <a:xfrm>
              <a:off x="6287975" y="3999125"/>
              <a:ext cx="141700" cy="223275"/>
            </a:xfrm>
            <a:custGeom>
              <a:rect b="b" l="l" r="r" t="t"/>
              <a:pathLst>
                <a:path extrusionOk="0" h="8931" w="5668">
                  <a:moveTo>
                    <a:pt x="251" y="1"/>
                  </a:moveTo>
                  <a:cubicBezTo>
                    <a:pt x="179" y="84"/>
                    <a:pt x="108" y="120"/>
                    <a:pt x="1" y="168"/>
                  </a:cubicBezTo>
                  <a:lnTo>
                    <a:pt x="5418" y="8931"/>
                  </a:lnTo>
                  <a:cubicBezTo>
                    <a:pt x="5489" y="8871"/>
                    <a:pt x="5585" y="8811"/>
                    <a:pt x="5668" y="8788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2"/>
            <p:cNvSpPr/>
            <p:nvPr/>
          </p:nvSpPr>
          <p:spPr>
            <a:xfrm>
              <a:off x="6385000" y="3756250"/>
              <a:ext cx="29800" cy="175050"/>
            </a:xfrm>
            <a:custGeom>
              <a:rect b="b" l="l" r="r" t="t"/>
              <a:pathLst>
                <a:path extrusionOk="0" h="7002" w="1192">
                  <a:moveTo>
                    <a:pt x="287" y="0"/>
                  </a:moveTo>
                  <a:cubicBezTo>
                    <a:pt x="233" y="27"/>
                    <a:pt x="180" y="41"/>
                    <a:pt x="116" y="41"/>
                  </a:cubicBezTo>
                  <a:cubicBezTo>
                    <a:pt x="95" y="41"/>
                    <a:pt x="72" y="39"/>
                    <a:pt x="49" y="36"/>
                  </a:cubicBezTo>
                  <a:cubicBezTo>
                    <a:pt x="37" y="36"/>
                    <a:pt x="25" y="12"/>
                    <a:pt x="1" y="12"/>
                  </a:cubicBezTo>
                  <a:lnTo>
                    <a:pt x="537" y="4108"/>
                  </a:lnTo>
                  <a:lnTo>
                    <a:pt x="584" y="4477"/>
                  </a:lnTo>
                  <a:lnTo>
                    <a:pt x="918" y="7001"/>
                  </a:lnTo>
                  <a:lnTo>
                    <a:pt x="1192" y="6882"/>
                  </a:lnTo>
                  <a:lnTo>
                    <a:pt x="834" y="4203"/>
                  </a:lnTo>
                  <a:lnTo>
                    <a:pt x="799" y="3822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2"/>
            <p:cNvSpPr/>
            <p:nvPr/>
          </p:nvSpPr>
          <p:spPr>
            <a:xfrm>
              <a:off x="6414775" y="3936025"/>
              <a:ext cx="1525" cy="1825"/>
            </a:xfrm>
            <a:custGeom>
              <a:rect b="b" l="l" r="r" t="t"/>
              <a:pathLst>
                <a:path extrusionOk="0" h="73" w="61">
                  <a:moveTo>
                    <a:pt x="48" y="1"/>
                  </a:moveTo>
                  <a:lnTo>
                    <a:pt x="1" y="13"/>
                  </a:lnTo>
                  <a:cubicBezTo>
                    <a:pt x="24" y="25"/>
                    <a:pt x="48" y="48"/>
                    <a:pt x="60" y="72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2"/>
            <p:cNvSpPr/>
            <p:nvPr/>
          </p:nvSpPr>
          <p:spPr>
            <a:xfrm>
              <a:off x="6410025" y="3943775"/>
              <a:ext cx="42875" cy="272675"/>
            </a:xfrm>
            <a:custGeom>
              <a:rect b="b" l="l" r="r" t="t"/>
              <a:pathLst>
                <a:path extrusionOk="0" h="10907" w="1715">
                  <a:moveTo>
                    <a:pt x="298" y="0"/>
                  </a:moveTo>
                  <a:cubicBezTo>
                    <a:pt x="243" y="111"/>
                    <a:pt x="146" y="180"/>
                    <a:pt x="28" y="180"/>
                  </a:cubicBezTo>
                  <a:cubicBezTo>
                    <a:pt x="19" y="180"/>
                    <a:pt x="10" y="180"/>
                    <a:pt x="0" y="179"/>
                  </a:cubicBezTo>
                  <a:lnTo>
                    <a:pt x="0" y="179"/>
                  </a:lnTo>
                  <a:lnTo>
                    <a:pt x="1405" y="10871"/>
                  </a:lnTo>
                  <a:cubicBezTo>
                    <a:pt x="1465" y="10871"/>
                    <a:pt x="1524" y="10871"/>
                    <a:pt x="1596" y="10883"/>
                  </a:cubicBezTo>
                  <a:cubicBezTo>
                    <a:pt x="1619" y="10883"/>
                    <a:pt x="1655" y="10894"/>
                    <a:pt x="1703" y="10906"/>
                  </a:cubicBezTo>
                  <a:cubicBezTo>
                    <a:pt x="1715" y="10894"/>
                    <a:pt x="1715" y="10871"/>
                    <a:pt x="1715" y="10835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2"/>
            <p:cNvSpPr/>
            <p:nvPr/>
          </p:nvSpPr>
          <p:spPr>
            <a:xfrm>
              <a:off x="6296300" y="3868175"/>
              <a:ext cx="262875" cy="117600"/>
            </a:xfrm>
            <a:custGeom>
              <a:rect b="b" l="l" r="r" t="t"/>
              <a:pathLst>
                <a:path extrusionOk="0" h="4704" w="10515">
                  <a:moveTo>
                    <a:pt x="10395" y="0"/>
                  </a:moveTo>
                  <a:lnTo>
                    <a:pt x="4763" y="2381"/>
                  </a:lnTo>
                  <a:lnTo>
                    <a:pt x="4478" y="2500"/>
                  </a:lnTo>
                  <a:lnTo>
                    <a:pt x="60" y="4382"/>
                  </a:lnTo>
                  <a:lnTo>
                    <a:pt x="1" y="4429"/>
                  </a:lnTo>
                  <a:cubicBezTo>
                    <a:pt x="60" y="4513"/>
                    <a:pt x="84" y="4608"/>
                    <a:pt x="96" y="4703"/>
                  </a:cubicBezTo>
                  <a:lnTo>
                    <a:pt x="4299" y="2917"/>
                  </a:lnTo>
                  <a:lnTo>
                    <a:pt x="4299" y="2893"/>
                  </a:lnTo>
                  <a:cubicBezTo>
                    <a:pt x="4321" y="2748"/>
                    <a:pt x="4459" y="2666"/>
                    <a:pt x="4584" y="2666"/>
                  </a:cubicBezTo>
                  <a:cubicBezTo>
                    <a:pt x="4592" y="2666"/>
                    <a:pt x="4600" y="2666"/>
                    <a:pt x="4609" y="2667"/>
                  </a:cubicBezTo>
                  <a:cubicBezTo>
                    <a:pt x="4656" y="2679"/>
                    <a:pt x="4704" y="2703"/>
                    <a:pt x="4728" y="2727"/>
                  </a:cubicBezTo>
                  <a:lnTo>
                    <a:pt x="4775" y="2715"/>
                  </a:lnTo>
                  <a:lnTo>
                    <a:pt x="10514" y="274"/>
                  </a:lnTo>
                  <a:lnTo>
                    <a:pt x="10443" y="226"/>
                  </a:lnTo>
                  <a:cubicBezTo>
                    <a:pt x="10431" y="226"/>
                    <a:pt x="10431" y="214"/>
                    <a:pt x="10431" y="214"/>
                  </a:cubicBezTo>
                  <a:lnTo>
                    <a:pt x="10431" y="191"/>
                  </a:lnTo>
                  <a:cubicBezTo>
                    <a:pt x="10431" y="191"/>
                    <a:pt x="10431" y="179"/>
                    <a:pt x="10419" y="179"/>
                  </a:cubicBezTo>
                  <a:lnTo>
                    <a:pt x="10419" y="167"/>
                  </a:lnTo>
                  <a:lnTo>
                    <a:pt x="10419" y="155"/>
                  </a:lnTo>
                  <a:lnTo>
                    <a:pt x="10419" y="131"/>
                  </a:lnTo>
                  <a:lnTo>
                    <a:pt x="10419" y="119"/>
                  </a:lnTo>
                  <a:lnTo>
                    <a:pt x="1039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2"/>
            <p:cNvSpPr/>
            <p:nvPr/>
          </p:nvSpPr>
          <p:spPr>
            <a:xfrm>
              <a:off x="6562125" y="3681225"/>
              <a:ext cx="131575" cy="189050"/>
            </a:xfrm>
            <a:custGeom>
              <a:rect b="b" l="l" r="r" t="t"/>
              <a:pathLst>
                <a:path extrusionOk="0" h="7562" w="5263">
                  <a:moveTo>
                    <a:pt x="5263" y="1"/>
                  </a:moveTo>
                  <a:lnTo>
                    <a:pt x="0" y="7216"/>
                  </a:lnTo>
                  <a:lnTo>
                    <a:pt x="48" y="7502"/>
                  </a:lnTo>
                  <a:lnTo>
                    <a:pt x="119" y="7561"/>
                  </a:lnTo>
                  <a:lnTo>
                    <a:pt x="5263" y="501"/>
                  </a:lnTo>
                  <a:lnTo>
                    <a:pt x="526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2"/>
            <p:cNvSpPr/>
            <p:nvPr/>
          </p:nvSpPr>
          <p:spPr>
            <a:xfrm>
              <a:off x="6533550" y="3734225"/>
              <a:ext cx="29775" cy="137825"/>
            </a:xfrm>
            <a:custGeom>
              <a:rect b="b" l="l" r="r" t="t"/>
              <a:pathLst>
                <a:path extrusionOk="0" h="5513" w="1191">
                  <a:moveTo>
                    <a:pt x="286" y="0"/>
                  </a:moveTo>
                  <a:cubicBezTo>
                    <a:pt x="191" y="48"/>
                    <a:pt x="107" y="84"/>
                    <a:pt x="0" y="84"/>
                  </a:cubicBezTo>
                  <a:lnTo>
                    <a:pt x="893" y="5382"/>
                  </a:lnTo>
                  <a:lnTo>
                    <a:pt x="901" y="5464"/>
                  </a:lnTo>
                  <a:lnTo>
                    <a:pt x="901" y="5464"/>
                  </a:lnTo>
                  <a:cubicBezTo>
                    <a:pt x="904" y="5435"/>
                    <a:pt x="918" y="5409"/>
                    <a:pt x="941" y="5394"/>
                  </a:cubicBezTo>
                  <a:cubicBezTo>
                    <a:pt x="971" y="5356"/>
                    <a:pt x="1016" y="5327"/>
                    <a:pt x="1063" y="5327"/>
                  </a:cubicBezTo>
                  <a:cubicBezTo>
                    <a:pt x="1090" y="5327"/>
                    <a:pt x="1117" y="5337"/>
                    <a:pt x="1143" y="5358"/>
                  </a:cubicBezTo>
                  <a:lnTo>
                    <a:pt x="1191" y="5394"/>
                  </a:lnTo>
                  <a:lnTo>
                    <a:pt x="1143" y="5108"/>
                  </a:lnTo>
                  <a:lnTo>
                    <a:pt x="286" y="0"/>
                  </a:lnTo>
                  <a:close/>
                  <a:moveTo>
                    <a:pt x="901" y="5464"/>
                  </a:moveTo>
                  <a:lnTo>
                    <a:pt x="901" y="5464"/>
                  </a:lnTo>
                  <a:cubicBezTo>
                    <a:pt x="900" y="5479"/>
                    <a:pt x="901" y="5496"/>
                    <a:pt x="905" y="5513"/>
                  </a:cubicBezTo>
                  <a:lnTo>
                    <a:pt x="905" y="5501"/>
                  </a:lnTo>
                  <a:lnTo>
                    <a:pt x="901" y="5464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2"/>
            <p:cNvSpPr/>
            <p:nvPr/>
          </p:nvSpPr>
          <p:spPr>
            <a:xfrm>
              <a:off x="6557650" y="38738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2"/>
            <p:cNvSpPr/>
            <p:nvPr/>
          </p:nvSpPr>
          <p:spPr>
            <a:xfrm>
              <a:off x="6679700" y="3952700"/>
              <a:ext cx="14000" cy="17300"/>
            </a:xfrm>
            <a:custGeom>
              <a:rect b="b" l="l" r="r" t="t"/>
              <a:pathLst>
                <a:path extrusionOk="0" h="692" w="560">
                  <a:moveTo>
                    <a:pt x="84" y="0"/>
                  </a:moveTo>
                  <a:lnTo>
                    <a:pt x="0" y="298"/>
                  </a:lnTo>
                  <a:lnTo>
                    <a:pt x="560" y="691"/>
                  </a:lnTo>
                  <a:lnTo>
                    <a:pt x="560" y="334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2"/>
            <p:cNvSpPr/>
            <p:nvPr/>
          </p:nvSpPr>
          <p:spPr>
            <a:xfrm>
              <a:off x="6555875" y="3867675"/>
              <a:ext cx="119375" cy="88025"/>
            </a:xfrm>
            <a:custGeom>
              <a:rect b="b" l="l" r="r" t="t"/>
              <a:pathLst>
                <a:path extrusionOk="0" h="3521" w="4775">
                  <a:moveTo>
                    <a:pt x="157" y="0"/>
                  </a:moveTo>
                  <a:cubicBezTo>
                    <a:pt x="107" y="0"/>
                    <a:pt x="54" y="19"/>
                    <a:pt x="24" y="56"/>
                  </a:cubicBezTo>
                  <a:cubicBezTo>
                    <a:pt x="0" y="80"/>
                    <a:pt x="0" y="127"/>
                    <a:pt x="0" y="175"/>
                  </a:cubicBezTo>
                  <a:cubicBezTo>
                    <a:pt x="4" y="171"/>
                    <a:pt x="6" y="170"/>
                    <a:pt x="8" y="170"/>
                  </a:cubicBezTo>
                  <a:cubicBezTo>
                    <a:pt x="12" y="170"/>
                    <a:pt x="12" y="178"/>
                    <a:pt x="12" y="187"/>
                  </a:cubicBezTo>
                  <a:cubicBezTo>
                    <a:pt x="24" y="199"/>
                    <a:pt x="24" y="199"/>
                    <a:pt x="24" y="222"/>
                  </a:cubicBezTo>
                  <a:cubicBezTo>
                    <a:pt x="24" y="222"/>
                    <a:pt x="24" y="234"/>
                    <a:pt x="48" y="234"/>
                  </a:cubicBezTo>
                  <a:lnTo>
                    <a:pt x="48" y="246"/>
                  </a:lnTo>
                  <a:lnTo>
                    <a:pt x="60" y="258"/>
                  </a:lnTo>
                  <a:lnTo>
                    <a:pt x="131" y="306"/>
                  </a:lnTo>
                  <a:lnTo>
                    <a:pt x="4691" y="3521"/>
                  </a:lnTo>
                  <a:lnTo>
                    <a:pt x="4775" y="3223"/>
                  </a:lnTo>
                  <a:lnTo>
                    <a:pt x="357" y="103"/>
                  </a:lnTo>
                  <a:lnTo>
                    <a:pt x="286" y="56"/>
                  </a:lnTo>
                  <a:lnTo>
                    <a:pt x="238" y="20"/>
                  </a:lnTo>
                  <a:cubicBezTo>
                    <a:pt x="216" y="7"/>
                    <a:pt x="187" y="0"/>
                    <a:pt x="15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2"/>
            <p:cNvSpPr/>
            <p:nvPr/>
          </p:nvSpPr>
          <p:spPr>
            <a:xfrm>
              <a:off x="6604375" y="4211350"/>
              <a:ext cx="3600" cy="2725"/>
            </a:xfrm>
            <a:custGeom>
              <a:rect b="b" l="l" r="r" t="t"/>
              <a:pathLst>
                <a:path extrusionOk="0" h="109" w="144">
                  <a:moveTo>
                    <a:pt x="25" y="1"/>
                  </a:moveTo>
                  <a:lnTo>
                    <a:pt x="1" y="108"/>
                  </a:lnTo>
                  <a:cubicBezTo>
                    <a:pt x="60" y="108"/>
                    <a:pt x="120" y="72"/>
                    <a:pt x="144" y="13"/>
                  </a:cubicBezTo>
                  <a:cubicBezTo>
                    <a:pt x="96" y="1"/>
                    <a:pt x="72" y="1"/>
                    <a:pt x="2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2"/>
            <p:cNvSpPr/>
            <p:nvPr/>
          </p:nvSpPr>
          <p:spPr>
            <a:xfrm>
              <a:off x="6613600" y="3885425"/>
              <a:ext cx="80400" cy="282800"/>
            </a:xfrm>
            <a:custGeom>
              <a:rect b="b" l="l" r="r" t="t"/>
              <a:pathLst>
                <a:path extrusionOk="0" h="11312" w="3216">
                  <a:moveTo>
                    <a:pt x="3216" y="1"/>
                  </a:moveTo>
                  <a:lnTo>
                    <a:pt x="2489" y="2525"/>
                  </a:lnTo>
                  <a:lnTo>
                    <a:pt x="2394" y="2811"/>
                  </a:lnTo>
                  <a:lnTo>
                    <a:pt x="1" y="11204"/>
                  </a:lnTo>
                  <a:cubicBezTo>
                    <a:pt x="108" y="11216"/>
                    <a:pt x="191" y="11252"/>
                    <a:pt x="287" y="11312"/>
                  </a:cubicBezTo>
                  <a:lnTo>
                    <a:pt x="2644" y="3001"/>
                  </a:lnTo>
                  <a:lnTo>
                    <a:pt x="2739" y="2703"/>
                  </a:lnTo>
                  <a:lnTo>
                    <a:pt x="3216" y="1072"/>
                  </a:lnTo>
                  <a:lnTo>
                    <a:pt x="321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2"/>
            <p:cNvSpPr/>
            <p:nvPr/>
          </p:nvSpPr>
          <p:spPr>
            <a:xfrm>
              <a:off x="6443950" y="4280425"/>
              <a:ext cx="42875" cy="292625"/>
            </a:xfrm>
            <a:custGeom>
              <a:rect b="b" l="l" r="r" t="t"/>
              <a:pathLst>
                <a:path extrusionOk="0" h="11705" w="1715">
                  <a:moveTo>
                    <a:pt x="298" y="0"/>
                  </a:moveTo>
                  <a:cubicBezTo>
                    <a:pt x="191" y="36"/>
                    <a:pt x="108" y="48"/>
                    <a:pt x="0" y="48"/>
                  </a:cubicBezTo>
                  <a:lnTo>
                    <a:pt x="1417" y="11704"/>
                  </a:lnTo>
                  <a:cubicBezTo>
                    <a:pt x="1475" y="11696"/>
                    <a:pt x="1538" y="11682"/>
                    <a:pt x="1599" y="11682"/>
                  </a:cubicBezTo>
                  <a:cubicBezTo>
                    <a:pt x="1626" y="11682"/>
                    <a:pt x="1653" y="11685"/>
                    <a:pt x="1679" y="11692"/>
                  </a:cubicBezTo>
                  <a:lnTo>
                    <a:pt x="1715" y="1169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2"/>
            <p:cNvSpPr/>
            <p:nvPr/>
          </p:nvSpPr>
          <p:spPr>
            <a:xfrm>
              <a:off x="6486800" y="4208675"/>
              <a:ext cx="118200" cy="365250"/>
            </a:xfrm>
            <a:custGeom>
              <a:rect b="b" l="l" r="r" t="t"/>
              <a:pathLst>
                <a:path extrusionOk="0" h="14610" w="4728">
                  <a:moveTo>
                    <a:pt x="4442" y="1"/>
                  </a:moveTo>
                  <a:lnTo>
                    <a:pt x="1" y="14574"/>
                  </a:lnTo>
                  <a:cubicBezTo>
                    <a:pt x="37" y="14586"/>
                    <a:pt x="84" y="14586"/>
                    <a:pt x="108" y="14610"/>
                  </a:cubicBezTo>
                  <a:lnTo>
                    <a:pt x="430" y="14181"/>
                  </a:lnTo>
                  <a:lnTo>
                    <a:pt x="4704" y="215"/>
                  </a:lnTo>
                  <a:lnTo>
                    <a:pt x="4728" y="108"/>
                  </a:lnTo>
                  <a:cubicBezTo>
                    <a:pt x="4621" y="96"/>
                    <a:pt x="4537" y="48"/>
                    <a:pt x="4442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2"/>
            <p:cNvSpPr/>
            <p:nvPr/>
          </p:nvSpPr>
          <p:spPr>
            <a:xfrm>
              <a:off x="6475500" y="4189625"/>
              <a:ext cx="112550" cy="56575"/>
            </a:xfrm>
            <a:custGeom>
              <a:rect b="b" l="l" r="r" t="t"/>
              <a:pathLst>
                <a:path extrusionOk="0" h="2263" w="4502">
                  <a:moveTo>
                    <a:pt x="4418" y="1"/>
                  </a:moveTo>
                  <a:lnTo>
                    <a:pt x="0" y="1965"/>
                  </a:lnTo>
                  <a:cubicBezTo>
                    <a:pt x="36" y="2061"/>
                    <a:pt x="48" y="2168"/>
                    <a:pt x="60" y="2263"/>
                  </a:cubicBezTo>
                  <a:lnTo>
                    <a:pt x="4501" y="298"/>
                  </a:lnTo>
                  <a:cubicBezTo>
                    <a:pt x="4453" y="215"/>
                    <a:pt x="4442" y="108"/>
                    <a:pt x="4418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2"/>
            <p:cNvSpPr/>
            <p:nvPr/>
          </p:nvSpPr>
          <p:spPr>
            <a:xfrm>
              <a:off x="6626125" y="4142000"/>
              <a:ext cx="67575" cy="36350"/>
            </a:xfrm>
            <a:custGeom>
              <a:rect b="b" l="l" r="r" t="t"/>
              <a:pathLst>
                <a:path extrusionOk="0" h="1454" w="2703">
                  <a:moveTo>
                    <a:pt x="2703" y="1"/>
                  </a:moveTo>
                  <a:lnTo>
                    <a:pt x="0" y="1191"/>
                  </a:lnTo>
                  <a:cubicBezTo>
                    <a:pt x="60" y="1287"/>
                    <a:pt x="119" y="1358"/>
                    <a:pt x="167" y="1453"/>
                  </a:cubicBezTo>
                  <a:lnTo>
                    <a:pt x="2703" y="33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2"/>
            <p:cNvSpPr/>
            <p:nvPr/>
          </p:nvSpPr>
          <p:spPr>
            <a:xfrm>
              <a:off x="6489775" y="4289950"/>
              <a:ext cx="203925" cy="288750"/>
            </a:xfrm>
            <a:custGeom>
              <a:rect b="b" l="l" r="r" t="t"/>
              <a:pathLst>
                <a:path extrusionOk="0" h="11550" w="8157">
                  <a:moveTo>
                    <a:pt x="8157" y="0"/>
                  </a:moveTo>
                  <a:lnTo>
                    <a:pt x="311" y="10930"/>
                  </a:lnTo>
                  <a:lnTo>
                    <a:pt x="1" y="11371"/>
                  </a:lnTo>
                  <a:cubicBezTo>
                    <a:pt x="84" y="11406"/>
                    <a:pt x="180" y="11466"/>
                    <a:pt x="239" y="11549"/>
                  </a:cubicBezTo>
                  <a:lnTo>
                    <a:pt x="8157" y="50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2"/>
            <p:cNvSpPr/>
            <p:nvPr/>
          </p:nvSpPr>
          <p:spPr>
            <a:xfrm>
              <a:off x="6585925" y="4164825"/>
              <a:ext cx="47350" cy="46925"/>
            </a:xfrm>
            <a:custGeom>
              <a:rect b="b" l="l" r="r" t="t"/>
              <a:pathLst>
                <a:path extrusionOk="0" h="1877" w="1894">
                  <a:moveTo>
                    <a:pt x="941" y="0"/>
                  </a:moveTo>
                  <a:cubicBezTo>
                    <a:pt x="489" y="0"/>
                    <a:pt x="98" y="315"/>
                    <a:pt x="25" y="779"/>
                  </a:cubicBezTo>
                  <a:cubicBezTo>
                    <a:pt x="1" y="850"/>
                    <a:pt x="1" y="921"/>
                    <a:pt x="1" y="993"/>
                  </a:cubicBezTo>
                  <a:cubicBezTo>
                    <a:pt x="1" y="1100"/>
                    <a:pt x="36" y="1195"/>
                    <a:pt x="84" y="1290"/>
                  </a:cubicBezTo>
                  <a:cubicBezTo>
                    <a:pt x="155" y="1493"/>
                    <a:pt x="298" y="1648"/>
                    <a:pt x="501" y="1755"/>
                  </a:cubicBezTo>
                  <a:cubicBezTo>
                    <a:pt x="584" y="1802"/>
                    <a:pt x="679" y="1826"/>
                    <a:pt x="775" y="1862"/>
                  </a:cubicBezTo>
                  <a:cubicBezTo>
                    <a:pt x="810" y="1862"/>
                    <a:pt x="858" y="1874"/>
                    <a:pt x="882" y="1874"/>
                  </a:cubicBezTo>
                  <a:cubicBezTo>
                    <a:pt x="905" y="1876"/>
                    <a:pt x="927" y="1876"/>
                    <a:pt x="950" y="1876"/>
                  </a:cubicBezTo>
                  <a:cubicBezTo>
                    <a:pt x="1387" y="1876"/>
                    <a:pt x="1779" y="1553"/>
                    <a:pt x="1870" y="1112"/>
                  </a:cubicBezTo>
                  <a:cubicBezTo>
                    <a:pt x="1894" y="921"/>
                    <a:pt x="1870" y="719"/>
                    <a:pt x="1787" y="552"/>
                  </a:cubicBezTo>
                  <a:cubicBezTo>
                    <a:pt x="1751" y="457"/>
                    <a:pt x="1691" y="374"/>
                    <a:pt x="1632" y="302"/>
                  </a:cubicBezTo>
                  <a:cubicBezTo>
                    <a:pt x="1572" y="219"/>
                    <a:pt x="1477" y="159"/>
                    <a:pt x="1406" y="124"/>
                  </a:cubicBezTo>
                  <a:cubicBezTo>
                    <a:pt x="1310" y="76"/>
                    <a:pt x="1227" y="40"/>
                    <a:pt x="1120" y="17"/>
                  </a:cubicBezTo>
                  <a:cubicBezTo>
                    <a:pt x="1060" y="6"/>
                    <a:pt x="1000" y="0"/>
                    <a:pt x="9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2"/>
            <p:cNvSpPr/>
            <p:nvPr/>
          </p:nvSpPr>
          <p:spPr>
            <a:xfrm>
              <a:off x="6407925" y="4215525"/>
              <a:ext cx="69375" cy="65800"/>
            </a:xfrm>
            <a:custGeom>
              <a:rect b="b" l="l" r="r" t="t"/>
              <a:pathLst>
                <a:path extrusionOk="0" h="2632" w="2775">
                  <a:moveTo>
                    <a:pt x="1489" y="1"/>
                  </a:moveTo>
                  <a:cubicBezTo>
                    <a:pt x="1263" y="1"/>
                    <a:pt x="1049" y="36"/>
                    <a:pt x="870" y="120"/>
                  </a:cubicBezTo>
                  <a:cubicBezTo>
                    <a:pt x="787" y="155"/>
                    <a:pt x="691" y="203"/>
                    <a:pt x="620" y="263"/>
                  </a:cubicBezTo>
                  <a:cubicBezTo>
                    <a:pt x="370" y="453"/>
                    <a:pt x="191" y="739"/>
                    <a:pt x="132" y="1060"/>
                  </a:cubicBezTo>
                  <a:cubicBezTo>
                    <a:pt x="1" y="1775"/>
                    <a:pt x="477" y="2477"/>
                    <a:pt x="1203" y="2608"/>
                  </a:cubicBezTo>
                  <a:cubicBezTo>
                    <a:pt x="1275" y="2632"/>
                    <a:pt x="1370" y="2632"/>
                    <a:pt x="1441" y="2632"/>
                  </a:cubicBezTo>
                  <a:cubicBezTo>
                    <a:pt x="1549" y="2632"/>
                    <a:pt x="1632" y="2608"/>
                    <a:pt x="1739" y="2596"/>
                  </a:cubicBezTo>
                  <a:cubicBezTo>
                    <a:pt x="2239" y="2477"/>
                    <a:pt x="2644" y="2072"/>
                    <a:pt x="2751" y="1537"/>
                  </a:cubicBezTo>
                  <a:cubicBezTo>
                    <a:pt x="2763" y="1441"/>
                    <a:pt x="2775" y="1322"/>
                    <a:pt x="2763" y="1215"/>
                  </a:cubicBezTo>
                  <a:cubicBezTo>
                    <a:pt x="2763" y="1108"/>
                    <a:pt x="2739" y="1001"/>
                    <a:pt x="2703" y="917"/>
                  </a:cubicBezTo>
                  <a:cubicBezTo>
                    <a:pt x="2573" y="501"/>
                    <a:pt x="2227" y="155"/>
                    <a:pt x="1787" y="36"/>
                  </a:cubicBezTo>
                  <a:cubicBezTo>
                    <a:pt x="1751" y="24"/>
                    <a:pt x="1727" y="24"/>
                    <a:pt x="1680" y="13"/>
                  </a:cubicBezTo>
                  <a:cubicBezTo>
                    <a:pt x="1620" y="1"/>
                    <a:pt x="1560" y="1"/>
                    <a:pt x="148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2"/>
            <p:cNvSpPr/>
            <p:nvPr/>
          </p:nvSpPr>
          <p:spPr>
            <a:xfrm>
              <a:off x="4666950" y="3657525"/>
              <a:ext cx="11925" cy="12150"/>
            </a:xfrm>
            <a:custGeom>
              <a:rect b="b" l="l" r="r" t="t"/>
              <a:pathLst>
                <a:path extrusionOk="0" h="486" w="477">
                  <a:moveTo>
                    <a:pt x="233" y="1"/>
                  </a:moveTo>
                  <a:cubicBezTo>
                    <a:pt x="128" y="1"/>
                    <a:pt x="22" y="87"/>
                    <a:pt x="12" y="199"/>
                  </a:cubicBezTo>
                  <a:cubicBezTo>
                    <a:pt x="0" y="247"/>
                    <a:pt x="12" y="306"/>
                    <a:pt x="24" y="354"/>
                  </a:cubicBezTo>
                  <a:cubicBezTo>
                    <a:pt x="60" y="413"/>
                    <a:pt x="119" y="461"/>
                    <a:pt x="203" y="485"/>
                  </a:cubicBezTo>
                  <a:cubicBezTo>
                    <a:pt x="213" y="486"/>
                    <a:pt x="223" y="486"/>
                    <a:pt x="233" y="486"/>
                  </a:cubicBezTo>
                  <a:cubicBezTo>
                    <a:pt x="362" y="486"/>
                    <a:pt x="465" y="416"/>
                    <a:pt x="476" y="294"/>
                  </a:cubicBezTo>
                  <a:lnTo>
                    <a:pt x="476" y="187"/>
                  </a:lnTo>
                  <a:cubicBezTo>
                    <a:pt x="429" y="92"/>
                    <a:pt x="369" y="20"/>
                    <a:pt x="286" y="8"/>
                  </a:cubicBezTo>
                  <a:cubicBezTo>
                    <a:pt x="269" y="3"/>
                    <a:pt x="251" y="1"/>
                    <a:pt x="23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2"/>
            <p:cNvSpPr/>
            <p:nvPr/>
          </p:nvSpPr>
          <p:spPr>
            <a:xfrm>
              <a:off x="5526275" y="3907750"/>
              <a:ext cx="25325" cy="23650"/>
            </a:xfrm>
            <a:custGeom>
              <a:rect b="b" l="l" r="r" t="t"/>
              <a:pathLst>
                <a:path extrusionOk="0" h="946" w="1013">
                  <a:moveTo>
                    <a:pt x="512" y="1"/>
                  </a:moveTo>
                  <a:cubicBezTo>
                    <a:pt x="286" y="13"/>
                    <a:pt x="84" y="167"/>
                    <a:pt x="48" y="382"/>
                  </a:cubicBezTo>
                  <a:cubicBezTo>
                    <a:pt x="0" y="644"/>
                    <a:pt x="179" y="894"/>
                    <a:pt x="441" y="941"/>
                  </a:cubicBezTo>
                  <a:cubicBezTo>
                    <a:pt x="462" y="944"/>
                    <a:pt x="484" y="946"/>
                    <a:pt x="505" y="946"/>
                  </a:cubicBezTo>
                  <a:cubicBezTo>
                    <a:pt x="732" y="946"/>
                    <a:pt x="945" y="777"/>
                    <a:pt x="989" y="548"/>
                  </a:cubicBezTo>
                  <a:cubicBezTo>
                    <a:pt x="1012" y="370"/>
                    <a:pt x="941" y="191"/>
                    <a:pt x="798" y="84"/>
                  </a:cubicBezTo>
                  <a:cubicBezTo>
                    <a:pt x="739" y="48"/>
                    <a:pt x="679" y="13"/>
                    <a:pt x="58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2"/>
            <p:cNvSpPr/>
            <p:nvPr/>
          </p:nvSpPr>
          <p:spPr>
            <a:xfrm>
              <a:off x="6515675" y="3702325"/>
              <a:ext cx="35450" cy="33100"/>
            </a:xfrm>
            <a:custGeom>
              <a:rect b="b" l="l" r="r" t="t"/>
              <a:pathLst>
                <a:path extrusionOk="0" h="1324" w="1418">
                  <a:moveTo>
                    <a:pt x="679" y="0"/>
                  </a:moveTo>
                  <a:cubicBezTo>
                    <a:pt x="563" y="0"/>
                    <a:pt x="454" y="33"/>
                    <a:pt x="358" y="86"/>
                  </a:cubicBezTo>
                  <a:cubicBezTo>
                    <a:pt x="275" y="133"/>
                    <a:pt x="191" y="205"/>
                    <a:pt x="132" y="276"/>
                  </a:cubicBezTo>
                  <a:cubicBezTo>
                    <a:pt x="96" y="360"/>
                    <a:pt x="48" y="443"/>
                    <a:pt x="37" y="538"/>
                  </a:cubicBezTo>
                  <a:cubicBezTo>
                    <a:pt x="1" y="717"/>
                    <a:pt x="48" y="907"/>
                    <a:pt x="156" y="1038"/>
                  </a:cubicBezTo>
                  <a:cubicBezTo>
                    <a:pt x="215" y="1145"/>
                    <a:pt x="287" y="1205"/>
                    <a:pt x="370" y="1252"/>
                  </a:cubicBezTo>
                  <a:cubicBezTo>
                    <a:pt x="429" y="1276"/>
                    <a:pt x="513" y="1312"/>
                    <a:pt x="572" y="1312"/>
                  </a:cubicBezTo>
                  <a:cubicBezTo>
                    <a:pt x="608" y="1324"/>
                    <a:pt x="656" y="1324"/>
                    <a:pt x="703" y="1324"/>
                  </a:cubicBezTo>
                  <a:cubicBezTo>
                    <a:pt x="810" y="1324"/>
                    <a:pt x="894" y="1300"/>
                    <a:pt x="989" y="1252"/>
                  </a:cubicBezTo>
                  <a:cubicBezTo>
                    <a:pt x="1168" y="1157"/>
                    <a:pt x="1299" y="979"/>
                    <a:pt x="1346" y="776"/>
                  </a:cubicBezTo>
                  <a:cubicBezTo>
                    <a:pt x="1418" y="419"/>
                    <a:pt x="1168" y="62"/>
                    <a:pt x="810" y="14"/>
                  </a:cubicBezTo>
                  <a:cubicBezTo>
                    <a:pt x="766" y="5"/>
                    <a:pt x="722" y="0"/>
                    <a:pt x="67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2"/>
            <p:cNvSpPr/>
            <p:nvPr/>
          </p:nvSpPr>
          <p:spPr>
            <a:xfrm>
              <a:off x="6265350" y="3971075"/>
              <a:ext cx="33375" cy="33075"/>
            </a:xfrm>
            <a:custGeom>
              <a:rect b="b" l="l" r="r" t="t"/>
              <a:pathLst>
                <a:path extrusionOk="0" h="1323" w="1335">
                  <a:moveTo>
                    <a:pt x="652" y="1"/>
                  </a:moveTo>
                  <a:cubicBezTo>
                    <a:pt x="556" y="1"/>
                    <a:pt x="466" y="26"/>
                    <a:pt x="382" y="51"/>
                  </a:cubicBezTo>
                  <a:cubicBezTo>
                    <a:pt x="298" y="99"/>
                    <a:pt x="227" y="158"/>
                    <a:pt x="144" y="230"/>
                  </a:cubicBezTo>
                  <a:cubicBezTo>
                    <a:pt x="84" y="289"/>
                    <a:pt x="48" y="385"/>
                    <a:pt x="24" y="468"/>
                  </a:cubicBezTo>
                  <a:cubicBezTo>
                    <a:pt x="24" y="504"/>
                    <a:pt x="13" y="516"/>
                    <a:pt x="13" y="551"/>
                  </a:cubicBezTo>
                  <a:cubicBezTo>
                    <a:pt x="1" y="623"/>
                    <a:pt x="1" y="694"/>
                    <a:pt x="13" y="766"/>
                  </a:cubicBezTo>
                  <a:cubicBezTo>
                    <a:pt x="60" y="1039"/>
                    <a:pt x="263" y="1278"/>
                    <a:pt x="548" y="1301"/>
                  </a:cubicBezTo>
                  <a:cubicBezTo>
                    <a:pt x="595" y="1316"/>
                    <a:pt x="642" y="1322"/>
                    <a:pt x="689" y="1322"/>
                  </a:cubicBezTo>
                  <a:cubicBezTo>
                    <a:pt x="759" y="1322"/>
                    <a:pt x="829" y="1306"/>
                    <a:pt x="894" y="1278"/>
                  </a:cubicBezTo>
                  <a:cubicBezTo>
                    <a:pt x="977" y="1242"/>
                    <a:pt x="1072" y="1182"/>
                    <a:pt x="1144" y="1111"/>
                  </a:cubicBezTo>
                  <a:cubicBezTo>
                    <a:pt x="1251" y="1039"/>
                    <a:pt x="1310" y="920"/>
                    <a:pt x="1322" y="789"/>
                  </a:cubicBezTo>
                  <a:cubicBezTo>
                    <a:pt x="1334" y="706"/>
                    <a:pt x="1334" y="647"/>
                    <a:pt x="1322" y="575"/>
                  </a:cubicBezTo>
                  <a:cubicBezTo>
                    <a:pt x="1310" y="468"/>
                    <a:pt x="1275" y="385"/>
                    <a:pt x="1215" y="289"/>
                  </a:cubicBezTo>
                  <a:cubicBezTo>
                    <a:pt x="1179" y="218"/>
                    <a:pt x="1096" y="147"/>
                    <a:pt x="1025" y="99"/>
                  </a:cubicBezTo>
                  <a:cubicBezTo>
                    <a:pt x="953" y="51"/>
                    <a:pt x="858" y="27"/>
                    <a:pt x="775" y="16"/>
                  </a:cubicBezTo>
                  <a:cubicBezTo>
                    <a:pt x="733" y="5"/>
                    <a:pt x="692" y="1"/>
                    <a:pt x="65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2"/>
            <p:cNvSpPr/>
            <p:nvPr/>
          </p:nvSpPr>
          <p:spPr>
            <a:xfrm>
              <a:off x="6376075" y="3733725"/>
              <a:ext cx="25025" cy="23625"/>
            </a:xfrm>
            <a:custGeom>
              <a:rect b="b" l="l" r="r" t="t"/>
              <a:pathLst>
                <a:path extrusionOk="0" h="945" w="1001">
                  <a:moveTo>
                    <a:pt x="490" y="1"/>
                  </a:moveTo>
                  <a:cubicBezTo>
                    <a:pt x="268" y="1"/>
                    <a:pt x="56" y="168"/>
                    <a:pt x="25" y="401"/>
                  </a:cubicBezTo>
                  <a:cubicBezTo>
                    <a:pt x="25" y="425"/>
                    <a:pt x="1" y="473"/>
                    <a:pt x="1" y="497"/>
                  </a:cubicBezTo>
                  <a:cubicBezTo>
                    <a:pt x="1" y="604"/>
                    <a:pt x="48" y="699"/>
                    <a:pt x="108" y="770"/>
                  </a:cubicBezTo>
                  <a:cubicBezTo>
                    <a:pt x="179" y="830"/>
                    <a:pt x="263" y="889"/>
                    <a:pt x="358" y="913"/>
                  </a:cubicBezTo>
                  <a:cubicBezTo>
                    <a:pt x="370" y="913"/>
                    <a:pt x="394" y="937"/>
                    <a:pt x="406" y="937"/>
                  </a:cubicBezTo>
                  <a:cubicBezTo>
                    <a:pt x="436" y="941"/>
                    <a:pt x="467" y="944"/>
                    <a:pt x="497" y="944"/>
                  </a:cubicBezTo>
                  <a:cubicBezTo>
                    <a:pt x="550" y="944"/>
                    <a:pt x="603" y="936"/>
                    <a:pt x="656" y="913"/>
                  </a:cubicBezTo>
                  <a:cubicBezTo>
                    <a:pt x="810" y="854"/>
                    <a:pt x="929" y="723"/>
                    <a:pt x="953" y="556"/>
                  </a:cubicBezTo>
                  <a:cubicBezTo>
                    <a:pt x="1001" y="306"/>
                    <a:pt x="834" y="56"/>
                    <a:pt x="572" y="8"/>
                  </a:cubicBezTo>
                  <a:cubicBezTo>
                    <a:pt x="545" y="3"/>
                    <a:pt x="518" y="1"/>
                    <a:pt x="49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2"/>
            <p:cNvSpPr/>
            <p:nvPr/>
          </p:nvSpPr>
          <p:spPr>
            <a:xfrm>
              <a:off x="6507050" y="3935025"/>
              <a:ext cx="26225" cy="23850"/>
            </a:xfrm>
            <a:custGeom>
              <a:rect b="b" l="l" r="r" t="t"/>
              <a:pathLst>
                <a:path extrusionOk="0" h="954" w="1049">
                  <a:moveTo>
                    <a:pt x="532" y="0"/>
                  </a:moveTo>
                  <a:cubicBezTo>
                    <a:pt x="306" y="0"/>
                    <a:pt x="103" y="169"/>
                    <a:pt x="48" y="398"/>
                  </a:cubicBezTo>
                  <a:cubicBezTo>
                    <a:pt x="1" y="648"/>
                    <a:pt x="167" y="898"/>
                    <a:pt x="441" y="946"/>
                  </a:cubicBezTo>
                  <a:cubicBezTo>
                    <a:pt x="470" y="951"/>
                    <a:pt x="498" y="954"/>
                    <a:pt x="527" y="954"/>
                  </a:cubicBezTo>
                  <a:cubicBezTo>
                    <a:pt x="746" y="954"/>
                    <a:pt x="947" y="796"/>
                    <a:pt x="989" y="565"/>
                  </a:cubicBezTo>
                  <a:cubicBezTo>
                    <a:pt x="1048" y="291"/>
                    <a:pt x="870" y="53"/>
                    <a:pt x="596" y="5"/>
                  </a:cubicBezTo>
                  <a:cubicBezTo>
                    <a:pt x="574" y="2"/>
                    <a:pt x="553" y="0"/>
                    <a:pt x="53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2"/>
            <p:cNvSpPr/>
            <p:nvPr/>
          </p:nvSpPr>
          <p:spPr>
            <a:xfrm>
              <a:off x="5903100" y="3945425"/>
              <a:ext cx="25025" cy="23875"/>
            </a:xfrm>
            <a:custGeom>
              <a:rect b="b" l="l" r="r" t="t"/>
              <a:pathLst>
                <a:path extrusionOk="0" h="955" w="1001">
                  <a:moveTo>
                    <a:pt x="537" y="0"/>
                  </a:moveTo>
                  <a:cubicBezTo>
                    <a:pt x="497" y="0"/>
                    <a:pt x="457" y="6"/>
                    <a:pt x="417" y="6"/>
                  </a:cubicBezTo>
                  <a:cubicBezTo>
                    <a:pt x="322" y="30"/>
                    <a:pt x="227" y="89"/>
                    <a:pt x="167" y="160"/>
                  </a:cubicBezTo>
                  <a:cubicBezTo>
                    <a:pt x="108" y="220"/>
                    <a:pt x="60" y="303"/>
                    <a:pt x="48" y="399"/>
                  </a:cubicBezTo>
                  <a:cubicBezTo>
                    <a:pt x="1" y="601"/>
                    <a:pt x="120" y="815"/>
                    <a:pt x="298" y="899"/>
                  </a:cubicBezTo>
                  <a:cubicBezTo>
                    <a:pt x="346" y="922"/>
                    <a:pt x="382" y="934"/>
                    <a:pt x="441" y="946"/>
                  </a:cubicBezTo>
                  <a:cubicBezTo>
                    <a:pt x="471" y="951"/>
                    <a:pt x="500" y="954"/>
                    <a:pt x="529" y="954"/>
                  </a:cubicBezTo>
                  <a:cubicBezTo>
                    <a:pt x="570" y="954"/>
                    <a:pt x="609" y="948"/>
                    <a:pt x="644" y="934"/>
                  </a:cubicBezTo>
                  <a:cubicBezTo>
                    <a:pt x="656" y="934"/>
                    <a:pt x="679" y="922"/>
                    <a:pt x="691" y="922"/>
                  </a:cubicBezTo>
                  <a:cubicBezTo>
                    <a:pt x="798" y="887"/>
                    <a:pt x="870" y="815"/>
                    <a:pt x="929" y="720"/>
                  </a:cubicBezTo>
                  <a:cubicBezTo>
                    <a:pt x="929" y="708"/>
                    <a:pt x="941" y="696"/>
                    <a:pt x="941" y="684"/>
                  </a:cubicBezTo>
                  <a:cubicBezTo>
                    <a:pt x="953" y="637"/>
                    <a:pt x="977" y="601"/>
                    <a:pt x="989" y="541"/>
                  </a:cubicBezTo>
                  <a:cubicBezTo>
                    <a:pt x="1001" y="482"/>
                    <a:pt x="1001" y="446"/>
                    <a:pt x="989" y="387"/>
                  </a:cubicBezTo>
                  <a:cubicBezTo>
                    <a:pt x="977" y="303"/>
                    <a:pt x="941" y="232"/>
                    <a:pt x="882" y="172"/>
                  </a:cubicBezTo>
                  <a:cubicBezTo>
                    <a:pt x="810" y="101"/>
                    <a:pt x="727" y="41"/>
                    <a:pt x="596" y="6"/>
                  </a:cubicBezTo>
                  <a:cubicBezTo>
                    <a:pt x="576" y="2"/>
                    <a:pt x="556" y="0"/>
                    <a:pt x="53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2"/>
            <p:cNvSpPr/>
            <p:nvPr/>
          </p:nvSpPr>
          <p:spPr>
            <a:xfrm>
              <a:off x="5745650" y="3654300"/>
              <a:ext cx="23825" cy="23825"/>
            </a:xfrm>
            <a:custGeom>
              <a:rect b="b" l="l" r="r" t="t"/>
              <a:pathLst>
                <a:path extrusionOk="0" h="953" w="953">
                  <a:moveTo>
                    <a:pt x="471" y="0"/>
                  </a:moveTo>
                  <a:cubicBezTo>
                    <a:pt x="444" y="0"/>
                    <a:pt x="417" y="6"/>
                    <a:pt x="393" y="18"/>
                  </a:cubicBezTo>
                  <a:cubicBezTo>
                    <a:pt x="298" y="30"/>
                    <a:pt x="203" y="78"/>
                    <a:pt x="131" y="149"/>
                  </a:cubicBezTo>
                  <a:cubicBezTo>
                    <a:pt x="72" y="209"/>
                    <a:pt x="24" y="292"/>
                    <a:pt x="0" y="387"/>
                  </a:cubicBezTo>
                  <a:lnTo>
                    <a:pt x="0" y="423"/>
                  </a:lnTo>
                  <a:cubicBezTo>
                    <a:pt x="0" y="518"/>
                    <a:pt x="12" y="626"/>
                    <a:pt x="60" y="721"/>
                  </a:cubicBezTo>
                  <a:cubicBezTo>
                    <a:pt x="131" y="840"/>
                    <a:pt x="238" y="923"/>
                    <a:pt x="381" y="935"/>
                  </a:cubicBezTo>
                  <a:cubicBezTo>
                    <a:pt x="411" y="947"/>
                    <a:pt x="441" y="953"/>
                    <a:pt x="471" y="953"/>
                  </a:cubicBezTo>
                  <a:cubicBezTo>
                    <a:pt x="500" y="953"/>
                    <a:pt x="530" y="947"/>
                    <a:pt x="560" y="935"/>
                  </a:cubicBezTo>
                  <a:cubicBezTo>
                    <a:pt x="667" y="923"/>
                    <a:pt x="750" y="864"/>
                    <a:pt x="810" y="792"/>
                  </a:cubicBezTo>
                  <a:cubicBezTo>
                    <a:pt x="846" y="757"/>
                    <a:pt x="858" y="733"/>
                    <a:pt x="870" y="697"/>
                  </a:cubicBezTo>
                  <a:cubicBezTo>
                    <a:pt x="905" y="661"/>
                    <a:pt x="917" y="614"/>
                    <a:pt x="929" y="554"/>
                  </a:cubicBezTo>
                  <a:cubicBezTo>
                    <a:pt x="953" y="506"/>
                    <a:pt x="953" y="459"/>
                    <a:pt x="929" y="423"/>
                  </a:cubicBezTo>
                  <a:cubicBezTo>
                    <a:pt x="905" y="221"/>
                    <a:pt x="750" y="42"/>
                    <a:pt x="548" y="18"/>
                  </a:cubicBezTo>
                  <a:cubicBezTo>
                    <a:pt x="524" y="6"/>
                    <a:pt x="497" y="0"/>
                    <a:pt x="47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2"/>
            <p:cNvSpPr/>
            <p:nvPr/>
          </p:nvSpPr>
          <p:spPr>
            <a:xfrm>
              <a:off x="4724975" y="3627350"/>
              <a:ext cx="23850" cy="23175"/>
            </a:xfrm>
            <a:custGeom>
              <a:rect b="b" l="l" r="r" t="t"/>
              <a:pathLst>
                <a:path extrusionOk="0" h="927" w="954">
                  <a:moveTo>
                    <a:pt x="446" y="1"/>
                  </a:moveTo>
                  <a:cubicBezTo>
                    <a:pt x="336" y="1"/>
                    <a:pt x="241" y="44"/>
                    <a:pt x="168" y="108"/>
                  </a:cubicBezTo>
                  <a:cubicBezTo>
                    <a:pt x="120" y="144"/>
                    <a:pt x="84" y="191"/>
                    <a:pt x="60" y="251"/>
                  </a:cubicBezTo>
                  <a:cubicBezTo>
                    <a:pt x="48" y="287"/>
                    <a:pt x="13" y="334"/>
                    <a:pt x="13" y="382"/>
                  </a:cubicBezTo>
                  <a:cubicBezTo>
                    <a:pt x="1" y="453"/>
                    <a:pt x="1" y="513"/>
                    <a:pt x="13" y="572"/>
                  </a:cubicBezTo>
                  <a:cubicBezTo>
                    <a:pt x="60" y="751"/>
                    <a:pt x="191" y="882"/>
                    <a:pt x="382" y="918"/>
                  </a:cubicBezTo>
                  <a:cubicBezTo>
                    <a:pt x="416" y="924"/>
                    <a:pt x="450" y="926"/>
                    <a:pt x="482" y="926"/>
                  </a:cubicBezTo>
                  <a:cubicBezTo>
                    <a:pt x="581" y="926"/>
                    <a:pt x="667" y="898"/>
                    <a:pt x="739" y="834"/>
                  </a:cubicBezTo>
                  <a:cubicBezTo>
                    <a:pt x="822" y="811"/>
                    <a:pt x="882" y="739"/>
                    <a:pt x="906" y="632"/>
                  </a:cubicBezTo>
                  <a:cubicBezTo>
                    <a:pt x="918" y="608"/>
                    <a:pt x="918" y="584"/>
                    <a:pt x="918" y="561"/>
                  </a:cubicBezTo>
                  <a:cubicBezTo>
                    <a:pt x="953" y="441"/>
                    <a:pt x="918" y="334"/>
                    <a:pt x="858" y="227"/>
                  </a:cubicBezTo>
                  <a:cubicBezTo>
                    <a:pt x="799" y="132"/>
                    <a:pt x="715" y="49"/>
                    <a:pt x="596" y="25"/>
                  </a:cubicBezTo>
                  <a:cubicBezTo>
                    <a:pt x="584" y="25"/>
                    <a:pt x="560" y="13"/>
                    <a:pt x="549" y="13"/>
                  </a:cubicBezTo>
                  <a:cubicBezTo>
                    <a:pt x="513" y="5"/>
                    <a:pt x="479" y="1"/>
                    <a:pt x="44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2"/>
            <p:cNvSpPr/>
            <p:nvPr/>
          </p:nvSpPr>
          <p:spPr>
            <a:xfrm>
              <a:off x="5094675" y="3924725"/>
              <a:ext cx="25325" cy="23725"/>
            </a:xfrm>
            <a:custGeom>
              <a:rect b="b" l="l" r="r" t="t"/>
              <a:pathLst>
                <a:path extrusionOk="0" h="949" w="1013">
                  <a:moveTo>
                    <a:pt x="524" y="0"/>
                  </a:moveTo>
                  <a:cubicBezTo>
                    <a:pt x="417" y="0"/>
                    <a:pt x="334" y="36"/>
                    <a:pt x="239" y="96"/>
                  </a:cubicBezTo>
                  <a:cubicBezTo>
                    <a:pt x="131" y="167"/>
                    <a:pt x="60" y="274"/>
                    <a:pt x="48" y="393"/>
                  </a:cubicBezTo>
                  <a:cubicBezTo>
                    <a:pt x="0" y="643"/>
                    <a:pt x="167" y="893"/>
                    <a:pt x="429" y="941"/>
                  </a:cubicBezTo>
                  <a:cubicBezTo>
                    <a:pt x="459" y="946"/>
                    <a:pt x="489" y="949"/>
                    <a:pt x="518" y="949"/>
                  </a:cubicBezTo>
                  <a:cubicBezTo>
                    <a:pt x="746" y="949"/>
                    <a:pt x="946" y="792"/>
                    <a:pt x="989" y="560"/>
                  </a:cubicBezTo>
                  <a:cubicBezTo>
                    <a:pt x="1012" y="405"/>
                    <a:pt x="977" y="238"/>
                    <a:pt x="870" y="143"/>
                  </a:cubicBezTo>
                  <a:cubicBezTo>
                    <a:pt x="774" y="84"/>
                    <a:pt x="691" y="24"/>
                    <a:pt x="58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2"/>
            <p:cNvSpPr/>
            <p:nvPr/>
          </p:nvSpPr>
          <p:spPr>
            <a:xfrm>
              <a:off x="6464775" y="4572300"/>
              <a:ext cx="35450" cy="32975"/>
            </a:xfrm>
            <a:custGeom>
              <a:rect b="b" l="l" r="r" t="t"/>
              <a:pathLst>
                <a:path extrusionOk="0" h="1319" w="1418">
                  <a:moveTo>
                    <a:pt x="729" y="1"/>
                  </a:moveTo>
                  <a:cubicBezTo>
                    <a:pt x="680" y="1"/>
                    <a:pt x="630" y="9"/>
                    <a:pt x="584" y="29"/>
                  </a:cubicBezTo>
                  <a:cubicBezTo>
                    <a:pt x="525" y="41"/>
                    <a:pt x="477" y="53"/>
                    <a:pt x="418" y="89"/>
                  </a:cubicBezTo>
                  <a:cubicBezTo>
                    <a:pt x="322" y="136"/>
                    <a:pt x="251" y="208"/>
                    <a:pt x="191" y="279"/>
                  </a:cubicBezTo>
                  <a:cubicBezTo>
                    <a:pt x="132" y="351"/>
                    <a:pt x="84" y="446"/>
                    <a:pt x="72" y="553"/>
                  </a:cubicBezTo>
                  <a:cubicBezTo>
                    <a:pt x="1" y="910"/>
                    <a:pt x="251" y="1267"/>
                    <a:pt x="608" y="1303"/>
                  </a:cubicBezTo>
                  <a:cubicBezTo>
                    <a:pt x="653" y="1314"/>
                    <a:pt x="698" y="1319"/>
                    <a:pt x="743" y="1319"/>
                  </a:cubicBezTo>
                  <a:cubicBezTo>
                    <a:pt x="1051" y="1319"/>
                    <a:pt x="1328" y="1079"/>
                    <a:pt x="1370" y="767"/>
                  </a:cubicBezTo>
                  <a:cubicBezTo>
                    <a:pt x="1418" y="565"/>
                    <a:pt x="1358" y="374"/>
                    <a:pt x="1215" y="220"/>
                  </a:cubicBezTo>
                  <a:cubicBezTo>
                    <a:pt x="1180" y="160"/>
                    <a:pt x="1096" y="100"/>
                    <a:pt x="1001" y="53"/>
                  </a:cubicBezTo>
                  <a:cubicBezTo>
                    <a:pt x="953" y="41"/>
                    <a:pt x="918" y="29"/>
                    <a:pt x="882" y="17"/>
                  </a:cubicBezTo>
                  <a:lnTo>
                    <a:pt x="846" y="17"/>
                  </a:lnTo>
                  <a:cubicBezTo>
                    <a:pt x="809" y="6"/>
                    <a:pt x="769" y="1"/>
                    <a:pt x="72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2"/>
            <p:cNvSpPr/>
            <p:nvPr/>
          </p:nvSpPr>
          <p:spPr>
            <a:xfrm>
              <a:off x="6403775" y="3934525"/>
              <a:ext cx="13700" cy="13725"/>
            </a:xfrm>
            <a:custGeom>
              <a:rect b="b" l="l" r="r" t="t"/>
              <a:pathLst>
                <a:path extrusionOk="0" h="549" w="548">
                  <a:moveTo>
                    <a:pt x="295" y="0"/>
                  </a:moveTo>
                  <a:cubicBezTo>
                    <a:pt x="163" y="0"/>
                    <a:pt x="45" y="82"/>
                    <a:pt x="12" y="227"/>
                  </a:cubicBezTo>
                  <a:lnTo>
                    <a:pt x="12" y="251"/>
                  </a:lnTo>
                  <a:cubicBezTo>
                    <a:pt x="0" y="406"/>
                    <a:pt x="72" y="537"/>
                    <a:pt x="226" y="549"/>
                  </a:cubicBezTo>
                  <a:lnTo>
                    <a:pt x="250" y="549"/>
                  </a:lnTo>
                  <a:cubicBezTo>
                    <a:pt x="369" y="549"/>
                    <a:pt x="488" y="489"/>
                    <a:pt x="524" y="370"/>
                  </a:cubicBezTo>
                  <a:cubicBezTo>
                    <a:pt x="524" y="358"/>
                    <a:pt x="536" y="346"/>
                    <a:pt x="536" y="323"/>
                  </a:cubicBezTo>
                  <a:cubicBezTo>
                    <a:pt x="548" y="251"/>
                    <a:pt x="536" y="180"/>
                    <a:pt x="488" y="120"/>
                  </a:cubicBezTo>
                  <a:cubicBezTo>
                    <a:pt x="476" y="108"/>
                    <a:pt x="453" y="73"/>
                    <a:pt x="441" y="61"/>
                  </a:cubicBezTo>
                  <a:cubicBezTo>
                    <a:pt x="417" y="25"/>
                    <a:pt x="369" y="13"/>
                    <a:pt x="322" y="1"/>
                  </a:cubicBezTo>
                  <a:cubicBezTo>
                    <a:pt x="313" y="0"/>
                    <a:pt x="304" y="0"/>
                    <a:pt x="29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2"/>
            <p:cNvSpPr/>
            <p:nvPr/>
          </p:nvSpPr>
          <p:spPr>
            <a:xfrm>
              <a:off x="6161475" y="3834275"/>
              <a:ext cx="13725" cy="13075"/>
            </a:xfrm>
            <a:custGeom>
              <a:rect b="b" l="l" r="r" t="t"/>
              <a:pathLst>
                <a:path extrusionOk="0" h="523" w="549">
                  <a:moveTo>
                    <a:pt x="255" y="1"/>
                  </a:moveTo>
                  <a:cubicBezTo>
                    <a:pt x="211" y="1"/>
                    <a:pt x="165" y="18"/>
                    <a:pt x="131" y="35"/>
                  </a:cubicBezTo>
                  <a:cubicBezTo>
                    <a:pt x="60" y="70"/>
                    <a:pt x="0" y="142"/>
                    <a:pt x="0" y="213"/>
                  </a:cubicBezTo>
                  <a:lnTo>
                    <a:pt x="0" y="332"/>
                  </a:lnTo>
                  <a:lnTo>
                    <a:pt x="0" y="344"/>
                  </a:lnTo>
                  <a:cubicBezTo>
                    <a:pt x="36" y="439"/>
                    <a:pt x="108" y="511"/>
                    <a:pt x="215" y="523"/>
                  </a:cubicBezTo>
                  <a:lnTo>
                    <a:pt x="334" y="523"/>
                  </a:lnTo>
                  <a:cubicBezTo>
                    <a:pt x="358" y="511"/>
                    <a:pt x="405" y="499"/>
                    <a:pt x="429" y="487"/>
                  </a:cubicBezTo>
                  <a:cubicBezTo>
                    <a:pt x="489" y="439"/>
                    <a:pt x="524" y="380"/>
                    <a:pt x="536" y="320"/>
                  </a:cubicBezTo>
                  <a:cubicBezTo>
                    <a:pt x="548" y="249"/>
                    <a:pt x="536" y="189"/>
                    <a:pt x="512" y="142"/>
                  </a:cubicBezTo>
                  <a:cubicBezTo>
                    <a:pt x="465" y="70"/>
                    <a:pt x="405" y="23"/>
                    <a:pt x="310" y="11"/>
                  </a:cubicBezTo>
                  <a:cubicBezTo>
                    <a:pt x="293" y="4"/>
                    <a:pt x="274" y="1"/>
                    <a:pt x="25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2"/>
            <p:cNvSpPr/>
            <p:nvPr/>
          </p:nvSpPr>
          <p:spPr>
            <a:xfrm>
              <a:off x="6281425" y="3778100"/>
              <a:ext cx="13425" cy="13675"/>
            </a:xfrm>
            <a:custGeom>
              <a:rect b="b" l="l" r="r" t="t"/>
              <a:pathLst>
                <a:path extrusionOk="0" h="547" w="537">
                  <a:moveTo>
                    <a:pt x="266" y="1"/>
                  </a:moveTo>
                  <a:cubicBezTo>
                    <a:pt x="144" y="1"/>
                    <a:pt x="33" y="99"/>
                    <a:pt x="13" y="234"/>
                  </a:cubicBezTo>
                  <a:cubicBezTo>
                    <a:pt x="1" y="305"/>
                    <a:pt x="13" y="365"/>
                    <a:pt x="60" y="424"/>
                  </a:cubicBezTo>
                  <a:cubicBezTo>
                    <a:pt x="84" y="484"/>
                    <a:pt x="143" y="531"/>
                    <a:pt x="215" y="543"/>
                  </a:cubicBezTo>
                  <a:cubicBezTo>
                    <a:pt x="231" y="546"/>
                    <a:pt x="247" y="547"/>
                    <a:pt x="262" y="547"/>
                  </a:cubicBezTo>
                  <a:cubicBezTo>
                    <a:pt x="398" y="547"/>
                    <a:pt x="515" y="456"/>
                    <a:pt x="536" y="317"/>
                  </a:cubicBezTo>
                  <a:lnTo>
                    <a:pt x="536" y="198"/>
                  </a:lnTo>
                  <a:cubicBezTo>
                    <a:pt x="501" y="91"/>
                    <a:pt x="429" y="19"/>
                    <a:pt x="322" y="7"/>
                  </a:cubicBezTo>
                  <a:cubicBezTo>
                    <a:pt x="303" y="3"/>
                    <a:pt x="285" y="1"/>
                    <a:pt x="26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2"/>
            <p:cNvSpPr/>
            <p:nvPr/>
          </p:nvSpPr>
          <p:spPr>
            <a:xfrm>
              <a:off x="5725700" y="3689500"/>
              <a:ext cx="14625" cy="13575"/>
            </a:xfrm>
            <a:custGeom>
              <a:rect b="b" l="l" r="r" t="t"/>
              <a:pathLst>
                <a:path extrusionOk="0" h="543" w="585">
                  <a:moveTo>
                    <a:pt x="305" y="0"/>
                  </a:moveTo>
                  <a:cubicBezTo>
                    <a:pt x="175" y="0"/>
                    <a:pt x="47" y="100"/>
                    <a:pt x="36" y="230"/>
                  </a:cubicBezTo>
                  <a:cubicBezTo>
                    <a:pt x="1" y="384"/>
                    <a:pt x="108" y="527"/>
                    <a:pt x="263" y="539"/>
                  </a:cubicBezTo>
                  <a:cubicBezTo>
                    <a:pt x="277" y="542"/>
                    <a:pt x="292" y="543"/>
                    <a:pt x="307" y="543"/>
                  </a:cubicBezTo>
                  <a:cubicBezTo>
                    <a:pt x="436" y="543"/>
                    <a:pt x="561" y="453"/>
                    <a:pt x="572" y="325"/>
                  </a:cubicBezTo>
                  <a:cubicBezTo>
                    <a:pt x="584" y="182"/>
                    <a:pt x="501" y="39"/>
                    <a:pt x="346" y="3"/>
                  </a:cubicBezTo>
                  <a:cubicBezTo>
                    <a:pt x="332" y="1"/>
                    <a:pt x="319" y="0"/>
                    <a:pt x="30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2"/>
            <p:cNvSpPr/>
            <p:nvPr/>
          </p:nvSpPr>
          <p:spPr>
            <a:xfrm>
              <a:off x="5008050" y="3646000"/>
              <a:ext cx="14325" cy="13600"/>
            </a:xfrm>
            <a:custGeom>
              <a:rect b="b" l="l" r="r" t="t"/>
              <a:pathLst>
                <a:path extrusionOk="0" h="544" w="573">
                  <a:moveTo>
                    <a:pt x="295" y="1"/>
                  </a:moveTo>
                  <a:cubicBezTo>
                    <a:pt x="233" y="1"/>
                    <a:pt x="166" y="18"/>
                    <a:pt x="120" y="65"/>
                  </a:cubicBezTo>
                  <a:cubicBezTo>
                    <a:pt x="96" y="88"/>
                    <a:pt x="60" y="124"/>
                    <a:pt x="48" y="148"/>
                  </a:cubicBezTo>
                  <a:cubicBezTo>
                    <a:pt x="36" y="172"/>
                    <a:pt x="36" y="196"/>
                    <a:pt x="13" y="231"/>
                  </a:cubicBezTo>
                  <a:cubicBezTo>
                    <a:pt x="1" y="315"/>
                    <a:pt x="36" y="386"/>
                    <a:pt x="72" y="446"/>
                  </a:cubicBezTo>
                  <a:cubicBezTo>
                    <a:pt x="120" y="493"/>
                    <a:pt x="167" y="529"/>
                    <a:pt x="239" y="541"/>
                  </a:cubicBezTo>
                  <a:lnTo>
                    <a:pt x="275" y="541"/>
                  </a:lnTo>
                  <a:cubicBezTo>
                    <a:pt x="286" y="542"/>
                    <a:pt x="298" y="543"/>
                    <a:pt x="310" y="543"/>
                  </a:cubicBezTo>
                  <a:cubicBezTo>
                    <a:pt x="393" y="543"/>
                    <a:pt x="471" y="507"/>
                    <a:pt x="513" y="434"/>
                  </a:cubicBezTo>
                  <a:cubicBezTo>
                    <a:pt x="536" y="410"/>
                    <a:pt x="548" y="362"/>
                    <a:pt x="548" y="327"/>
                  </a:cubicBezTo>
                  <a:cubicBezTo>
                    <a:pt x="572" y="291"/>
                    <a:pt x="548" y="231"/>
                    <a:pt x="536" y="184"/>
                  </a:cubicBezTo>
                  <a:cubicBezTo>
                    <a:pt x="525" y="124"/>
                    <a:pt x="477" y="65"/>
                    <a:pt x="417" y="29"/>
                  </a:cubicBezTo>
                  <a:cubicBezTo>
                    <a:pt x="394" y="17"/>
                    <a:pt x="370" y="5"/>
                    <a:pt x="346" y="5"/>
                  </a:cubicBezTo>
                  <a:cubicBezTo>
                    <a:pt x="330" y="2"/>
                    <a:pt x="313" y="1"/>
                    <a:pt x="29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2"/>
            <p:cNvSpPr/>
            <p:nvPr/>
          </p:nvSpPr>
          <p:spPr>
            <a:xfrm>
              <a:off x="5802500" y="3765075"/>
              <a:ext cx="14600" cy="13325"/>
            </a:xfrm>
            <a:custGeom>
              <a:rect b="b" l="l" r="r" t="t"/>
              <a:pathLst>
                <a:path extrusionOk="0" h="533" w="584">
                  <a:moveTo>
                    <a:pt x="272" y="0"/>
                  </a:moveTo>
                  <a:cubicBezTo>
                    <a:pt x="159" y="0"/>
                    <a:pt x="54" y="69"/>
                    <a:pt x="12" y="183"/>
                  </a:cubicBezTo>
                  <a:cubicBezTo>
                    <a:pt x="12" y="195"/>
                    <a:pt x="0" y="219"/>
                    <a:pt x="0" y="219"/>
                  </a:cubicBezTo>
                  <a:cubicBezTo>
                    <a:pt x="0" y="362"/>
                    <a:pt x="84" y="517"/>
                    <a:pt x="239" y="528"/>
                  </a:cubicBezTo>
                  <a:cubicBezTo>
                    <a:pt x="255" y="531"/>
                    <a:pt x="273" y="533"/>
                    <a:pt x="291" y="533"/>
                  </a:cubicBezTo>
                  <a:cubicBezTo>
                    <a:pt x="347" y="533"/>
                    <a:pt x="405" y="517"/>
                    <a:pt x="441" y="481"/>
                  </a:cubicBezTo>
                  <a:cubicBezTo>
                    <a:pt x="489" y="433"/>
                    <a:pt x="536" y="397"/>
                    <a:pt x="548" y="314"/>
                  </a:cubicBezTo>
                  <a:cubicBezTo>
                    <a:pt x="584" y="171"/>
                    <a:pt x="489" y="40"/>
                    <a:pt x="346" y="5"/>
                  </a:cubicBezTo>
                  <a:lnTo>
                    <a:pt x="322" y="5"/>
                  </a:lnTo>
                  <a:cubicBezTo>
                    <a:pt x="305" y="1"/>
                    <a:pt x="288" y="0"/>
                    <a:pt x="27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2"/>
            <p:cNvSpPr/>
            <p:nvPr/>
          </p:nvSpPr>
          <p:spPr>
            <a:xfrm>
              <a:off x="6023950" y="3621525"/>
              <a:ext cx="14325" cy="13675"/>
            </a:xfrm>
            <a:custGeom>
              <a:rect b="b" l="l" r="r" t="t"/>
              <a:pathLst>
                <a:path extrusionOk="0" h="547" w="573">
                  <a:moveTo>
                    <a:pt x="262" y="1"/>
                  </a:moveTo>
                  <a:cubicBezTo>
                    <a:pt x="132" y="1"/>
                    <a:pt x="23" y="98"/>
                    <a:pt x="13" y="222"/>
                  </a:cubicBezTo>
                  <a:cubicBezTo>
                    <a:pt x="1" y="377"/>
                    <a:pt x="72" y="520"/>
                    <a:pt x="239" y="544"/>
                  </a:cubicBezTo>
                  <a:cubicBezTo>
                    <a:pt x="252" y="546"/>
                    <a:pt x="266" y="547"/>
                    <a:pt x="279" y="547"/>
                  </a:cubicBezTo>
                  <a:cubicBezTo>
                    <a:pt x="410" y="547"/>
                    <a:pt x="538" y="447"/>
                    <a:pt x="548" y="317"/>
                  </a:cubicBezTo>
                  <a:cubicBezTo>
                    <a:pt x="572" y="163"/>
                    <a:pt x="465" y="20"/>
                    <a:pt x="322" y="8"/>
                  </a:cubicBezTo>
                  <a:cubicBezTo>
                    <a:pt x="302" y="3"/>
                    <a:pt x="282" y="1"/>
                    <a:pt x="26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5716175" y="3810850"/>
              <a:ext cx="13725" cy="13675"/>
            </a:xfrm>
            <a:custGeom>
              <a:rect b="b" l="l" r="r" t="t"/>
              <a:pathLst>
                <a:path extrusionOk="0" h="547" w="549">
                  <a:moveTo>
                    <a:pt x="266" y="0"/>
                  </a:moveTo>
                  <a:cubicBezTo>
                    <a:pt x="141" y="0"/>
                    <a:pt x="23" y="99"/>
                    <a:pt x="13" y="233"/>
                  </a:cubicBezTo>
                  <a:lnTo>
                    <a:pt x="13" y="257"/>
                  </a:lnTo>
                  <a:cubicBezTo>
                    <a:pt x="1" y="388"/>
                    <a:pt x="84" y="507"/>
                    <a:pt x="227" y="543"/>
                  </a:cubicBezTo>
                  <a:cubicBezTo>
                    <a:pt x="242" y="545"/>
                    <a:pt x="256" y="547"/>
                    <a:pt x="271" y="547"/>
                  </a:cubicBezTo>
                  <a:cubicBezTo>
                    <a:pt x="400" y="547"/>
                    <a:pt x="526" y="456"/>
                    <a:pt x="536" y="317"/>
                  </a:cubicBezTo>
                  <a:cubicBezTo>
                    <a:pt x="548" y="198"/>
                    <a:pt x="501" y="79"/>
                    <a:pt x="394" y="31"/>
                  </a:cubicBezTo>
                  <a:cubicBezTo>
                    <a:pt x="370" y="19"/>
                    <a:pt x="358" y="7"/>
                    <a:pt x="322" y="7"/>
                  </a:cubicBezTo>
                  <a:cubicBezTo>
                    <a:pt x="303" y="2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3"/>
          <p:cNvGrpSpPr/>
          <p:nvPr/>
        </p:nvGrpSpPr>
        <p:grpSpPr>
          <a:xfrm rot="10800000">
            <a:off x="-22204" y="145"/>
            <a:ext cx="2094212" cy="1053578"/>
            <a:chOff x="4905075" y="2588800"/>
            <a:chExt cx="982875" cy="494475"/>
          </a:xfrm>
        </p:grpSpPr>
        <p:sp>
          <p:nvSpPr>
            <p:cNvPr id="178" name="Google Shape;178;p13"/>
            <p:cNvSpPr/>
            <p:nvPr/>
          </p:nvSpPr>
          <p:spPr>
            <a:xfrm>
              <a:off x="5082475" y="3000200"/>
              <a:ext cx="30675" cy="83075"/>
            </a:xfrm>
            <a:custGeom>
              <a:rect b="b" l="l" r="r" t="t"/>
              <a:pathLst>
                <a:path extrusionOk="0" h="3323" w="1227">
                  <a:moveTo>
                    <a:pt x="1048" y="1"/>
                  </a:moveTo>
                  <a:lnTo>
                    <a:pt x="0" y="3322"/>
                  </a:lnTo>
                  <a:lnTo>
                    <a:pt x="191" y="3322"/>
                  </a:lnTo>
                  <a:lnTo>
                    <a:pt x="1227" y="48"/>
                  </a:lnTo>
                  <a:cubicBezTo>
                    <a:pt x="1167" y="48"/>
                    <a:pt x="1108" y="36"/>
                    <a:pt x="1048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4905075" y="3083250"/>
              <a:ext cx="300" cy="25"/>
            </a:xfrm>
            <a:custGeom>
              <a:rect b="b" l="l" r="r" t="t"/>
              <a:pathLst>
                <a:path extrusionOk="0" fill="none" h="1" w="12">
                  <a:moveTo>
                    <a:pt x="12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5122050" y="2993050"/>
              <a:ext cx="87550" cy="45875"/>
            </a:xfrm>
            <a:custGeom>
              <a:rect b="b" l="l" r="r" t="t"/>
              <a:pathLst>
                <a:path extrusionOk="0" h="1835" w="3502">
                  <a:moveTo>
                    <a:pt x="72" y="1"/>
                  </a:moveTo>
                  <a:cubicBezTo>
                    <a:pt x="60" y="60"/>
                    <a:pt x="36" y="108"/>
                    <a:pt x="1" y="156"/>
                  </a:cubicBezTo>
                  <a:lnTo>
                    <a:pt x="3501" y="1834"/>
                  </a:lnTo>
                  <a:lnTo>
                    <a:pt x="3442" y="160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5213425" y="3035925"/>
              <a:ext cx="97675" cy="47050"/>
            </a:xfrm>
            <a:custGeom>
              <a:rect b="b" l="l" r="r" t="t"/>
              <a:pathLst>
                <a:path extrusionOk="0" h="1882" w="3907">
                  <a:moveTo>
                    <a:pt x="1" y="0"/>
                  </a:moveTo>
                  <a:lnTo>
                    <a:pt x="61" y="227"/>
                  </a:lnTo>
                  <a:lnTo>
                    <a:pt x="3501" y="1881"/>
                  </a:lnTo>
                  <a:lnTo>
                    <a:pt x="3906" y="188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4919950" y="2993050"/>
              <a:ext cx="185175" cy="90225"/>
            </a:xfrm>
            <a:custGeom>
              <a:rect b="b" l="l" r="r" t="t"/>
              <a:pathLst>
                <a:path extrusionOk="0" h="3609" w="7407">
                  <a:moveTo>
                    <a:pt x="7335" y="1"/>
                  </a:moveTo>
                  <a:lnTo>
                    <a:pt x="0" y="3608"/>
                  </a:lnTo>
                  <a:lnTo>
                    <a:pt x="417" y="3608"/>
                  </a:lnTo>
                  <a:lnTo>
                    <a:pt x="7406" y="179"/>
                  </a:lnTo>
                  <a:cubicBezTo>
                    <a:pt x="7394" y="167"/>
                    <a:pt x="7394" y="156"/>
                    <a:pt x="7382" y="156"/>
                  </a:cubicBezTo>
                  <a:cubicBezTo>
                    <a:pt x="7370" y="96"/>
                    <a:pt x="7347" y="48"/>
                    <a:pt x="733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4909525" y="2607000"/>
              <a:ext cx="182500" cy="476275"/>
            </a:xfrm>
            <a:custGeom>
              <a:rect b="b" l="l" r="r" t="t"/>
              <a:pathLst>
                <a:path extrusionOk="0" h="19051" w="7300">
                  <a:moveTo>
                    <a:pt x="7121" y="0"/>
                  </a:moveTo>
                  <a:lnTo>
                    <a:pt x="1" y="19050"/>
                  </a:lnTo>
                  <a:lnTo>
                    <a:pt x="191" y="19050"/>
                  </a:lnTo>
                  <a:lnTo>
                    <a:pt x="7299" y="60"/>
                  </a:lnTo>
                  <a:cubicBezTo>
                    <a:pt x="7240" y="48"/>
                    <a:pt x="7192" y="24"/>
                    <a:pt x="712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5113425" y="2823400"/>
              <a:ext cx="33075" cy="158075"/>
            </a:xfrm>
            <a:custGeom>
              <a:rect b="b" l="l" r="r" t="t"/>
              <a:pathLst>
                <a:path extrusionOk="0" h="6323" w="1323">
                  <a:moveTo>
                    <a:pt x="1143" y="0"/>
                  </a:moveTo>
                  <a:lnTo>
                    <a:pt x="0" y="6299"/>
                  </a:lnTo>
                  <a:cubicBezTo>
                    <a:pt x="60" y="6299"/>
                    <a:pt x="120" y="6311"/>
                    <a:pt x="179" y="6322"/>
                  </a:cubicBezTo>
                  <a:lnTo>
                    <a:pt x="1322" y="36"/>
                  </a:lnTo>
                  <a:cubicBezTo>
                    <a:pt x="1263" y="36"/>
                    <a:pt x="1203" y="24"/>
                    <a:pt x="114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5201525" y="2989775"/>
              <a:ext cx="925" cy="1225"/>
            </a:xfrm>
            <a:custGeom>
              <a:rect b="b" l="l" r="r" t="t"/>
              <a:pathLst>
                <a:path extrusionOk="0" h="49" w="37">
                  <a:moveTo>
                    <a:pt x="13" y="1"/>
                  </a:moveTo>
                  <a:cubicBezTo>
                    <a:pt x="13" y="13"/>
                    <a:pt x="1" y="37"/>
                    <a:pt x="1" y="48"/>
                  </a:cubicBezTo>
                  <a:lnTo>
                    <a:pt x="36" y="48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5156275" y="2820425"/>
              <a:ext cx="44975" cy="165800"/>
            </a:xfrm>
            <a:custGeom>
              <a:rect b="b" l="l" r="r" t="t"/>
              <a:pathLst>
                <a:path extrusionOk="0" h="6632" w="1799">
                  <a:moveTo>
                    <a:pt x="144" y="0"/>
                  </a:moveTo>
                  <a:cubicBezTo>
                    <a:pt x="132" y="24"/>
                    <a:pt x="120" y="36"/>
                    <a:pt x="96" y="36"/>
                  </a:cubicBezTo>
                  <a:cubicBezTo>
                    <a:pt x="72" y="48"/>
                    <a:pt x="25" y="84"/>
                    <a:pt x="1" y="95"/>
                  </a:cubicBezTo>
                  <a:lnTo>
                    <a:pt x="1608" y="6584"/>
                  </a:lnTo>
                  <a:cubicBezTo>
                    <a:pt x="1627" y="6573"/>
                    <a:pt x="1649" y="6568"/>
                    <a:pt x="1671" y="6568"/>
                  </a:cubicBezTo>
                  <a:cubicBezTo>
                    <a:pt x="1718" y="6568"/>
                    <a:pt x="1766" y="6591"/>
                    <a:pt x="1799" y="6632"/>
                  </a:cubicBezTo>
                  <a:lnTo>
                    <a:pt x="156" y="48"/>
                  </a:lnTo>
                  <a:cubicBezTo>
                    <a:pt x="156" y="36"/>
                    <a:pt x="144" y="12"/>
                    <a:pt x="14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5198850" y="2995450"/>
              <a:ext cx="26525" cy="87825"/>
            </a:xfrm>
            <a:custGeom>
              <a:rect b="b" l="l" r="r" t="t"/>
              <a:pathLst>
                <a:path extrusionOk="0" h="3513" w="1061">
                  <a:moveTo>
                    <a:pt x="1" y="0"/>
                  </a:moveTo>
                  <a:lnTo>
                    <a:pt x="382" y="1512"/>
                  </a:lnTo>
                  <a:lnTo>
                    <a:pt x="441" y="1750"/>
                  </a:lnTo>
                  <a:lnTo>
                    <a:pt x="870" y="3512"/>
                  </a:lnTo>
                  <a:lnTo>
                    <a:pt x="1060" y="3512"/>
                  </a:lnTo>
                  <a:lnTo>
                    <a:pt x="644" y="1857"/>
                  </a:lnTo>
                  <a:lnTo>
                    <a:pt x="584" y="1619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5123550" y="2988600"/>
              <a:ext cx="175625" cy="8950"/>
            </a:xfrm>
            <a:custGeom>
              <a:rect b="b" l="l" r="r" t="t"/>
              <a:pathLst>
                <a:path extrusionOk="0" h="358" w="7025">
                  <a:moveTo>
                    <a:pt x="0" y="0"/>
                  </a:moveTo>
                  <a:lnTo>
                    <a:pt x="0" y="0"/>
                  </a:lnTo>
                  <a:cubicBezTo>
                    <a:pt x="12" y="60"/>
                    <a:pt x="12" y="119"/>
                    <a:pt x="0" y="179"/>
                  </a:cubicBezTo>
                  <a:lnTo>
                    <a:pt x="24" y="179"/>
                  </a:lnTo>
                  <a:lnTo>
                    <a:pt x="3001" y="262"/>
                  </a:lnTo>
                  <a:lnTo>
                    <a:pt x="3191" y="262"/>
                  </a:lnTo>
                  <a:lnTo>
                    <a:pt x="6989" y="357"/>
                  </a:lnTo>
                  <a:lnTo>
                    <a:pt x="6977" y="286"/>
                  </a:lnTo>
                  <a:lnTo>
                    <a:pt x="6977" y="274"/>
                  </a:lnTo>
                  <a:lnTo>
                    <a:pt x="6977" y="262"/>
                  </a:lnTo>
                  <a:lnTo>
                    <a:pt x="6977" y="238"/>
                  </a:lnTo>
                  <a:lnTo>
                    <a:pt x="6977" y="226"/>
                  </a:lnTo>
                  <a:cubicBezTo>
                    <a:pt x="6977" y="226"/>
                    <a:pt x="6977" y="215"/>
                    <a:pt x="6989" y="215"/>
                  </a:cubicBezTo>
                  <a:lnTo>
                    <a:pt x="7025" y="167"/>
                  </a:lnTo>
                  <a:lnTo>
                    <a:pt x="3155" y="60"/>
                  </a:lnTo>
                  <a:lnTo>
                    <a:pt x="3120" y="95"/>
                  </a:lnTo>
                  <a:cubicBezTo>
                    <a:pt x="3108" y="119"/>
                    <a:pt x="3096" y="131"/>
                    <a:pt x="3060" y="155"/>
                  </a:cubicBezTo>
                  <a:cubicBezTo>
                    <a:pt x="3038" y="166"/>
                    <a:pt x="3013" y="171"/>
                    <a:pt x="2986" y="171"/>
                  </a:cubicBezTo>
                  <a:cubicBezTo>
                    <a:pt x="2927" y="171"/>
                    <a:pt x="2863" y="145"/>
                    <a:pt x="2822" y="95"/>
                  </a:cubicBezTo>
                  <a:lnTo>
                    <a:pt x="2822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5302725" y="2995150"/>
              <a:ext cx="138750" cy="88125"/>
            </a:xfrm>
            <a:custGeom>
              <a:rect b="b" l="l" r="r" t="t"/>
              <a:pathLst>
                <a:path extrusionOk="0" h="3525" w="5550">
                  <a:moveTo>
                    <a:pt x="37" y="0"/>
                  </a:moveTo>
                  <a:lnTo>
                    <a:pt x="1" y="36"/>
                  </a:lnTo>
                  <a:lnTo>
                    <a:pt x="37" y="214"/>
                  </a:lnTo>
                  <a:lnTo>
                    <a:pt x="5216" y="3524"/>
                  </a:lnTo>
                  <a:lnTo>
                    <a:pt x="5549" y="352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5297675" y="2995725"/>
              <a:ext cx="21750" cy="84275"/>
            </a:xfrm>
            <a:custGeom>
              <a:rect b="b" l="l" r="r" t="t"/>
              <a:pathLst>
                <a:path extrusionOk="0" h="3371" w="870">
                  <a:moveTo>
                    <a:pt x="191" y="1"/>
                  </a:moveTo>
                  <a:lnTo>
                    <a:pt x="179" y="49"/>
                  </a:lnTo>
                  <a:cubicBezTo>
                    <a:pt x="156" y="72"/>
                    <a:pt x="122" y="90"/>
                    <a:pt x="89" y="90"/>
                  </a:cubicBezTo>
                  <a:cubicBezTo>
                    <a:pt x="71" y="90"/>
                    <a:pt x="53" y="85"/>
                    <a:pt x="36" y="72"/>
                  </a:cubicBezTo>
                  <a:cubicBezTo>
                    <a:pt x="12" y="60"/>
                    <a:pt x="12" y="37"/>
                    <a:pt x="0" y="13"/>
                  </a:cubicBezTo>
                  <a:lnTo>
                    <a:pt x="0" y="13"/>
                  </a:lnTo>
                  <a:lnTo>
                    <a:pt x="12" y="96"/>
                  </a:lnTo>
                  <a:lnTo>
                    <a:pt x="691" y="3370"/>
                  </a:lnTo>
                  <a:cubicBezTo>
                    <a:pt x="751" y="3335"/>
                    <a:pt x="810" y="3335"/>
                    <a:pt x="870" y="3335"/>
                  </a:cubicBezTo>
                  <a:lnTo>
                    <a:pt x="215" y="180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5349175" y="2817450"/>
              <a:ext cx="69375" cy="103300"/>
            </a:xfrm>
            <a:custGeom>
              <a:rect b="b" l="l" r="r" t="t"/>
              <a:pathLst>
                <a:path extrusionOk="0" h="4132" w="2775">
                  <a:moveTo>
                    <a:pt x="2620" y="0"/>
                  </a:moveTo>
                  <a:lnTo>
                    <a:pt x="0" y="3977"/>
                  </a:lnTo>
                  <a:lnTo>
                    <a:pt x="119" y="4132"/>
                  </a:lnTo>
                  <a:lnTo>
                    <a:pt x="2774" y="95"/>
                  </a:lnTo>
                  <a:cubicBezTo>
                    <a:pt x="2715" y="72"/>
                    <a:pt x="2667" y="36"/>
                    <a:pt x="262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5297975" y="2921625"/>
              <a:ext cx="51825" cy="76825"/>
            </a:xfrm>
            <a:custGeom>
              <a:rect b="b" l="l" r="r" t="t"/>
              <a:pathLst>
                <a:path extrusionOk="0" h="3073" w="2073">
                  <a:moveTo>
                    <a:pt x="1953" y="0"/>
                  </a:moveTo>
                  <a:lnTo>
                    <a:pt x="48" y="2882"/>
                  </a:lnTo>
                  <a:lnTo>
                    <a:pt x="12" y="2917"/>
                  </a:lnTo>
                  <a:cubicBezTo>
                    <a:pt x="12" y="2917"/>
                    <a:pt x="12" y="2941"/>
                    <a:pt x="0" y="2941"/>
                  </a:cubicBezTo>
                  <a:lnTo>
                    <a:pt x="0" y="2953"/>
                  </a:lnTo>
                  <a:lnTo>
                    <a:pt x="0" y="2965"/>
                  </a:lnTo>
                  <a:lnTo>
                    <a:pt x="0" y="2977"/>
                  </a:lnTo>
                  <a:lnTo>
                    <a:pt x="0" y="3001"/>
                  </a:lnTo>
                  <a:cubicBezTo>
                    <a:pt x="0" y="3024"/>
                    <a:pt x="12" y="3036"/>
                    <a:pt x="48" y="3060"/>
                  </a:cubicBezTo>
                  <a:cubicBezTo>
                    <a:pt x="60" y="3068"/>
                    <a:pt x="74" y="3072"/>
                    <a:pt x="90" y="3072"/>
                  </a:cubicBezTo>
                  <a:cubicBezTo>
                    <a:pt x="121" y="3072"/>
                    <a:pt x="155" y="3056"/>
                    <a:pt x="179" y="3024"/>
                  </a:cubicBezTo>
                  <a:lnTo>
                    <a:pt x="191" y="2989"/>
                  </a:lnTo>
                  <a:lnTo>
                    <a:pt x="227" y="2953"/>
                  </a:lnTo>
                  <a:lnTo>
                    <a:pt x="2072" y="155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5247975" y="2787475"/>
              <a:ext cx="2700" cy="1425"/>
            </a:xfrm>
            <a:custGeom>
              <a:rect b="b" l="l" r="r" t="t"/>
              <a:pathLst>
                <a:path extrusionOk="0" h="57" w="108">
                  <a:moveTo>
                    <a:pt x="48" y="1"/>
                  </a:moveTo>
                  <a:cubicBezTo>
                    <a:pt x="32" y="1"/>
                    <a:pt x="15" y="4"/>
                    <a:pt x="0" y="8"/>
                  </a:cubicBezTo>
                  <a:lnTo>
                    <a:pt x="48" y="56"/>
                  </a:lnTo>
                  <a:cubicBezTo>
                    <a:pt x="60" y="44"/>
                    <a:pt x="95" y="44"/>
                    <a:pt x="107" y="20"/>
                  </a:cubicBezTo>
                  <a:cubicBezTo>
                    <a:pt x="93" y="6"/>
                    <a:pt x="71" y="1"/>
                    <a:pt x="48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5264925" y="2810300"/>
              <a:ext cx="211375" cy="272375"/>
            </a:xfrm>
            <a:custGeom>
              <a:rect b="b" l="l" r="r" t="t"/>
              <a:pathLst>
                <a:path extrusionOk="0" h="10895" w="8455">
                  <a:moveTo>
                    <a:pt x="132" y="0"/>
                  </a:moveTo>
                  <a:cubicBezTo>
                    <a:pt x="84" y="48"/>
                    <a:pt x="36" y="96"/>
                    <a:pt x="1" y="119"/>
                  </a:cubicBezTo>
                  <a:lnTo>
                    <a:pt x="3287" y="4429"/>
                  </a:lnTo>
                  <a:lnTo>
                    <a:pt x="3406" y="4572"/>
                  </a:lnTo>
                  <a:lnTo>
                    <a:pt x="8228" y="10895"/>
                  </a:lnTo>
                  <a:lnTo>
                    <a:pt x="8454" y="10895"/>
                  </a:lnTo>
                  <a:lnTo>
                    <a:pt x="3489" y="4406"/>
                  </a:lnTo>
                  <a:lnTo>
                    <a:pt x="3370" y="4263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5094375" y="2607000"/>
              <a:ext cx="50025" cy="177725"/>
            </a:xfrm>
            <a:custGeom>
              <a:rect b="b" l="l" r="r" t="t"/>
              <a:pathLst>
                <a:path extrusionOk="0" h="7109" w="2001">
                  <a:moveTo>
                    <a:pt x="179" y="0"/>
                  </a:moveTo>
                  <a:cubicBezTo>
                    <a:pt x="120" y="48"/>
                    <a:pt x="60" y="60"/>
                    <a:pt x="0" y="60"/>
                  </a:cubicBezTo>
                  <a:lnTo>
                    <a:pt x="1822" y="7108"/>
                  </a:lnTo>
                  <a:cubicBezTo>
                    <a:pt x="1882" y="7085"/>
                    <a:pt x="1941" y="7073"/>
                    <a:pt x="2001" y="7073"/>
                  </a:cubicBez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5098850" y="2605500"/>
              <a:ext cx="150325" cy="186375"/>
            </a:xfrm>
            <a:custGeom>
              <a:rect b="b" l="l" r="r" t="t"/>
              <a:pathLst>
                <a:path extrusionOk="0" h="7455" w="6013">
                  <a:moveTo>
                    <a:pt x="60" y="1"/>
                  </a:moveTo>
                  <a:cubicBezTo>
                    <a:pt x="48" y="13"/>
                    <a:pt x="12" y="25"/>
                    <a:pt x="0" y="49"/>
                  </a:cubicBezTo>
                  <a:lnTo>
                    <a:pt x="5882" y="7454"/>
                  </a:lnTo>
                  <a:cubicBezTo>
                    <a:pt x="5906" y="7407"/>
                    <a:pt x="5965" y="7371"/>
                    <a:pt x="6013" y="7335"/>
                  </a:cubicBezTo>
                  <a:lnTo>
                    <a:pt x="5965" y="7276"/>
                  </a:lnTo>
                  <a:lnTo>
                    <a:pt x="322" y="179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5270300" y="2802250"/>
              <a:ext cx="141400" cy="10750"/>
            </a:xfrm>
            <a:custGeom>
              <a:rect b="b" l="l" r="r" t="t"/>
              <a:pathLst>
                <a:path extrusionOk="0" h="430" w="5656">
                  <a:moveTo>
                    <a:pt x="48" y="1"/>
                  </a:moveTo>
                  <a:lnTo>
                    <a:pt x="0" y="179"/>
                  </a:lnTo>
                  <a:lnTo>
                    <a:pt x="5656" y="430"/>
                  </a:lnTo>
                  <a:cubicBezTo>
                    <a:pt x="5644" y="370"/>
                    <a:pt x="5644" y="310"/>
                    <a:pt x="5656" y="251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5167300" y="2797500"/>
              <a:ext cx="75625" cy="7750"/>
            </a:xfrm>
            <a:custGeom>
              <a:rect b="b" l="l" r="r" t="t"/>
              <a:pathLst>
                <a:path extrusionOk="0" h="310" w="3025">
                  <a:moveTo>
                    <a:pt x="1" y="0"/>
                  </a:moveTo>
                  <a:lnTo>
                    <a:pt x="1" y="0"/>
                  </a:lnTo>
                  <a:cubicBezTo>
                    <a:pt x="12" y="60"/>
                    <a:pt x="36" y="119"/>
                    <a:pt x="36" y="179"/>
                  </a:cubicBezTo>
                  <a:lnTo>
                    <a:pt x="3025" y="310"/>
                  </a:lnTo>
                  <a:cubicBezTo>
                    <a:pt x="3013" y="262"/>
                    <a:pt x="3013" y="191"/>
                    <a:pt x="3013" y="13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5100325" y="2601350"/>
              <a:ext cx="313750" cy="206300"/>
            </a:xfrm>
            <a:custGeom>
              <a:rect b="b" l="l" r="r" t="t"/>
              <a:pathLst>
                <a:path extrusionOk="0" h="8252" w="12550">
                  <a:moveTo>
                    <a:pt x="108" y="0"/>
                  </a:moveTo>
                  <a:cubicBezTo>
                    <a:pt x="96" y="60"/>
                    <a:pt x="48" y="107"/>
                    <a:pt x="1" y="155"/>
                  </a:cubicBezTo>
                  <a:lnTo>
                    <a:pt x="286" y="345"/>
                  </a:lnTo>
                  <a:lnTo>
                    <a:pt x="12455" y="8251"/>
                  </a:lnTo>
                  <a:cubicBezTo>
                    <a:pt x="12478" y="8192"/>
                    <a:pt x="12502" y="8132"/>
                    <a:pt x="12550" y="8085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5428950" y="2814475"/>
              <a:ext cx="164325" cy="108950"/>
            </a:xfrm>
            <a:custGeom>
              <a:rect b="b" l="l" r="r" t="t"/>
              <a:pathLst>
                <a:path extrusionOk="0" h="4358" w="6573">
                  <a:moveTo>
                    <a:pt x="107" y="0"/>
                  </a:moveTo>
                  <a:cubicBezTo>
                    <a:pt x="72" y="60"/>
                    <a:pt x="48" y="107"/>
                    <a:pt x="0" y="155"/>
                  </a:cubicBezTo>
                  <a:lnTo>
                    <a:pt x="6501" y="4358"/>
                  </a:lnTo>
                  <a:cubicBezTo>
                    <a:pt x="6513" y="4322"/>
                    <a:pt x="6513" y="4286"/>
                    <a:pt x="6549" y="4251"/>
                  </a:cubicBezTo>
                  <a:cubicBezTo>
                    <a:pt x="6549" y="4227"/>
                    <a:pt x="6560" y="4215"/>
                    <a:pt x="6572" y="4203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5542350" y="2760000"/>
              <a:ext cx="82775" cy="84250"/>
            </a:xfrm>
            <a:custGeom>
              <a:rect b="b" l="l" r="r" t="t"/>
              <a:pathLst>
                <a:path extrusionOk="0" h="3370" w="3311">
                  <a:moveTo>
                    <a:pt x="119" y="0"/>
                  </a:moveTo>
                  <a:cubicBezTo>
                    <a:pt x="84" y="36"/>
                    <a:pt x="48" y="95"/>
                    <a:pt x="0" y="131"/>
                  </a:cubicBezTo>
                  <a:lnTo>
                    <a:pt x="3167" y="3370"/>
                  </a:lnTo>
                  <a:cubicBezTo>
                    <a:pt x="3191" y="3334"/>
                    <a:pt x="3227" y="3298"/>
                    <a:pt x="3275" y="3274"/>
                  </a:cubicBezTo>
                  <a:cubicBezTo>
                    <a:pt x="3287" y="3274"/>
                    <a:pt x="3287" y="3251"/>
                    <a:pt x="3310" y="3251"/>
                  </a:cubicBezTo>
                  <a:lnTo>
                    <a:pt x="11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5525375" y="2931750"/>
              <a:ext cx="73550" cy="151525"/>
            </a:xfrm>
            <a:custGeom>
              <a:rect b="b" l="l" r="r" t="t"/>
              <a:pathLst>
                <a:path extrusionOk="0" h="6061" w="2942">
                  <a:moveTo>
                    <a:pt x="2763" y="0"/>
                  </a:moveTo>
                  <a:lnTo>
                    <a:pt x="1" y="6060"/>
                  </a:lnTo>
                  <a:lnTo>
                    <a:pt x="203" y="6060"/>
                  </a:lnTo>
                  <a:lnTo>
                    <a:pt x="2942" y="72"/>
                  </a:lnTo>
                  <a:cubicBezTo>
                    <a:pt x="2882" y="72"/>
                    <a:pt x="2834" y="60"/>
                    <a:pt x="2775" y="36"/>
                  </a:cubicBezTo>
                  <a:cubicBezTo>
                    <a:pt x="2763" y="12"/>
                    <a:pt x="2763" y="0"/>
                    <a:pt x="276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5603675" y="2928475"/>
              <a:ext cx="78000" cy="52400"/>
            </a:xfrm>
            <a:custGeom>
              <a:rect b="b" l="l" r="r" t="t"/>
              <a:pathLst>
                <a:path extrusionOk="0" h="2096" w="3120">
                  <a:moveTo>
                    <a:pt x="119" y="0"/>
                  </a:moveTo>
                  <a:cubicBezTo>
                    <a:pt x="107" y="12"/>
                    <a:pt x="107" y="24"/>
                    <a:pt x="95" y="60"/>
                  </a:cubicBezTo>
                  <a:lnTo>
                    <a:pt x="0" y="143"/>
                  </a:lnTo>
                  <a:lnTo>
                    <a:pt x="3072" y="2096"/>
                  </a:lnTo>
                  <a:lnTo>
                    <a:pt x="3120" y="191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5600700" y="2860600"/>
              <a:ext cx="29775" cy="58950"/>
            </a:xfrm>
            <a:custGeom>
              <a:rect b="b" l="l" r="r" t="t"/>
              <a:pathLst>
                <a:path extrusionOk="0" h="2358" w="1191">
                  <a:moveTo>
                    <a:pt x="1000" y="1"/>
                  </a:moveTo>
                  <a:lnTo>
                    <a:pt x="0" y="2263"/>
                  </a:lnTo>
                  <a:cubicBezTo>
                    <a:pt x="36" y="2287"/>
                    <a:pt x="83" y="2287"/>
                    <a:pt x="107" y="2310"/>
                  </a:cubicBezTo>
                  <a:cubicBezTo>
                    <a:pt x="143" y="2322"/>
                    <a:pt x="155" y="2346"/>
                    <a:pt x="167" y="2358"/>
                  </a:cubicBezTo>
                  <a:lnTo>
                    <a:pt x="1191" y="36"/>
                  </a:lnTo>
                  <a:cubicBezTo>
                    <a:pt x="1131" y="36"/>
                    <a:pt x="1060" y="36"/>
                    <a:pt x="100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5706050" y="26844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5634325" y="2690050"/>
              <a:ext cx="68475" cy="154200"/>
            </a:xfrm>
            <a:custGeom>
              <a:rect b="b" l="l" r="r" t="t"/>
              <a:pathLst>
                <a:path extrusionOk="0" h="6168" w="2739">
                  <a:moveTo>
                    <a:pt x="2739" y="0"/>
                  </a:moveTo>
                  <a:lnTo>
                    <a:pt x="2656" y="24"/>
                  </a:lnTo>
                  <a:lnTo>
                    <a:pt x="0" y="6049"/>
                  </a:lnTo>
                  <a:cubicBezTo>
                    <a:pt x="60" y="6084"/>
                    <a:pt x="108" y="6132"/>
                    <a:pt x="143" y="6168"/>
                  </a:cubicBezTo>
                  <a:lnTo>
                    <a:pt x="2727" y="322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5704575" y="2684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5705475" y="2684400"/>
              <a:ext cx="0" cy="25"/>
            </a:xfrm>
            <a:custGeom>
              <a:rect b="b" l="l" r="r" t="t"/>
              <a:pathLst>
                <a:path extrusionOk="0" h="1" w="12000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5544725" y="2684975"/>
              <a:ext cx="159275" cy="67000"/>
            </a:xfrm>
            <a:custGeom>
              <a:rect b="b" l="l" r="r" t="t"/>
              <a:pathLst>
                <a:path extrusionOk="0" h="2680" w="6371">
                  <a:moveTo>
                    <a:pt x="6370" y="1"/>
                  </a:moveTo>
                  <a:cubicBezTo>
                    <a:pt x="6360" y="1"/>
                    <a:pt x="6352" y="5"/>
                    <a:pt x="6346" y="11"/>
                  </a:cubicBezTo>
                  <a:lnTo>
                    <a:pt x="6346" y="11"/>
                  </a:lnTo>
                  <a:lnTo>
                    <a:pt x="6370" y="1"/>
                  </a:lnTo>
                  <a:close/>
                  <a:moveTo>
                    <a:pt x="6346" y="11"/>
                  </a:moveTo>
                  <a:lnTo>
                    <a:pt x="1" y="2537"/>
                  </a:lnTo>
                  <a:lnTo>
                    <a:pt x="1" y="2549"/>
                  </a:lnTo>
                  <a:cubicBezTo>
                    <a:pt x="60" y="2561"/>
                    <a:pt x="72" y="2620"/>
                    <a:pt x="84" y="2680"/>
                  </a:cubicBezTo>
                  <a:lnTo>
                    <a:pt x="6251" y="227"/>
                  </a:lnTo>
                  <a:lnTo>
                    <a:pt x="6323" y="203"/>
                  </a:lnTo>
                  <a:lnTo>
                    <a:pt x="6323" y="60"/>
                  </a:lnTo>
                  <a:lnTo>
                    <a:pt x="6323" y="48"/>
                  </a:lnTo>
                  <a:lnTo>
                    <a:pt x="6323" y="37"/>
                  </a:lnTo>
                  <a:cubicBezTo>
                    <a:pt x="6323" y="25"/>
                    <a:pt x="6335" y="25"/>
                    <a:pt x="6335" y="25"/>
                  </a:cubicBezTo>
                  <a:cubicBezTo>
                    <a:pt x="6335" y="25"/>
                    <a:pt x="6339" y="17"/>
                    <a:pt x="6346" y="1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5705750" y="26844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5706050" y="26844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5705475" y="2684400"/>
              <a:ext cx="300" cy="25"/>
            </a:xfrm>
            <a:custGeom>
              <a:rect b="b" l="l" r="r" t="t"/>
              <a:pathLst>
                <a:path extrusionOk="0" h="1" w="12">
                  <a:moveTo>
                    <a:pt x="12" y="0"/>
                  </a:moveTo>
                  <a:lnTo>
                    <a:pt x="12" y="0"/>
                  </a:lnTo>
                  <a:cubicBezTo>
                    <a:pt x="0" y="0"/>
                    <a:pt x="0" y="0"/>
                    <a:pt x="12" y="0"/>
                  </a:cubicBezTo>
                  <a:cubicBezTo>
                    <a:pt x="0" y="0"/>
                    <a:pt x="0" y="0"/>
                    <a:pt x="12" y="0"/>
                  </a:cubicBez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5706350" y="2684400"/>
              <a:ext cx="181600" cy="98250"/>
            </a:xfrm>
            <a:custGeom>
              <a:rect b="b" l="l" r="r" t="t"/>
              <a:pathLst>
                <a:path extrusionOk="0" h="3930" w="7264">
                  <a:moveTo>
                    <a:pt x="1" y="0"/>
                  </a:moveTo>
                  <a:lnTo>
                    <a:pt x="18" y="9"/>
                  </a:lnTo>
                  <a:lnTo>
                    <a:pt x="18" y="9"/>
                  </a:lnTo>
                  <a:cubicBezTo>
                    <a:pt x="13" y="5"/>
                    <a:pt x="7" y="2"/>
                    <a:pt x="1" y="0"/>
                  </a:cubicBezTo>
                  <a:close/>
                  <a:moveTo>
                    <a:pt x="18" y="9"/>
                  </a:moveTo>
                  <a:cubicBezTo>
                    <a:pt x="40" y="25"/>
                    <a:pt x="48" y="54"/>
                    <a:pt x="48" y="83"/>
                  </a:cubicBezTo>
                  <a:lnTo>
                    <a:pt x="48" y="238"/>
                  </a:lnTo>
                  <a:lnTo>
                    <a:pt x="7264" y="3929"/>
                  </a:lnTo>
                  <a:lnTo>
                    <a:pt x="7264" y="3715"/>
                  </a:lnTo>
                  <a:lnTo>
                    <a:pt x="18" y="9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5703075" y="2685575"/>
              <a:ext cx="325" cy="325"/>
            </a:xfrm>
            <a:custGeom>
              <a:rect b="b" l="l" r="r" t="t"/>
              <a:pathLst>
                <a:path extrusionOk="0" h="13" w="13">
                  <a:moveTo>
                    <a:pt x="13" y="1"/>
                  </a:moveTo>
                  <a:cubicBezTo>
                    <a:pt x="1" y="1"/>
                    <a:pt x="1" y="1"/>
                    <a:pt x="1" y="13"/>
                  </a:cubicBezTo>
                  <a:cubicBezTo>
                    <a:pt x="1" y="13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5704575" y="2684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5703375" y="26855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5806975" y="2990975"/>
              <a:ext cx="80975" cy="92300"/>
            </a:xfrm>
            <a:custGeom>
              <a:rect b="b" l="l" r="r" t="t"/>
              <a:pathLst>
                <a:path extrusionOk="0" h="3692" w="3239">
                  <a:moveTo>
                    <a:pt x="3239" y="0"/>
                  </a:moveTo>
                  <a:lnTo>
                    <a:pt x="0" y="3691"/>
                  </a:lnTo>
                  <a:lnTo>
                    <a:pt x="250" y="3691"/>
                  </a:lnTo>
                  <a:lnTo>
                    <a:pt x="3239" y="262"/>
                  </a:lnTo>
                  <a:lnTo>
                    <a:pt x="323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3"/>
            <p:cNvSpPr/>
            <p:nvPr/>
          </p:nvSpPr>
          <p:spPr>
            <a:xfrm>
              <a:off x="5690575" y="3002575"/>
              <a:ext cx="6875" cy="80700"/>
            </a:xfrm>
            <a:custGeom>
              <a:rect b="b" l="l" r="r" t="t"/>
              <a:pathLst>
                <a:path extrusionOk="0" h="3228" w="275">
                  <a:moveTo>
                    <a:pt x="96" y="1"/>
                  </a:moveTo>
                  <a:lnTo>
                    <a:pt x="1" y="3227"/>
                  </a:lnTo>
                  <a:lnTo>
                    <a:pt x="179" y="3227"/>
                  </a:lnTo>
                  <a:lnTo>
                    <a:pt x="275" y="60"/>
                  </a:lnTo>
                  <a:cubicBezTo>
                    <a:pt x="215" y="37"/>
                    <a:pt x="155" y="25"/>
                    <a:pt x="9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3"/>
            <p:cNvSpPr/>
            <p:nvPr/>
          </p:nvSpPr>
          <p:spPr>
            <a:xfrm>
              <a:off x="5695050" y="2684400"/>
              <a:ext cx="12825" cy="278925"/>
            </a:xfrm>
            <a:custGeom>
              <a:rect b="b" l="l" r="r" t="t"/>
              <a:pathLst>
                <a:path extrusionOk="0" h="11157" w="513">
                  <a:moveTo>
                    <a:pt x="393" y="0"/>
                  </a:moveTo>
                  <a:cubicBezTo>
                    <a:pt x="381" y="0"/>
                    <a:pt x="381" y="0"/>
                    <a:pt x="369" y="12"/>
                  </a:cubicBezTo>
                  <a:cubicBezTo>
                    <a:pt x="357" y="12"/>
                    <a:pt x="357" y="24"/>
                    <a:pt x="357" y="24"/>
                  </a:cubicBezTo>
                  <a:cubicBezTo>
                    <a:pt x="357" y="24"/>
                    <a:pt x="357" y="48"/>
                    <a:pt x="334" y="48"/>
                  </a:cubicBezTo>
                  <a:lnTo>
                    <a:pt x="334" y="60"/>
                  </a:lnTo>
                  <a:lnTo>
                    <a:pt x="334" y="191"/>
                  </a:lnTo>
                  <a:lnTo>
                    <a:pt x="322" y="524"/>
                  </a:lnTo>
                  <a:lnTo>
                    <a:pt x="0" y="11156"/>
                  </a:lnTo>
                  <a:lnTo>
                    <a:pt x="179" y="11120"/>
                  </a:lnTo>
                  <a:lnTo>
                    <a:pt x="512" y="202"/>
                  </a:lnTo>
                  <a:lnTo>
                    <a:pt x="512" y="60"/>
                  </a:lnTo>
                  <a:cubicBezTo>
                    <a:pt x="500" y="60"/>
                    <a:pt x="488" y="12"/>
                    <a:pt x="44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3"/>
            <p:cNvSpPr/>
            <p:nvPr/>
          </p:nvSpPr>
          <p:spPr>
            <a:xfrm>
              <a:off x="5680150" y="2962925"/>
              <a:ext cx="44675" cy="40925"/>
            </a:xfrm>
            <a:custGeom>
              <a:rect b="b" l="l" r="r" t="t"/>
              <a:pathLst>
                <a:path extrusionOk="0" h="1637" w="1787">
                  <a:moveTo>
                    <a:pt x="818" y="1"/>
                  </a:moveTo>
                  <a:cubicBezTo>
                    <a:pt x="796" y="1"/>
                    <a:pt x="773" y="2"/>
                    <a:pt x="751" y="3"/>
                  </a:cubicBezTo>
                  <a:cubicBezTo>
                    <a:pt x="692" y="3"/>
                    <a:pt x="632" y="15"/>
                    <a:pt x="572" y="51"/>
                  </a:cubicBezTo>
                  <a:cubicBezTo>
                    <a:pt x="513" y="63"/>
                    <a:pt x="453" y="99"/>
                    <a:pt x="394" y="122"/>
                  </a:cubicBezTo>
                  <a:cubicBezTo>
                    <a:pt x="239" y="229"/>
                    <a:pt x="132" y="360"/>
                    <a:pt x="72" y="527"/>
                  </a:cubicBezTo>
                  <a:cubicBezTo>
                    <a:pt x="37" y="587"/>
                    <a:pt x="25" y="646"/>
                    <a:pt x="25" y="706"/>
                  </a:cubicBezTo>
                  <a:cubicBezTo>
                    <a:pt x="1" y="884"/>
                    <a:pt x="37" y="1075"/>
                    <a:pt x="144" y="1242"/>
                  </a:cubicBezTo>
                  <a:cubicBezTo>
                    <a:pt x="227" y="1384"/>
                    <a:pt x="370" y="1492"/>
                    <a:pt x="525" y="1563"/>
                  </a:cubicBezTo>
                  <a:cubicBezTo>
                    <a:pt x="596" y="1599"/>
                    <a:pt x="644" y="1611"/>
                    <a:pt x="715" y="1623"/>
                  </a:cubicBezTo>
                  <a:cubicBezTo>
                    <a:pt x="764" y="1632"/>
                    <a:pt x="813" y="1636"/>
                    <a:pt x="861" y="1636"/>
                  </a:cubicBezTo>
                  <a:cubicBezTo>
                    <a:pt x="1002" y="1636"/>
                    <a:pt x="1142" y="1598"/>
                    <a:pt x="1275" y="1527"/>
                  </a:cubicBezTo>
                  <a:cubicBezTo>
                    <a:pt x="1656" y="1289"/>
                    <a:pt x="1787" y="777"/>
                    <a:pt x="1537" y="396"/>
                  </a:cubicBezTo>
                  <a:cubicBezTo>
                    <a:pt x="1371" y="142"/>
                    <a:pt x="1103" y="1"/>
                    <a:pt x="81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5242300" y="2786925"/>
              <a:ext cx="29500" cy="28675"/>
            </a:xfrm>
            <a:custGeom>
              <a:rect b="b" l="l" r="r" t="t"/>
              <a:pathLst>
                <a:path extrusionOk="0" h="1147" w="1180">
                  <a:moveTo>
                    <a:pt x="590" y="1"/>
                  </a:moveTo>
                  <a:cubicBezTo>
                    <a:pt x="504" y="1"/>
                    <a:pt x="417" y="18"/>
                    <a:pt x="334" y="54"/>
                  </a:cubicBezTo>
                  <a:cubicBezTo>
                    <a:pt x="322" y="66"/>
                    <a:pt x="287" y="66"/>
                    <a:pt x="275" y="78"/>
                  </a:cubicBezTo>
                  <a:cubicBezTo>
                    <a:pt x="215" y="114"/>
                    <a:pt x="168" y="150"/>
                    <a:pt x="144" y="197"/>
                  </a:cubicBezTo>
                  <a:cubicBezTo>
                    <a:pt x="49" y="304"/>
                    <a:pt x="1" y="423"/>
                    <a:pt x="1" y="554"/>
                  </a:cubicBezTo>
                  <a:cubicBezTo>
                    <a:pt x="1" y="614"/>
                    <a:pt x="25" y="673"/>
                    <a:pt x="37" y="733"/>
                  </a:cubicBezTo>
                  <a:cubicBezTo>
                    <a:pt x="49" y="781"/>
                    <a:pt x="72" y="828"/>
                    <a:pt x="96" y="864"/>
                  </a:cubicBezTo>
                  <a:cubicBezTo>
                    <a:pt x="213" y="1051"/>
                    <a:pt x="407" y="1146"/>
                    <a:pt x="603" y="1146"/>
                  </a:cubicBezTo>
                  <a:cubicBezTo>
                    <a:pt x="707" y="1146"/>
                    <a:pt x="811" y="1120"/>
                    <a:pt x="906" y="1066"/>
                  </a:cubicBezTo>
                  <a:cubicBezTo>
                    <a:pt x="965" y="1031"/>
                    <a:pt x="1001" y="983"/>
                    <a:pt x="1037" y="947"/>
                  </a:cubicBezTo>
                  <a:cubicBezTo>
                    <a:pt x="1084" y="900"/>
                    <a:pt x="1108" y="840"/>
                    <a:pt x="1120" y="792"/>
                  </a:cubicBezTo>
                  <a:lnTo>
                    <a:pt x="1168" y="614"/>
                  </a:lnTo>
                  <a:cubicBezTo>
                    <a:pt x="1180" y="495"/>
                    <a:pt x="1156" y="376"/>
                    <a:pt x="1084" y="269"/>
                  </a:cubicBezTo>
                  <a:cubicBezTo>
                    <a:pt x="976" y="94"/>
                    <a:pt x="787" y="1"/>
                    <a:pt x="59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5124150" y="2783375"/>
              <a:ext cx="44375" cy="41000"/>
            </a:xfrm>
            <a:custGeom>
              <a:rect b="b" l="l" r="r" t="t"/>
              <a:pathLst>
                <a:path extrusionOk="0" h="1640" w="1775">
                  <a:moveTo>
                    <a:pt x="916" y="0"/>
                  </a:moveTo>
                  <a:cubicBezTo>
                    <a:pt x="884" y="0"/>
                    <a:pt x="853" y="2"/>
                    <a:pt x="822" y="6"/>
                  </a:cubicBezTo>
                  <a:lnTo>
                    <a:pt x="643" y="53"/>
                  </a:lnTo>
                  <a:cubicBezTo>
                    <a:pt x="595" y="65"/>
                    <a:pt x="548" y="101"/>
                    <a:pt x="512" y="113"/>
                  </a:cubicBezTo>
                  <a:cubicBezTo>
                    <a:pt x="119" y="351"/>
                    <a:pt x="0" y="863"/>
                    <a:pt x="238" y="1244"/>
                  </a:cubicBezTo>
                  <a:cubicBezTo>
                    <a:pt x="345" y="1423"/>
                    <a:pt x="524" y="1542"/>
                    <a:pt x="703" y="1601"/>
                  </a:cubicBezTo>
                  <a:cubicBezTo>
                    <a:pt x="762" y="1613"/>
                    <a:pt x="822" y="1637"/>
                    <a:pt x="881" y="1637"/>
                  </a:cubicBezTo>
                  <a:cubicBezTo>
                    <a:pt x="904" y="1639"/>
                    <a:pt x="926" y="1640"/>
                    <a:pt x="949" y="1640"/>
                  </a:cubicBezTo>
                  <a:cubicBezTo>
                    <a:pt x="1057" y="1640"/>
                    <a:pt x="1164" y="1617"/>
                    <a:pt x="1262" y="1577"/>
                  </a:cubicBezTo>
                  <a:cubicBezTo>
                    <a:pt x="1298" y="1566"/>
                    <a:pt x="1346" y="1542"/>
                    <a:pt x="1369" y="1518"/>
                  </a:cubicBezTo>
                  <a:cubicBezTo>
                    <a:pt x="1381" y="1506"/>
                    <a:pt x="1405" y="1482"/>
                    <a:pt x="1417" y="1482"/>
                  </a:cubicBezTo>
                  <a:cubicBezTo>
                    <a:pt x="1655" y="1304"/>
                    <a:pt x="1774" y="1042"/>
                    <a:pt x="1762" y="756"/>
                  </a:cubicBezTo>
                  <a:cubicBezTo>
                    <a:pt x="1762" y="696"/>
                    <a:pt x="1738" y="637"/>
                    <a:pt x="1727" y="577"/>
                  </a:cubicBezTo>
                  <a:cubicBezTo>
                    <a:pt x="1715" y="518"/>
                    <a:pt x="1679" y="458"/>
                    <a:pt x="1643" y="399"/>
                  </a:cubicBezTo>
                  <a:cubicBezTo>
                    <a:pt x="1483" y="142"/>
                    <a:pt x="1197" y="0"/>
                    <a:pt x="9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5311075" y="3079075"/>
              <a:ext cx="15800" cy="3900"/>
            </a:xfrm>
            <a:custGeom>
              <a:rect b="b" l="l" r="r" t="t"/>
              <a:pathLst>
                <a:path extrusionOk="0" h="156" w="632">
                  <a:moveTo>
                    <a:pt x="346" y="1"/>
                  </a:moveTo>
                  <a:cubicBezTo>
                    <a:pt x="310" y="1"/>
                    <a:pt x="238" y="13"/>
                    <a:pt x="179" y="36"/>
                  </a:cubicBezTo>
                  <a:cubicBezTo>
                    <a:pt x="143" y="48"/>
                    <a:pt x="131" y="48"/>
                    <a:pt x="95" y="60"/>
                  </a:cubicBezTo>
                  <a:cubicBezTo>
                    <a:pt x="60" y="96"/>
                    <a:pt x="24" y="108"/>
                    <a:pt x="0" y="155"/>
                  </a:cubicBezTo>
                  <a:lnTo>
                    <a:pt x="631" y="155"/>
                  </a:lnTo>
                  <a:cubicBezTo>
                    <a:pt x="560" y="60"/>
                    <a:pt x="453" y="1"/>
                    <a:pt x="34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5102400" y="2980750"/>
              <a:ext cx="21475" cy="20375"/>
            </a:xfrm>
            <a:custGeom>
              <a:rect b="b" l="l" r="r" t="t"/>
              <a:pathLst>
                <a:path extrusionOk="0" h="815" w="859">
                  <a:moveTo>
                    <a:pt x="486" y="0"/>
                  </a:moveTo>
                  <a:cubicBezTo>
                    <a:pt x="471" y="0"/>
                    <a:pt x="456" y="2"/>
                    <a:pt x="441" y="5"/>
                  </a:cubicBezTo>
                  <a:cubicBezTo>
                    <a:pt x="370" y="5"/>
                    <a:pt x="287" y="17"/>
                    <a:pt x="227" y="64"/>
                  </a:cubicBezTo>
                  <a:cubicBezTo>
                    <a:pt x="84" y="159"/>
                    <a:pt x="1" y="326"/>
                    <a:pt x="37" y="493"/>
                  </a:cubicBezTo>
                  <a:cubicBezTo>
                    <a:pt x="49" y="540"/>
                    <a:pt x="72" y="588"/>
                    <a:pt x="96" y="624"/>
                  </a:cubicBezTo>
                  <a:cubicBezTo>
                    <a:pt x="108" y="648"/>
                    <a:pt x="108" y="659"/>
                    <a:pt x="132" y="659"/>
                  </a:cubicBezTo>
                  <a:cubicBezTo>
                    <a:pt x="156" y="707"/>
                    <a:pt x="203" y="731"/>
                    <a:pt x="251" y="767"/>
                  </a:cubicBezTo>
                  <a:cubicBezTo>
                    <a:pt x="311" y="790"/>
                    <a:pt x="370" y="814"/>
                    <a:pt x="430" y="814"/>
                  </a:cubicBezTo>
                  <a:cubicBezTo>
                    <a:pt x="501" y="814"/>
                    <a:pt x="584" y="790"/>
                    <a:pt x="668" y="755"/>
                  </a:cubicBezTo>
                  <a:cubicBezTo>
                    <a:pt x="703" y="719"/>
                    <a:pt x="751" y="695"/>
                    <a:pt x="787" y="648"/>
                  </a:cubicBezTo>
                  <a:cubicBezTo>
                    <a:pt x="811" y="600"/>
                    <a:pt x="846" y="540"/>
                    <a:pt x="858" y="493"/>
                  </a:cubicBezTo>
                  <a:cubicBezTo>
                    <a:pt x="858" y="433"/>
                    <a:pt x="858" y="374"/>
                    <a:pt x="846" y="314"/>
                  </a:cubicBezTo>
                  <a:cubicBezTo>
                    <a:pt x="822" y="278"/>
                    <a:pt x="811" y="243"/>
                    <a:pt x="799" y="195"/>
                  </a:cubicBezTo>
                  <a:cubicBezTo>
                    <a:pt x="751" y="124"/>
                    <a:pt x="692" y="64"/>
                    <a:pt x="620" y="40"/>
                  </a:cubicBezTo>
                  <a:cubicBezTo>
                    <a:pt x="575" y="14"/>
                    <a:pt x="531" y="0"/>
                    <a:pt x="48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5251825" y="2953700"/>
              <a:ext cx="16700" cy="14600"/>
            </a:xfrm>
            <a:custGeom>
              <a:rect b="b" l="l" r="r" t="t"/>
              <a:pathLst>
                <a:path extrusionOk="0" h="584" w="668">
                  <a:moveTo>
                    <a:pt x="336" y="1"/>
                  </a:moveTo>
                  <a:cubicBezTo>
                    <a:pt x="282" y="1"/>
                    <a:pt x="227" y="16"/>
                    <a:pt x="179" y="51"/>
                  </a:cubicBezTo>
                  <a:cubicBezTo>
                    <a:pt x="49" y="134"/>
                    <a:pt x="1" y="313"/>
                    <a:pt x="84" y="444"/>
                  </a:cubicBezTo>
                  <a:cubicBezTo>
                    <a:pt x="146" y="536"/>
                    <a:pt x="241" y="583"/>
                    <a:pt x="337" y="583"/>
                  </a:cubicBezTo>
                  <a:cubicBezTo>
                    <a:pt x="390" y="583"/>
                    <a:pt x="442" y="569"/>
                    <a:pt x="489" y="539"/>
                  </a:cubicBezTo>
                  <a:cubicBezTo>
                    <a:pt x="620" y="444"/>
                    <a:pt x="668" y="265"/>
                    <a:pt x="584" y="134"/>
                  </a:cubicBezTo>
                  <a:cubicBezTo>
                    <a:pt x="531" y="50"/>
                    <a:pt x="434" y="1"/>
                    <a:pt x="3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5411075" y="2800425"/>
              <a:ext cx="21175" cy="20450"/>
            </a:xfrm>
            <a:custGeom>
              <a:rect b="b" l="l" r="r" t="t"/>
              <a:pathLst>
                <a:path extrusionOk="0" h="818" w="847">
                  <a:moveTo>
                    <a:pt x="425" y="1"/>
                  </a:moveTo>
                  <a:cubicBezTo>
                    <a:pt x="350" y="1"/>
                    <a:pt x="274" y="20"/>
                    <a:pt x="203" y="62"/>
                  </a:cubicBezTo>
                  <a:cubicBezTo>
                    <a:pt x="179" y="74"/>
                    <a:pt x="144" y="98"/>
                    <a:pt x="120" y="133"/>
                  </a:cubicBezTo>
                  <a:cubicBezTo>
                    <a:pt x="72" y="181"/>
                    <a:pt x="48" y="241"/>
                    <a:pt x="25" y="300"/>
                  </a:cubicBezTo>
                  <a:cubicBezTo>
                    <a:pt x="25" y="312"/>
                    <a:pt x="25" y="324"/>
                    <a:pt x="13" y="324"/>
                  </a:cubicBezTo>
                  <a:cubicBezTo>
                    <a:pt x="1" y="383"/>
                    <a:pt x="1" y="443"/>
                    <a:pt x="13" y="503"/>
                  </a:cubicBezTo>
                  <a:cubicBezTo>
                    <a:pt x="25" y="550"/>
                    <a:pt x="48" y="586"/>
                    <a:pt x="60" y="622"/>
                  </a:cubicBezTo>
                  <a:cubicBezTo>
                    <a:pt x="72" y="657"/>
                    <a:pt x="108" y="681"/>
                    <a:pt x="120" y="705"/>
                  </a:cubicBezTo>
                  <a:cubicBezTo>
                    <a:pt x="167" y="741"/>
                    <a:pt x="227" y="776"/>
                    <a:pt x="263" y="788"/>
                  </a:cubicBezTo>
                  <a:cubicBezTo>
                    <a:pt x="312" y="808"/>
                    <a:pt x="362" y="818"/>
                    <a:pt x="411" y="818"/>
                  </a:cubicBezTo>
                  <a:cubicBezTo>
                    <a:pt x="479" y="818"/>
                    <a:pt x="546" y="799"/>
                    <a:pt x="608" y="764"/>
                  </a:cubicBezTo>
                  <a:cubicBezTo>
                    <a:pt x="620" y="741"/>
                    <a:pt x="656" y="729"/>
                    <a:pt x="667" y="717"/>
                  </a:cubicBezTo>
                  <a:cubicBezTo>
                    <a:pt x="739" y="669"/>
                    <a:pt x="787" y="622"/>
                    <a:pt x="798" y="562"/>
                  </a:cubicBezTo>
                  <a:cubicBezTo>
                    <a:pt x="846" y="443"/>
                    <a:pt x="846" y="312"/>
                    <a:pt x="775" y="193"/>
                  </a:cubicBezTo>
                  <a:cubicBezTo>
                    <a:pt x="697" y="69"/>
                    <a:pt x="564" y="1"/>
                    <a:pt x="4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5081275" y="2588800"/>
              <a:ext cx="22950" cy="20300"/>
            </a:xfrm>
            <a:custGeom>
              <a:rect b="b" l="l" r="r" t="t"/>
              <a:pathLst>
                <a:path extrusionOk="0" h="812" w="918">
                  <a:moveTo>
                    <a:pt x="476" y="0"/>
                  </a:moveTo>
                  <a:cubicBezTo>
                    <a:pt x="403" y="0"/>
                    <a:pt x="329" y="20"/>
                    <a:pt x="263" y="62"/>
                  </a:cubicBezTo>
                  <a:cubicBezTo>
                    <a:pt x="60" y="181"/>
                    <a:pt x="1" y="431"/>
                    <a:pt x="120" y="621"/>
                  </a:cubicBezTo>
                  <a:cubicBezTo>
                    <a:pt x="155" y="681"/>
                    <a:pt x="203" y="728"/>
                    <a:pt x="263" y="752"/>
                  </a:cubicBezTo>
                  <a:cubicBezTo>
                    <a:pt x="322" y="788"/>
                    <a:pt x="358" y="812"/>
                    <a:pt x="441" y="812"/>
                  </a:cubicBezTo>
                  <a:lnTo>
                    <a:pt x="536" y="812"/>
                  </a:lnTo>
                  <a:cubicBezTo>
                    <a:pt x="584" y="776"/>
                    <a:pt x="644" y="752"/>
                    <a:pt x="703" y="728"/>
                  </a:cubicBezTo>
                  <a:cubicBezTo>
                    <a:pt x="739" y="717"/>
                    <a:pt x="751" y="693"/>
                    <a:pt x="763" y="681"/>
                  </a:cubicBezTo>
                  <a:cubicBezTo>
                    <a:pt x="810" y="633"/>
                    <a:pt x="834" y="574"/>
                    <a:pt x="870" y="538"/>
                  </a:cubicBezTo>
                  <a:cubicBezTo>
                    <a:pt x="917" y="419"/>
                    <a:pt x="894" y="300"/>
                    <a:pt x="822" y="193"/>
                  </a:cubicBezTo>
                  <a:cubicBezTo>
                    <a:pt x="745" y="69"/>
                    <a:pt x="612" y="0"/>
                    <a:pt x="47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5522700" y="2742050"/>
              <a:ext cx="24425" cy="23250"/>
            </a:xfrm>
            <a:custGeom>
              <a:rect b="b" l="l" r="r" t="t"/>
              <a:pathLst>
                <a:path extrusionOk="0" h="930" w="977">
                  <a:moveTo>
                    <a:pt x="525" y="0"/>
                  </a:moveTo>
                  <a:cubicBezTo>
                    <a:pt x="442" y="0"/>
                    <a:pt x="359" y="24"/>
                    <a:pt x="286" y="75"/>
                  </a:cubicBezTo>
                  <a:cubicBezTo>
                    <a:pt x="72" y="206"/>
                    <a:pt x="1" y="492"/>
                    <a:pt x="132" y="706"/>
                  </a:cubicBezTo>
                  <a:cubicBezTo>
                    <a:pt x="216" y="853"/>
                    <a:pt x="367" y="930"/>
                    <a:pt x="523" y="930"/>
                  </a:cubicBezTo>
                  <a:cubicBezTo>
                    <a:pt x="608" y="930"/>
                    <a:pt x="695" y="907"/>
                    <a:pt x="774" y="861"/>
                  </a:cubicBezTo>
                  <a:cubicBezTo>
                    <a:pt x="786" y="861"/>
                    <a:pt x="786" y="849"/>
                    <a:pt x="798" y="849"/>
                  </a:cubicBezTo>
                  <a:cubicBezTo>
                    <a:pt x="834" y="813"/>
                    <a:pt x="858" y="778"/>
                    <a:pt x="905" y="718"/>
                  </a:cubicBezTo>
                  <a:cubicBezTo>
                    <a:pt x="965" y="623"/>
                    <a:pt x="977" y="504"/>
                    <a:pt x="965" y="385"/>
                  </a:cubicBezTo>
                  <a:cubicBezTo>
                    <a:pt x="953" y="325"/>
                    <a:pt x="941" y="278"/>
                    <a:pt x="905" y="218"/>
                  </a:cubicBezTo>
                  <a:lnTo>
                    <a:pt x="905" y="206"/>
                  </a:lnTo>
                  <a:cubicBezTo>
                    <a:pt x="821" y="76"/>
                    <a:pt x="674" y="0"/>
                    <a:pt x="52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5589975" y="2916675"/>
              <a:ext cx="17875" cy="16275"/>
            </a:xfrm>
            <a:custGeom>
              <a:rect b="b" l="l" r="r" t="t"/>
              <a:pathLst>
                <a:path extrusionOk="0" h="651" w="715">
                  <a:moveTo>
                    <a:pt x="368" y="1"/>
                  </a:moveTo>
                  <a:cubicBezTo>
                    <a:pt x="286" y="1"/>
                    <a:pt x="195" y="37"/>
                    <a:pt x="119" y="103"/>
                  </a:cubicBezTo>
                  <a:lnTo>
                    <a:pt x="72" y="139"/>
                  </a:lnTo>
                  <a:cubicBezTo>
                    <a:pt x="48" y="174"/>
                    <a:pt x="48" y="222"/>
                    <a:pt x="36" y="258"/>
                  </a:cubicBezTo>
                  <a:cubicBezTo>
                    <a:pt x="0" y="377"/>
                    <a:pt x="60" y="520"/>
                    <a:pt x="167" y="591"/>
                  </a:cubicBezTo>
                  <a:lnTo>
                    <a:pt x="179" y="603"/>
                  </a:lnTo>
                  <a:cubicBezTo>
                    <a:pt x="227" y="639"/>
                    <a:pt x="286" y="651"/>
                    <a:pt x="346" y="651"/>
                  </a:cubicBezTo>
                  <a:cubicBezTo>
                    <a:pt x="417" y="651"/>
                    <a:pt x="489" y="639"/>
                    <a:pt x="548" y="591"/>
                  </a:cubicBezTo>
                  <a:cubicBezTo>
                    <a:pt x="596" y="591"/>
                    <a:pt x="631" y="555"/>
                    <a:pt x="643" y="508"/>
                  </a:cubicBezTo>
                  <a:cubicBezTo>
                    <a:pt x="655" y="496"/>
                    <a:pt x="655" y="484"/>
                    <a:pt x="667" y="460"/>
                  </a:cubicBezTo>
                  <a:cubicBezTo>
                    <a:pt x="715" y="341"/>
                    <a:pt x="691" y="186"/>
                    <a:pt x="596" y="103"/>
                  </a:cubicBezTo>
                  <a:cubicBezTo>
                    <a:pt x="584" y="79"/>
                    <a:pt x="572" y="67"/>
                    <a:pt x="536" y="55"/>
                  </a:cubicBezTo>
                  <a:cubicBezTo>
                    <a:pt x="512" y="44"/>
                    <a:pt x="465" y="20"/>
                    <a:pt x="429" y="8"/>
                  </a:cubicBezTo>
                  <a:cubicBezTo>
                    <a:pt x="410" y="3"/>
                    <a:pt x="389" y="1"/>
                    <a:pt x="36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5193500" y="2984600"/>
              <a:ext cx="9250" cy="8725"/>
            </a:xfrm>
            <a:custGeom>
              <a:rect b="b" l="l" r="r" t="t"/>
              <a:pathLst>
                <a:path extrusionOk="0" h="349" w="370">
                  <a:moveTo>
                    <a:pt x="180" y="1"/>
                  </a:moveTo>
                  <a:cubicBezTo>
                    <a:pt x="158" y="1"/>
                    <a:pt x="138" y="6"/>
                    <a:pt x="119" y="17"/>
                  </a:cubicBezTo>
                  <a:cubicBezTo>
                    <a:pt x="119" y="17"/>
                    <a:pt x="96" y="17"/>
                    <a:pt x="96" y="29"/>
                  </a:cubicBezTo>
                  <a:cubicBezTo>
                    <a:pt x="24" y="77"/>
                    <a:pt x="0" y="160"/>
                    <a:pt x="36" y="255"/>
                  </a:cubicBezTo>
                  <a:lnTo>
                    <a:pt x="36" y="267"/>
                  </a:lnTo>
                  <a:cubicBezTo>
                    <a:pt x="77" y="316"/>
                    <a:pt x="134" y="349"/>
                    <a:pt x="194" y="349"/>
                  </a:cubicBezTo>
                  <a:cubicBezTo>
                    <a:pt x="221" y="349"/>
                    <a:pt x="248" y="342"/>
                    <a:pt x="274" y="327"/>
                  </a:cubicBezTo>
                  <a:cubicBezTo>
                    <a:pt x="310" y="315"/>
                    <a:pt x="322" y="303"/>
                    <a:pt x="334" y="267"/>
                  </a:cubicBezTo>
                  <a:cubicBezTo>
                    <a:pt x="346" y="255"/>
                    <a:pt x="346" y="244"/>
                    <a:pt x="346" y="220"/>
                  </a:cubicBezTo>
                  <a:cubicBezTo>
                    <a:pt x="369" y="184"/>
                    <a:pt x="346" y="136"/>
                    <a:pt x="334" y="89"/>
                  </a:cubicBezTo>
                  <a:cubicBezTo>
                    <a:pt x="334" y="77"/>
                    <a:pt x="322" y="77"/>
                    <a:pt x="322" y="77"/>
                  </a:cubicBezTo>
                  <a:cubicBezTo>
                    <a:pt x="281" y="28"/>
                    <a:pt x="228" y="1"/>
                    <a:pt x="18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5617950" y="2840125"/>
              <a:ext cx="23550" cy="21200"/>
            </a:xfrm>
            <a:custGeom>
              <a:rect b="b" l="l" r="r" t="t"/>
              <a:pathLst>
                <a:path extrusionOk="0" h="848" w="942">
                  <a:moveTo>
                    <a:pt x="468" y="1"/>
                  </a:moveTo>
                  <a:cubicBezTo>
                    <a:pt x="402" y="1"/>
                    <a:pt x="334" y="16"/>
                    <a:pt x="263" y="46"/>
                  </a:cubicBezTo>
                  <a:cubicBezTo>
                    <a:pt x="251" y="46"/>
                    <a:pt x="251" y="69"/>
                    <a:pt x="239" y="69"/>
                  </a:cubicBezTo>
                  <a:cubicBezTo>
                    <a:pt x="191" y="93"/>
                    <a:pt x="143" y="129"/>
                    <a:pt x="120" y="165"/>
                  </a:cubicBezTo>
                  <a:cubicBezTo>
                    <a:pt x="12" y="308"/>
                    <a:pt x="1" y="498"/>
                    <a:pt x="108" y="641"/>
                  </a:cubicBezTo>
                  <a:cubicBezTo>
                    <a:pt x="143" y="736"/>
                    <a:pt x="227" y="784"/>
                    <a:pt x="310" y="820"/>
                  </a:cubicBezTo>
                  <a:cubicBezTo>
                    <a:pt x="362" y="837"/>
                    <a:pt x="408" y="848"/>
                    <a:pt x="453" y="848"/>
                  </a:cubicBezTo>
                  <a:cubicBezTo>
                    <a:pt x="469" y="848"/>
                    <a:pt x="485" y="847"/>
                    <a:pt x="501" y="843"/>
                  </a:cubicBezTo>
                  <a:cubicBezTo>
                    <a:pt x="560" y="843"/>
                    <a:pt x="620" y="808"/>
                    <a:pt x="679" y="784"/>
                  </a:cubicBezTo>
                  <a:cubicBezTo>
                    <a:pt x="882" y="665"/>
                    <a:pt x="941" y="403"/>
                    <a:pt x="822" y="200"/>
                  </a:cubicBezTo>
                  <a:cubicBezTo>
                    <a:pt x="822" y="188"/>
                    <a:pt x="798" y="165"/>
                    <a:pt x="798" y="165"/>
                  </a:cubicBezTo>
                  <a:cubicBezTo>
                    <a:pt x="763" y="105"/>
                    <a:pt x="715" y="81"/>
                    <a:pt x="655" y="46"/>
                  </a:cubicBezTo>
                  <a:cubicBezTo>
                    <a:pt x="596" y="16"/>
                    <a:pt x="533" y="1"/>
                    <a:pt x="46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13"/>
          <p:cNvGrpSpPr/>
          <p:nvPr/>
        </p:nvGrpSpPr>
        <p:grpSpPr>
          <a:xfrm flipH="1" rot="10800000">
            <a:off x="7049796" y="145"/>
            <a:ext cx="2094212" cy="1053578"/>
            <a:chOff x="4905075" y="2588800"/>
            <a:chExt cx="982875" cy="494475"/>
          </a:xfrm>
        </p:grpSpPr>
        <p:sp>
          <p:nvSpPr>
            <p:cNvPr id="233" name="Google Shape;233;p13"/>
            <p:cNvSpPr/>
            <p:nvPr/>
          </p:nvSpPr>
          <p:spPr>
            <a:xfrm>
              <a:off x="5082475" y="3000200"/>
              <a:ext cx="30675" cy="83075"/>
            </a:xfrm>
            <a:custGeom>
              <a:rect b="b" l="l" r="r" t="t"/>
              <a:pathLst>
                <a:path extrusionOk="0" h="3323" w="1227">
                  <a:moveTo>
                    <a:pt x="1048" y="1"/>
                  </a:moveTo>
                  <a:lnTo>
                    <a:pt x="0" y="3322"/>
                  </a:lnTo>
                  <a:lnTo>
                    <a:pt x="191" y="3322"/>
                  </a:lnTo>
                  <a:lnTo>
                    <a:pt x="1227" y="48"/>
                  </a:lnTo>
                  <a:cubicBezTo>
                    <a:pt x="1167" y="48"/>
                    <a:pt x="1108" y="36"/>
                    <a:pt x="1048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4905075" y="3083250"/>
              <a:ext cx="300" cy="25"/>
            </a:xfrm>
            <a:custGeom>
              <a:rect b="b" l="l" r="r" t="t"/>
              <a:pathLst>
                <a:path extrusionOk="0" fill="none" h="1" w="12">
                  <a:moveTo>
                    <a:pt x="12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5122050" y="2993050"/>
              <a:ext cx="87550" cy="45875"/>
            </a:xfrm>
            <a:custGeom>
              <a:rect b="b" l="l" r="r" t="t"/>
              <a:pathLst>
                <a:path extrusionOk="0" h="1835" w="3502">
                  <a:moveTo>
                    <a:pt x="72" y="1"/>
                  </a:moveTo>
                  <a:cubicBezTo>
                    <a:pt x="60" y="60"/>
                    <a:pt x="36" y="108"/>
                    <a:pt x="1" y="156"/>
                  </a:cubicBezTo>
                  <a:lnTo>
                    <a:pt x="3501" y="1834"/>
                  </a:lnTo>
                  <a:lnTo>
                    <a:pt x="3442" y="160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5213425" y="3035925"/>
              <a:ext cx="97675" cy="47050"/>
            </a:xfrm>
            <a:custGeom>
              <a:rect b="b" l="l" r="r" t="t"/>
              <a:pathLst>
                <a:path extrusionOk="0" h="1882" w="3907">
                  <a:moveTo>
                    <a:pt x="1" y="0"/>
                  </a:moveTo>
                  <a:lnTo>
                    <a:pt x="61" y="227"/>
                  </a:lnTo>
                  <a:lnTo>
                    <a:pt x="3501" y="1881"/>
                  </a:lnTo>
                  <a:lnTo>
                    <a:pt x="3906" y="188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4919950" y="2993050"/>
              <a:ext cx="185175" cy="90225"/>
            </a:xfrm>
            <a:custGeom>
              <a:rect b="b" l="l" r="r" t="t"/>
              <a:pathLst>
                <a:path extrusionOk="0" h="3609" w="7407">
                  <a:moveTo>
                    <a:pt x="7335" y="1"/>
                  </a:moveTo>
                  <a:lnTo>
                    <a:pt x="0" y="3608"/>
                  </a:lnTo>
                  <a:lnTo>
                    <a:pt x="417" y="3608"/>
                  </a:lnTo>
                  <a:lnTo>
                    <a:pt x="7406" y="179"/>
                  </a:lnTo>
                  <a:cubicBezTo>
                    <a:pt x="7394" y="167"/>
                    <a:pt x="7394" y="156"/>
                    <a:pt x="7382" y="156"/>
                  </a:cubicBezTo>
                  <a:cubicBezTo>
                    <a:pt x="7370" y="96"/>
                    <a:pt x="7347" y="48"/>
                    <a:pt x="733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4909525" y="2607000"/>
              <a:ext cx="182500" cy="476275"/>
            </a:xfrm>
            <a:custGeom>
              <a:rect b="b" l="l" r="r" t="t"/>
              <a:pathLst>
                <a:path extrusionOk="0" h="19051" w="7300">
                  <a:moveTo>
                    <a:pt x="7121" y="0"/>
                  </a:moveTo>
                  <a:lnTo>
                    <a:pt x="1" y="19050"/>
                  </a:lnTo>
                  <a:lnTo>
                    <a:pt x="191" y="19050"/>
                  </a:lnTo>
                  <a:lnTo>
                    <a:pt x="7299" y="60"/>
                  </a:lnTo>
                  <a:cubicBezTo>
                    <a:pt x="7240" y="48"/>
                    <a:pt x="7192" y="24"/>
                    <a:pt x="712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5113425" y="2823400"/>
              <a:ext cx="33075" cy="158075"/>
            </a:xfrm>
            <a:custGeom>
              <a:rect b="b" l="l" r="r" t="t"/>
              <a:pathLst>
                <a:path extrusionOk="0" h="6323" w="1323">
                  <a:moveTo>
                    <a:pt x="1143" y="0"/>
                  </a:moveTo>
                  <a:lnTo>
                    <a:pt x="0" y="6299"/>
                  </a:lnTo>
                  <a:cubicBezTo>
                    <a:pt x="60" y="6299"/>
                    <a:pt x="120" y="6311"/>
                    <a:pt x="179" y="6322"/>
                  </a:cubicBezTo>
                  <a:lnTo>
                    <a:pt x="1322" y="36"/>
                  </a:lnTo>
                  <a:cubicBezTo>
                    <a:pt x="1263" y="36"/>
                    <a:pt x="1203" y="24"/>
                    <a:pt x="114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5201525" y="2989775"/>
              <a:ext cx="925" cy="1225"/>
            </a:xfrm>
            <a:custGeom>
              <a:rect b="b" l="l" r="r" t="t"/>
              <a:pathLst>
                <a:path extrusionOk="0" h="49" w="37">
                  <a:moveTo>
                    <a:pt x="13" y="1"/>
                  </a:moveTo>
                  <a:cubicBezTo>
                    <a:pt x="13" y="13"/>
                    <a:pt x="1" y="37"/>
                    <a:pt x="1" y="48"/>
                  </a:cubicBezTo>
                  <a:lnTo>
                    <a:pt x="36" y="48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5156275" y="2820425"/>
              <a:ext cx="44975" cy="165800"/>
            </a:xfrm>
            <a:custGeom>
              <a:rect b="b" l="l" r="r" t="t"/>
              <a:pathLst>
                <a:path extrusionOk="0" h="6632" w="1799">
                  <a:moveTo>
                    <a:pt x="144" y="0"/>
                  </a:moveTo>
                  <a:cubicBezTo>
                    <a:pt x="132" y="24"/>
                    <a:pt x="120" y="36"/>
                    <a:pt x="96" y="36"/>
                  </a:cubicBezTo>
                  <a:cubicBezTo>
                    <a:pt x="72" y="48"/>
                    <a:pt x="25" y="84"/>
                    <a:pt x="1" y="95"/>
                  </a:cubicBezTo>
                  <a:lnTo>
                    <a:pt x="1608" y="6584"/>
                  </a:lnTo>
                  <a:cubicBezTo>
                    <a:pt x="1627" y="6573"/>
                    <a:pt x="1649" y="6568"/>
                    <a:pt x="1671" y="6568"/>
                  </a:cubicBezTo>
                  <a:cubicBezTo>
                    <a:pt x="1718" y="6568"/>
                    <a:pt x="1766" y="6591"/>
                    <a:pt x="1799" y="6632"/>
                  </a:cubicBezTo>
                  <a:lnTo>
                    <a:pt x="156" y="48"/>
                  </a:lnTo>
                  <a:cubicBezTo>
                    <a:pt x="156" y="36"/>
                    <a:pt x="144" y="12"/>
                    <a:pt x="14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5198850" y="2995450"/>
              <a:ext cx="26525" cy="87825"/>
            </a:xfrm>
            <a:custGeom>
              <a:rect b="b" l="l" r="r" t="t"/>
              <a:pathLst>
                <a:path extrusionOk="0" h="3513" w="1061">
                  <a:moveTo>
                    <a:pt x="1" y="0"/>
                  </a:moveTo>
                  <a:lnTo>
                    <a:pt x="382" y="1512"/>
                  </a:lnTo>
                  <a:lnTo>
                    <a:pt x="441" y="1750"/>
                  </a:lnTo>
                  <a:lnTo>
                    <a:pt x="870" y="3512"/>
                  </a:lnTo>
                  <a:lnTo>
                    <a:pt x="1060" y="3512"/>
                  </a:lnTo>
                  <a:lnTo>
                    <a:pt x="644" y="1857"/>
                  </a:lnTo>
                  <a:lnTo>
                    <a:pt x="584" y="1619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5123550" y="2988600"/>
              <a:ext cx="175625" cy="8950"/>
            </a:xfrm>
            <a:custGeom>
              <a:rect b="b" l="l" r="r" t="t"/>
              <a:pathLst>
                <a:path extrusionOk="0" h="358" w="7025">
                  <a:moveTo>
                    <a:pt x="0" y="0"/>
                  </a:moveTo>
                  <a:lnTo>
                    <a:pt x="0" y="0"/>
                  </a:lnTo>
                  <a:cubicBezTo>
                    <a:pt x="12" y="60"/>
                    <a:pt x="12" y="119"/>
                    <a:pt x="0" y="179"/>
                  </a:cubicBezTo>
                  <a:lnTo>
                    <a:pt x="24" y="179"/>
                  </a:lnTo>
                  <a:lnTo>
                    <a:pt x="3001" y="262"/>
                  </a:lnTo>
                  <a:lnTo>
                    <a:pt x="3191" y="262"/>
                  </a:lnTo>
                  <a:lnTo>
                    <a:pt x="6989" y="357"/>
                  </a:lnTo>
                  <a:lnTo>
                    <a:pt x="6977" y="286"/>
                  </a:lnTo>
                  <a:lnTo>
                    <a:pt x="6977" y="274"/>
                  </a:lnTo>
                  <a:lnTo>
                    <a:pt x="6977" y="262"/>
                  </a:lnTo>
                  <a:lnTo>
                    <a:pt x="6977" y="238"/>
                  </a:lnTo>
                  <a:lnTo>
                    <a:pt x="6977" y="226"/>
                  </a:lnTo>
                  <a:cubicBezTo>
                    <a:pt x="6977" y="226"/>
                    <a:pt x="6977" y="215"/>
                    <a:pt x="6989" y="215"/>
                  </a:cubicBezTo>
                  <a:lnTo>
                    <a:pt x="7025" y="167"/>
                  </a:lnTo>
                  <a:lnTo>
                    <a:pt x="3155" y="60"/>
                  </a:lnTo>
                  <a:lnTo>
                    <a:pt x="3120" y="95"/>
                  </a:lnTo>
                  <a:cubicBezTo>
                    <a:pt x="3108" y="119"/>
                    <a:pt x="3096" y="131"/>
                    <a:pt x="3060" y="155"/>
                  </a:cubicBezTo>
                  <a:cubicBezTo>
                    <a:pt x="3038" y="166"/>
                    <a:pt x="3013" y="171"/>
                    <a:pt x="2986" y="171"/>
                  </a:cubicBezTo>
                  <a:cubicBezTo>
                    <a:pt x="2927" y="171"/>
                    <a:pt x="2863" y="145"/>
                    <a:pt x="2822" y="95"/>
                  </a:cubicBezTo>
                  <a:lnTo>
                    <a:pt x="2822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5302725" y="2995150"/>
              <a:ext cx="138750" cy="88125"/>
            </a:xfrm>
            <a:custGeom>
              <a:rect b="b" l="l" r="r" t="t"/>
              <a:pathLst>
                <a:path extrusionOk="0" h="3525" w="5550">
                  <a:moveTo>
                    <a:pt x="37" y="0"/>
                  </a:moveTo>
                  <a:lnTo>
                    <a:pt x="1" y="36"/>
                  </a:lnTo>
                  <a:lnTo>
                    <a:pt x="37" y="214"/>
                  </a:lnTo>
                  <a:lnTo>
                    <a:pt x="5216" y="3524"/>
                  </a:lnTo>
                  <a:lnTo>
                    <a:pt x="5549" y="352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5297675" y="2995725"/>
              <a:ext cx="21750" cy="84275"/>
            </a:xfrm>
            <a:custGeom>
              <a:rect b="b" l="l" r="r" t="t"/>
              <a:pathLst>
                <a:path extrusionOk="0" h="3371" w="870">
                  <a:moveTo>
                    <a:pt x="191" y="1"/>
                  </a:moveTo>
                  <a:lnTo>
                    <a:pt x="179" y="49"/>
                  </a:lnTo>
                  <a:cubicBezTo>
                    <a:pt x="156" y="72"/>
                    <a:pt x="122" y="90"/>
                    <a:pt x="89" y="90"/>
                  </a:cubicBezTo>
                  <a:cubicBezTo>
                    <a:pt x="71" y="90"/>
                    <a:pt x="53" y="85"/>
                    <a:pt x="36" y="72"/>
                  </a:cubicBezTo>
                  <a:cubicBezTo>
                    <a:pt x="12" y="60"/>
                    <a:pt x="12" y="37"/>
                    <a:pt x="0" y="13"/>
                  </a:cubicBezTo>
                  <a:lnTo>
                    <a:pt x="0" y="13"/>
                  </a:lnTo>
                  <a:lnTo>
                    <a:pt x="12" y="96"/>
                  </a:lnTo>
                  <a:lnTo>
                    <a:pt x="691" y="3370"/>
                  </a:lnTo>
                  <a:cubicBezTo>
                    <a:pt x="751" y="3335"/>
                    <a:pt x="810" y="3335"/>
                    <a:pt x="870" y="3335"/>
                  </a:cubicBezTo>
                  <a:lnTo>
                    <a:pt x="215" y="180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5349175" y="2817450"/>
              <a:ext cx="69375" cy="103300"/>
            </a:xfrm>
            <a:custGeom>
              <a:rect b="b" l="l" r="r" t="t"/>
              <a:pathLst>
                <a:path extrusionOk="0" h="4132" w="2775">
                  <a:moveTo>
                    <a:pt x="2620" y="0"/>
                  </a:moveTo>
                  <a:lnTo>
                    <a:pt x="0" y="3977"/>
                  </a:lnTo>
                  <a:lnTo>
                    <a:pt x="119" y="4132"/>
                  </a:lnTo>
                  <a:lnTo>
                    <a:pt x="2774" y="95"/>
                  </a:lnTo>
                  <a:cubicBezTo>
                    <a:pt x="2715" y="72"/>
                    <a:pt x="2667" y="36"/>
                    <a:pt x="262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5297975" y="2921625"/>
              <a:ext cx="51825" cy="76825"/>
            </a:xfrm>
            <a:custGeom>
              <a:rect b="b" l="l" r="r" t="t"/>
              <a:pathLst>
                <a:path extrusionOk="0" h="3073" w="2073">
                  <a:moveTo>
                    <a:pt x="1953" y="0"/>
                  </a:moveTo>
                  <a:lnTo>
                    <a:pt x="48" y="2882"/>
                  </a:lnTo>
                  <a:lnTo>
                    <a:pt x="12" y="2917"/>
                  </a:lnTo>
                  <a:cubicBezTo>
                    <a:pt x="12" y="2917"/>
                    <a:pt x="12" y="2941"/>
                    <a:pt x="0" y="2941"/>
                  </a:cubicBezTo>
                  <a:lnTo>
                    <a:pt x="0" y="2953"/>
                  </a:lnTo>
                  <a:lnTo>
                    <a:pt x="0" y="2965"/>
                  </a:lnTo>
                  <a:lnTo>
                    <a:pt x="0" y="2977"/>
                  </a:lnTo>
                  <a:lnTo>
                    <a:pt x="0" y="3001"/>
                  </a:lnTo>
                  <a:cubicBezTo>
                    <a:pt x="0" y="3024"/>
                    <a:pt x="12" y="3036"/>
                    <a:pt x="48" y="3060"/>
                  </a:cubicBezTo>
                  <a:cubicBezTo>
                    <a:pt x="60" y="3068"/>
                    <a:pt x="74" y="3072"/>
                    <a:pt x="90" y="3072"/>
                  </a:cubicBezTo>
                  <a:cubicBezTo>
                    <a:pt x="121" y="3072"/>
                    <a:pt x="155" y="3056"/>
                    <a:pt x="179" y="3024"/>
                  </a:cubicBezTo>
                  <a:lnTo>
                    <a:pt x="191" y="2989"/>
                  </a:lnTo>
                  <a:lnTo>
                    <a:pt x="227" y="2953"/>
                  </a:lnTo>
                  <a:lnTo>
                    <a:pt x="2072" y="155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5247975" y="2787475"/>
              <a:ext cx="2700" cy="1425"/>
            </a:xfrm>
            <a:custGeom>
              <a:rect b="b" l="l" r="r" t="t"/>
              <a:pathLst>
                <a:path extrusionOk="0" h="57" w="108">
                  <a:moveTo>
                    <a:pt x="48" y="1"/>
                  </a:moveTo>
                  <a:cubicBezTo>
                    <a:pt x="32" y="1"/>
                    <a:pt x="15" y="4"/>
                    <a:pt x="0" y="8"/>
                  </a:cubicBezTo>
                  <a:lnTo>
                    <a:pt x="48" y="56"/>
                  </a:lnTo>
                  <a:cubicBezTo>
                    <a:pt x="60" y="44"/>
                    <a:pt x="95" y="44"/>
                    <a:pt x="107" y="20"/>
                  </a:cubicBezTo>
                  <a:cubicBezTo>
                    <a:pt x="93" y="6"/>
                    <a:pt x="71" y="1"/>
                    <a:pt x="48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5264925" y="2810300"/>
              <a:ext cx="211375" cy="272375"/>
            </a:xfrm>
            <a:custGeom>
              <a:rect b="b" l="l" r="r" t="t"/>
              <a:pathLst>
                <a:path extrusionOk="0" h="10895" w="8455">
                  <a:moveTo>
                    <a:pt x="132" y="0"/>
                  </a:moveTo>
                  <a:cubicBezTo>
                    <a:pt x="84" y="48"/>
                    <a:pt x="36" y="96"/>
                    <a:pt x="1" y="119"/>
                  </a:cubicBezTo>
                  <a:lnTo>
                    <a:pt x="3287" y="4429"/>
                  </a:lnTo>
                  <a:lnTo>
                    <a:pt x="3406" y="4572"/>
                  </a:lnTo>
                  <a:lnTo>
                    <a:pt x="8228" y="10895"/>
                  </a:lnTo>
                  <a:lnTo>
                    <a:pt x="8454" y="10895"/>
                  </a:lnTo>
                  <a:lnTo>
                    <a:pt x="3489" y="4406"/>
                  </a:lnTo>
                  <a:lnTo>
                    <a:pt x="3370" y="4263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5094375" y="2607000"/>
              <a:ext cx="50025" cy="177725"/>
            </a:xfrm>
            <a:custGeom>
              <a:rect b="b" l="l" r="r" t="t"/>
              <a:pathLst>
                <a:path extrusionOk="0" h="7109" w="2001">
                  <a:moveTo>
                    <a:pt x="179" y="0"/>
                  </a:moveTo>
                  <a:cubicBezTo>
                    <a:pt x="120" y="48"/>
                    <a:pt x="60" y="60"/>
                    <a:pt x="0" y="60"/>
                  </a:cubicBezTo>
                  <a:lnTo>
                    <a:pt x="1822" y="7108"/>
                  </a:lnTo>
                  <a:cubicBezTo>
                    <a:pt x="1882" y="7085"/>
                    <a:pt x="1941" y="7073"/>
                    <a:pt x="2001" y="7073"/>
                  </a:cubicBez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5098850" y="2605500"/>
              <a:ext cx="150325" cy="186375"/>
            </a:xfrm>
            <a:custGeom>
              <a:rect b="b" l="l" r="r" t="t"/>
              <a:pathLst>
                <a:path extrusionOk="0" h="7455" w="6013">
                  <a:moveTo>
                    <a:pt x="60" y="1"/>
                  </a:moveTo>
                  <a:cubicBezTo>
                    <a:pt x="48" y="13"/>
                    <a:pt x="12" y="25"/>
                    <a:pt x="0" y="49"/>
                  </a:cubicBezTo>
                  <a:lnTo>
                    <a:pt x="5882" y="7454"/>
                  </a:lnTo>
                  <a:cubicBezTo>
                    <a:pt x="5906" y="7407"/>
                    <a:pt x="5965" y="7371"/>
                    <a:pt x="6013" y="7335"/>
                  </a:cubicBezTo>
                  <a:lnTo>
                    <a:pt x="5965" y="7276"/>
                  </a:lnTo>
                  <a:lnTo>
                    <a:pt x="322" y="179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5270300" y="2802250"/>
              <a:ext cx="141400" cy="10750"/>
            </a:xfrm>
            <a:custGeom>
              <a:rect b="b" l="l" r="r" t="t"/>
              <a:pathLst>
                <a:path extrusionOk="0" h="430" w="5656">
                  <a:moveTo>
                    <a:pt x="48" y="1"/>
                  </a:moveTo>
                  <a:lnTo>
                    <a:pt x="0" y="179"/>
                  </a:lnTo>
                  <a:lnTo>
                    <a:pt x="5656" y="430"/>
                  </a:lnTo>
                  <a:cubicBezTo>
                    <a:pt x="5644" y="370"/>
                    <a:pt x="5644" y="310"/>
                    <a:pt x="5656" y="251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5167300" y="2797500"/>
              <a:ext cx="75625" cy="7750"/>
            </a:xfrm>
            <a:custGeom>
              <a:rect b="b" l="l" r="r" t="t"/>
              <a:pathLst>
                <a:path extrusionOk="0" h="310" w="3025">
                  <a:moveTo>
                    <a:pt x="1" y="0"/>
                  </a:moveTo>
                  <a:lnTo>
                    <a:pt x="1" y="0"/>
                  </a:lnTo>
                  <a:cubicBezTo>
                    <a:pt x="12" y="60"/>
                    <a:pt x="36" y="119"/>
                    <a:pt x="36" y="179"/>
                  </a:cubicBezTo>
                  <a:lnTo>
                    <a:pt x="3025" y="310"/>
                  </a:lnTo>
                  <a:cubicBezTo>
                    <a:pt x="3013" y="262"/>
                    <a:pt x="3013" y="191"/>
                    <a:pt x="3013" y="13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5100325" y="2601350"/>
              <a:ext cx="313750" cy="206300"/>
            </a:xfrm>
            <a:custGeom>
              <a:rect b="b" l="l" r="r" t="t"/>
              <a:pathLst>
                <a:path extrusionOk="0" h="8252" w="12550">
                  <a:moveTo>
                    <a:pt x="108" y="0"/>
                  </a:moveTo>
                  <a:cubicBezTo>
                    <a:pt x="96" y="60"/>
                    <a:pt x="48" y="107"/>
                    <a:pt x="1" y="155"/>
                  </a:cubicBezTo>
                  <a:lnTo>
                    <a:pt x="286" y="345"/>
                  </a:lnTo>
                  <a:lnTo>
                    <a:pt x="12455" y="8251"/>
                  </a:lnTo>
                  <a:cubicBezTo>
                    <a:pt x="12478" y="8192"/>
                    <a:pt x="12502" y="8132"/>
                    <a:pt x="12550" y="8085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5428950" y="2814475"/>
              <a:ext cx="164325" cy="108950"/>
            </a:xfrm>
            <a:custGeom>
              <a:rect b="b" l="l" r="r" t="t"/>
              <a:pathLst>
                <a:path extrusionOk="0" h="4358" w="6573">
                  <a:moveTo>
                    <a:pt x="107" y="0"/>
                  </a:moveTo>
                  <a:cubicBezTo>
                    <a:pt x="72" y="60"/>
                    <a:pt x="48" y="107"/>
                    <a:pt x="0" y="155"/>
                  </a:cubicBezTo>
                  <a:lnTo>
                    <a:pt x="6501" y="4358"/>
                  </a:lnTo>
                  <a:cubicBezTo>
                    <a:pt x="6513" y="4322"/>
                    <a:pt x="6513" y="4286"/>
                    <a:pt x="6549" y="4251"/>
                  </a:cubicBezTo>
                  <a:cubicBezTo>
                    <a:pt x="6549" y="4227"/>
                    <a:pt x="6560" y="4215"/>
                    <a:pt x="6572" y="4203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3"/>
            <p:cNvSpPr/>
            <p:nvPr/>
          </p:nvSpPr>
          <p:spPr>
            <a:xfrm>
              <a:off x="5542350" y="2760000"/>
              <a:ext cx="82775" cy="84250"/>
            </a:xfrm>
            <a:custGeom>
              <a:rect b="b" l="l" r="r" t="t"/>
              <a:pathLst>
                <a:path extrusionOk="0" h="3370" w="3311">
                  <a:moveTo>
                    <a:pt x="119" y="0"/>
                  </a:moveTo>
                  <a:cubicBezTo>
                    <a:pt x="84" y="36"/>
                    <a:pt x="48" y="95"/>
                    <a:pt x="0" y="131"/>
                  </a:cubicBezTo>
                  <a:lnTo>
                    <a:pt x="3167" y="3370"/>
                  </a:lnTo>
                  <a:cubicBezTo>
                    <a:pt x="3191" y="3334"/>
                    <a:pt x="3227" y="3298"/>
                    <a:pt x="3275" y="3274"/>
                  </a:cubicBezTo>
                  <a:cubicBezTo>
                    <a:pt x="3287" y="3274"/>
                    <a:pt x="3287" y="3251"/>
                    <a:pt x="3310" y="3251"/>
                  </a:cubicBezTo>
                  <a:lnTo>
                    <a:pt x="11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5525375" y="2931750"/>
              <a:ext cx="73550" cy="151525"/>
            </a:xfrm>
            <a:custGeom>
              <a:rect b="b" l="l" r="r" t="t"/>
              <a:pathLst>
                <a:path extrusionOk="0" h="6061" w="2942">
                  <a:moveTo>
                    <a:pt x="2763" y="0"/>
                  </a:moveTo>
                  <a:lnTo>
                    <a:pt x="1" y="6060"/>
                  </a:lnTo>
                  <a:lnTo>
                    <a:pt x="203" y="6060"/>
                  </a:lnTo>
                  <a:lnTo>
                    <a:pt x="2942" y="72"/>
                  </a:lnTo>
                  <a:cubicBezTo>
                    <a:pt x="2882" y="72"/>
                    <a:pt x="2834" y="60"/>
                    <a:pt x="2775" y="36"/>
                  </a:cubicBezTo>
                  <a:cubicBezTo>
                    <a:pt x="2763" y="12"/>
                    <a:pt x="2763" y="0"/>
                    <a:pt x="276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5603675" y="2928475"/>
              <a:ext cx="78000" cy="52400"/>
            </a:xfrm>
            <a:custGeom>
              <a:rect b="b" l="l" r="r" t="t"/>
              <a:pathLst>
                <a:path extrusionOk="0" h="2096" w="3120">
                  <a:moveTo>
                    <a:pt x="119" y="0"/>
                  </a:moveTo>
                  <a:cubicBezTo>
                    <a:pt x="107" y="12"/>
                    <a:pt x="107" y="24"/>
                    <a:pt x="95" y="60"/>
                  </a:cubicBezTo>
                  <a:lnTo>
                    <a:pt x="0" y="143"/>
                  </a:lnTo>
                  <a:lnTo>
                    <a:pt x="3072" y="2096"/>
                  </a:lnTo>
                  <a:lnTo>
                    <a:pt x="3120" y="191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5600700" y="2860600"/>
              <a:ext cx="29775" cy="58950"/>
            </a:xfrm>
            <a:custGeom>
              <a:rect b="b" l="l" r="r" t="t"/>
              <a:pathLst>
                <a:path extrusionOk="0" h="2358" w="1191">
                  <a:moveTo>
                    <a:pt x="1000" y="1"/>
                  </a:moveTo>
                  <a:lnTo>
                    <a:pt x="0" y="2263"/>
                  </a:lnTo>
                  <a:cubicBezTo>
                    <a:pt x="36" y="2287"/>
                    <a:pt x="83" y="2287"/>
                    <a:pt x="107" y="2310"/>
                  </a:cubicBezTo>
                  <a:cubicBezTo>
                    <a:pt x="143" y="2322"/>
                    <a:pt x="155" y="2346"/>
                    <a:pt x="167" y="2358"/>
                  </a:cubicBezTo>
                  <a:lnTo>
                    <a:pt x="1191" y="36"/>
                  </a:lnTo>
                  <a:cubicBezTo>
                    <a:pt x="1131" y="36"/>
                    <a:pt x="1060" y="36"/>
                    <a:pt x="100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5706050" y="26844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5634325" y="2690050"/>
              <a:ext cx="68475" cy="154200"/>
            </a:xfrm>
            <a:custGeom>
              <a:rect b="b" l="l" r="r" t="t"/>
              <a:pathLst>
                <a:path extrusionOk="0" h="6168" w="2739">
                  <a:moveTo>
                    <a:pt x="2739" y="0"/>
                  </a:moveTo>
                  <a:lnTo>
                    <a:pt x="2656" y="24"/>
                  </a:lnTo>
                  <a:lnTo>
                    <a:pt x="0" y="6049"/>
                  </a:lnTo>
                  <a:cubicBezTo>
                    <a:pt x="60" y="6084"/>
                    <a:pt x="108" y="6132"/>
                    <a:pt x="143" y="6168"/>
                  </a:cubicBezTo>
                  <a:lnTo>
                    <a:pt x="2727" y="322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5704575" y="2684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5705475" y="2684400"/>
              <a:ext cx="0" cy="25"/>
            </a:xfrm>
            <a:custGeom>
              <a:rect b="b" l="l" r="r" t="t"/>
              <a:pathLst>
                <a:path extrusionOk="0" h="1" w="12000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5544725" y="2684975"/>
              <a:ext cx="159275" cy="67000"/>
            </a:xfrm>
            <a:custGeom>
              <a:rect b="b" l="l" r="r" t="t"/>
              <a:pathLst>
                <a:path extrusionOk="0" h="2680" w="6371">
                  <a:moveTo>
                    <a:pt x="6370" y="1"/>
                  </a:moveTo>
                  <a:cubicBezTo>
                    <a:pt x="6360" y="1"/>
                    <a:pt x="6352" y="5"/>
                    <a:pt x="6346" y="11"/>
                  </a:cubicBezTo>
                  <a:lnTo>
                    <a:pt x="6346" y="11"/>
                  </a:lnTo>
                  <a:lnTo>
                    <a:pt x="6370" y="1"/>
                  </a:lnTo>
                  <a:close/>
                  <a:moveTo>
                    <a:pt x="6346" y="11"/>
                  </a:moveTo>
                  <a:lnTo>
                    <a:pt x="1" y="2537"/>
                  </a:lnTo>
                  <a:lnTo>
                    <a:pt x="1" y="2549"/>
                  </a:lnTo>
                  <a:cubicBezTo>
                    <a:pt x="60" y="2561"/>
                    <a:pt x="72" y="2620"/>
                    <a:pt x="84" y="2680"/>
                  </a:cubicBezTo>
                  <a:lnTo>
                    <a:pt x="6251" y="227"/>
                  </a:lnTo>
                  <a:lnTo>
                    <a:pt x="6323" y="203"/>
                  </a:lnTo>
                  <a:lnTo>
                    <a:pt x="6323" y="60"/>
                  </a:lnTo>
                  <a:lnTo>
                    <a:pt x="6323" y="48"/>
                  </a:lnTo>
                  <a:lnTo>
                    <a:pt x="6323" y="37"/>
                  </a:lnTo>
                  <a:cubicBezTo>
                    <a:pt x="6323" y="25"/>
                    <a:pt x="6335" y="25"/>
                    <a:pt x="6335" y="25"/>
                  </a:cubicBezTo>
                  <a:cubicBezTo>
                    <a:pt x="6335" y="25"/>
                    <a:pt x="6339" y="17"/>
                    <a:pt x="6346" y="1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3"/>
            <p:cNvSpPr/>
            <p:nvPr/>
          </p:nvSpPr>
          <p:spPr>
            <a:xfrm>
              <a:off x="5705750" y="26844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5706050" y="26844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3"/>
            <p:cNvSpPr/>
            <p:nvPr/>
          </p:nvSpPr>
          <p:spPr>
            <a:xfrm>
              <a:off x="5705475" y="2684400"/>
              <a:ext cx="300" cy="25"/>
            </a:xfrm>
            <a:custGeom>
              <a:rect b="b" l="l" r="r" t="t"/>
              <a:pathLst>
                <a:path extrusionOk="0" h="1" w="12">
                  <a:moveTo>
                    <a:pt x="12" y="0"/>
                  </a:moveTo>
                  <a:lnTo>
                    <a:pt x="12" y="0"/>
                  </a:lnTo>
                  <a:cubicBezTo>
                    <a:pt x="0" y="0"/>
                    <a:pt x="0" y="0"/>
                    <a:pt x="12" y="0"/>
                  </a:cubicBezTo>
                  <a:cubicBezTo>
                    <a:pt x="0" y="0"/>
                    <a:pt x="0" y="0"/>
                    <a:pt x="12" y="0"/>
                  </a:cubicBez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3"/>
            <p:cNvSpPr/>
            <p:nvPr/>
          </p:nvSpPr>
          <p:spPr>
            <a:xfrm>
              <a:off x="5706350" y="2684400"/>
              <a:ext cx="181600" cy="98250"/>
            </a:xfrm>
            <a:custGeom>
              <a:rect b="b" l="l" r="r" t="t"/>
              <a:pathLst>
                <a:path extrusionOk="0" h="3930" w="7264">
                  <a:moveTo>
                    <a:pt x="1" y="0"/>
                  </a:moveTo>
                  <a:lnTo>
                    <a:pt x="18" y="9"/>
                  </a:lnTo>
                  <a:lnTo>
                    <a:pt x="18" y="9"/>
                  </a:lnTo>
                  <a:cubicBezTo>
                    <a:pt x="13" y="5"/>
                    <a:pt x="7" y="2"/>
                    <a:pt x="1" y="0"/>
                  </a:cubicBezTo>
                  <a:close/>
                  <a:moveTo>
                    <a:pt x="18" y="9"/>
                  </a:moveTo>
                  <a:cubicBezTo>
                    <a:pt x="40" y="25"/>
                    <a:pt x="48" y="54"/>
                    <a:pt x="48" y="83"/>
                  </a:cubicBezTo>
                  <a:lnTo>
                    <a:pt x="48" y="238"/>
                  </a:lnTo>
                  <a:lnTo>
                    <a:pt x="7264" y="3929"/>
                  </a:lnTo>
                  <a:lnTo>
                    <a:pt x="7264" y="3715"/>
                  </a:lnTo>
                  <a:lnTo>
                    <a:pt x="18" y="9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3"/>
            <p:cNvSpPr/>
            <p:nvPr/>
          </p:nvSpPr>
          <p:spPr>
            <a:xfrm>
              <a:off x="5703075" y="2685575"/>
              <a:ext cx="325" cy="325"/>
            </a:xfrm>
            <a:custGeom>
              <a:rect b="b" l="l" r="r" t="t"/>
              <a:pathLst>
                <a:path extrusionOk="0" h="13" w="13">
                  <a:moveTo>
                    <a:pt x="13" y="1"/>
                  </a:moveTo>
                  <a:cubicBezTo>
                    <a:pt x="1" y="1"/>
                    <a:pt x="1" y="1"/>
                    <a:pt x="1" y="13"/>
                  </a:cubicBezTo>
                  <a:cubicBezTo>
                    <a:pt x="1" y="13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3"/>
            <p:cNvSpPr/>
            <p:nvPr/>
          </p:nvSpPr>
          <p:spPr>
            <a:xfrm>
              <a:off x="5704575" y="2684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3"/>
            <p:cNvSpPr/>
            <p:nvPr/>
          </p:nvSpPr>
          <p:spPr>
            <a:xfrm>
              <a:off x="5703375" y="26855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3"/>
            <p:cNvSpPr/>
            <p:nvPr/>
          </p:nvSpPr>
          <p:spPr>
            <a:xfrm>
              <a:off x="5806975" y="2990975"/>
              <a:ext cx="80975" cy="92300"/>
            </a:xfrm>
            <a:custGeom>
              <a:rect b="b" l="l" r="r" t="t"/>
              <a:pathLst>
                <a:path extrusionOk="0" h="3692" w="3239">
                  <a:moveTo>
                    <a:pt x="3239" y="0"/>
                  </a:moveTo>
                  <a:lnTo>
                    <a:pt x="0" y="3691"/>
                  </a:lnTo>
                  <a:lnTo>
                    <a:pt x="250" y="3691"/>
                  </a:lnTo>
                  <a:lnTo>
                    <a:pt x="3239" y="262"/>
                  </a:lnTo>
                  <a:lnTo>
                    <a:pt x="323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5690575" y="3002575"/>
              <a:ext cx="6875" cy="80700"/>
            </a:xfrm>
            <a:custGeom>
              <a:rect b="b" l="l" r="r" t="t"/>
              <a:pathLst>
                <a:path extrusionOk="0" h="3228" w="275">
                  <a:moveTo>
                    <a:pt x="96" y="1"/>
                  </a:moveTo>
                  <a:lnTo>
                    <a:pt x="1" y="3227"/>
                  </a:lnTo>
                  <a:lnTo>
                    <a:pt x="179" y="3227"/>
                  </a:lnTo>
                  <a:lnTo>
                    <a:pt x="275" y="60"/>
                  </a:lnTo>
                  <a:cubicBezTo>
                    <a:pt x="215" y="37"/>
                    <a:pt x="155" y="25"/>
                    <a:pt x="9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5695050" y="2684400"/>
              <a:ext cx="12825" cy="278925"/>
            </a:xfrm>
            <a:custGeom>
              <a:rect b="b" l="l" r="r" t="t"/>
              <a:pathLst>
                <a:path extrusionOk="0" h="11157" w="513">
                  <a:moveTo>
                    <a:pt x="393" y="0"/>
                  </a:moveTo>
                  <a:cubicBezTo>
                    <a:pt x="381" y="0"/>
                    <a:pt x="381" y="0"/>
                    <a:pt x="369" y="12"/>
                  </a:cubicBezTo>
                  <a:cubicBezTo>
                    <a:pt x="357" y="12"/>
                    <a:pt x="357" y="24"/>
                    <a:pt x="357" y="24"/>
                  </a:cubicBezTo>
                  <a:cubicBezTo>
                    <a:pt x="357" y="24"/>
                    <a:pt x="357" y="48"/>
                    <a:pt x="334" y="48"/>
                  </a:cubicBezTo>
                  <a:lnTo>
                    <a:pt x="334" y="60"/>
                  </a:lnTo>
                  <a:lnTo>
                    <a:pt x="334" y="191"/>
                  </a:lnTo>
                  <a:lnTo>
                    <a:pt x="322" y="524"/>
                  </a:lnTo>
                  <a:lnTo>
                    <a:pt x="0" y="11156"/>
                  </a:lnTo>
                  <a:lnTo>
                    <a:pt x="179" y="11120"/>
                  </a:lnTo>
                  <a:lnTo>
                    <a:pt x="512" y="202"/>
                  </a:lnTo>
                  <a:lnTo>
                    <a:pt x="512" y="60"/>
                  </a:lnTo>
                  <a:cubicBezTo>
                    <a:pt x="500" y="60"/>
                    <a:pt x="488" y="12"/>
                    <a:pt x="44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5680150" y="2962925"/>
              <a:ext cx="44675" cy="40925"/>
            </a:xfrm>
            <a:custGeom>
              <a:rect b="b" l="l" r="r" t="t"/>
              <a:pathLst>
                <a:path extrusionOk="0" h="1637" w="1787">
                  <a:moveTo>
                    <a:pt x="818" y="1"/>
                  </a:moveTo>
                  <a:cubicBezTo>
                    <a:pt x="796" y="1"/>
                    <a:pt x="773" y="2"/>
                    <a:pt x="751" y="3"/>
                  </a:cubicBezTo>
                  <a:cubicBezTo>
                    <a:pt x="692" y="3"/>
                    <a:pt x="632" y="15"/>
                    <a:pt x="572" y="51"/>
                  </a:cubicBezTo>
                  <a:cubicBezTo>
                    <a:pt x="513" y="63"/>
                    <a:pt x="453" y="99"/>
                    <a:pt x="394" y="122"/>
                  </a:cubicBezTo>
                  <a:cubicBezTo>
                    <a:pt x="239" y="229"/>
                    <a:pt x="132" y="360"/>
                    <a:pt x="72" y="527"/>
                  </a:cubicBezTo>
                  <a:cubicBezTo>
                    <a:pt x="37" y="587"/>
                    <a:pt x="25" y="646"/>
                    <a:pt x="25" y="706"/>
                  </a:cubicBezTo>
                  <a:cubicBezTo>
                    <a:pt x="1" y="884"/>
                    <a:pt x="37" y="1075"/>
                    <a:pt x="144" y="1242"/>
                  </a:cubicBezTo>
                  <a:cubicBezTo>
                    <a:pt x="227" y="1384"/>
                    <a:pt x="370" y="1492"/>
                    <a:pt x="525" y="1563"/>
                  </a:cubicBezTo>
                  <a:cubicBezTo>
                    <a:pt x="596" y="1599"/>
                    <a:pt x="644" y="1611"/>
                    <a:pt x="715" y="1623"/>
                  </a:cubicBezTo>
                  <a:cubicBezTo>
                    <a:pt x="764" y="1632"/>
                    <a:pt x="813" y="1636"/>
                    <a:pt x="861" y="1636"/>
                  </a:cubicBezTo>
                  <a:cubicBezTo>
                    <a:pt x="1002" y="1636"/>
                    <a:pt x="1142" y="1598"/>
                    <a:pt x="1275" y="1527"/>
                  </a:cubicBezTo>
                  <a:cubicBezTo>
                    <a:pt x="1656" y="1289"/>
                    <a:pt x="1787" y="777"/>
                    <a:pt x="1537" y="396"/>
                  </a:cubicBezTo>
                  <a:cubicBezTo>
                    <a:pt x="1371" y="142"/>
                    <a:pt x="1103" y="1"/>
                    <a:pt x="81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3"/>
            <p:cNvSpPr/>
            <p:nvPr/>
          </p:nvSpPr>
          <p:spPr>
            <a:xfrm>
              <a:off x="5242300" y="2786925"/>
              <a:ext cx="29500" cy="28675"/>
            </a:xfrm>
            <a:custGeom>
              <a:rect b="b" l="l" r="r" t="t"/>
              <a:pathLst>
                <a:path extrusionOk="0" h="1147" w="1180">
                  <a:moveTo>
                    <a:pt x="590" y="1"/>
                  </a:moveTo>
                  <a:cubicBezTo>
                    <a:pt x="504" y="1"/>
                    <a:pt x="417" y="18"/>
                    <a:pt x="334" y="54"/>
                  </a:cubicBezTo>
                  <a:cubicBezTo>
                    <a:pt x="322" y="66"/>
                    <a:pt x="287" y="66"/>
                    <a:pt x="275" y="78"/>
                  </a:cubicBezTo>
                  <a:cubicBezTo>
                    <a:pt x="215" y="114"/>
                    <a:pt x="168" y="150"/>
                    <a:pt x="144" y="197"/>
                  </a:cubicBezTo>
                  <a:cubicBezTo>
                    <a:pt x="49" y="304"/>
                    <a:pt x="1" y="423"/>
                    <a:pt x="1" y="554"/>
                  </a:cubicBezTo>
                  <a:cubicBezTo>
                    <a:pt x="1" y="614"/>
                    <a:pt x="25" y="673"/>
                    <a:pt x="37" y="733"/>
                  </a:cubicBezTo>
                  <a:cubicBezTo>
                    <a:pt x="49" y="781"/>
                    <a:pt x="72" y="828"/>
                    <a:pt x="96" y="864"/>
                  </a:cubicBezTo>
                  <a:cubicBezTo>
                    <a:pt x="213" y="1051"/>
                    <a:pt x="407" y="1146"/>
                    <a:pt x="603" y="1146"/>
                  </a:cubicBezTo>
                  <a:cubicBezTo>
                    <a:pt x="707" y="1146"/>
                    <a:pt x="811" y="1120"/>
                    <a:pt x="906" y="1066"/>
                  </a:cubicBezTo>
                  <a:cubicBezTo>
                    <a:pt x="965" y="1031"/>
                    <a:pt x="1001" y="983"/>
                    <a:pt x="1037" y="947"/>
                  </a:cubicBezTo>
                  <a:cubicBezTo>
                    <a:pt x="1084" y="900"/>
                    <a:pt x="1108" y="840"/>
                    <a:pt x="1120" y="792"/>
                  </a:cubicBezTo>
                  <a:lnTo>
                    <a:pt x="1168" y="614"/>
                  </a:lnTo>
                  <a:cubicBezTo>
                    <a:pt x="1180" y="495"/>
                    <a:pt x="1156" y="376"/>
                    <a:pt x="1084" y="269"/>
                  </a:cubicBezTo>
                  <a:cubicBezTo>
                    <a:pt x="976" y="94"/>
                    <a:pt x="787" y="1"/>
                    <a:pt x="59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5124150" y="2783375"/>
              <a:ext cx="44375" cy="41000"/>
            </a:xfrm>
            <a:custGeom>
              <a:rect b="b" l="l" r="r" t="t"/>
              <a:pathLst>
                <a:path extrusionOk="0" h="1640" w="1775">
                  <a:moveTo>
                    <a:pt x="916" y="0"/>
                  </a:moveTo>
                  <a:cubicBezTo>
                    <a:pt x="884" y="0"/>
                    <a:pt x="853" y="2"/>
                    <a:pt x="822" y="6"/>
                  </a:cubicBezTo>
                  <a:lnTo>
                    <a:pt x="643" y="53"/>
                  </a:lnTo>
                  <a:cubicBezTo>
                    <a:pt x="595" y="65"/>
                    <a:pt x="548" y="101"/>
                    <a:pt x="512" y="113"/>
                  </a:cubicBezTo>
                  <a:cubicBezTo>
                    <a:pt x="119" y="351"/>
                    <a:pt x="0" y="863"/>
                    <a:pt x="238" y="1244"/>
                  </a:cubicBezTo>
                  <a:cubicBezTo>
                    <a:pt x="345" y="1423"/>
                    <a:pt x="524" y="1542"/>
                    <a:pt x="703" y="1601"/>
                  </a:cubicBezTo>
                  <a:cubicBezTo>
                    <a:pt x="762" y="1613"/>
                    <a:pt x="822" y="1637"/>
                    <a:pt x="881" y="1637"/>
                  </a:cubicBezTo>
                  <a:cubicBezTo>
                    <a:pt x="904" y="1639"/>
                    <a:pt x="926" y="1640"/>
                    <a:pt x="949" y="1640"/>
                  </a:cubicBezTo>
                  <a:cubicBezTo>
                    <a:pt x="1057" y="1640"/>
                    <a:pt x="1164" y="1617"/>
                    <a:pt x="1262" y="1577"/>
                  </a:cubicBezTo>
                  <a:cubicBezTo>
                    <a:pt x="1298" y="1566"/>
                    <a:pt x="1346" y="1542"/>
                    <a:pt x="1369" y="1518"/>
                  </a:cubicBezTo>
                  <a:cubicBezTo>
                    <a:pt x="1381" y="1506"/>
                    <a:pt x="1405" y="1482"/>
                    <a:pt x="1417" y="1482"/>
                  </a:cubicBezTo>
                  <a:cubicBezTo>
                    <a:pt x="1655" y="1304"/>
                    <a:pt x="1774" y="1042"/>
                    <a:pt x="1762" y="756"/>
                  </a:cubicBezTo>
                  <a:cubicBezTo>
                    <a:pt x="1762" y="696"/>
                    <a:pt x="1738" y="637"/>
                    <a:pt x="1727" y="577"/>
                  </a:cubicBezTo>
                  <a:cubicBezTo>
                    <a:pt x="1715" y="518"/>
                    <a:pt x="1679" y="458"/>
                    <a:pt x="1643" y="399"/>
                  </a:cubicBezTo>
                  <a:cubicBezTo>
                    <a:pt x="1483" y="142"/>
                    <a:pt x="1197" y="0"/>
                    <a:pt x="9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5311075" y="3079075"/>
              <a:ext cx="15800" cy="3900"/>
            </a:xfrm>
            <a:custGeom>
              <a:rect b="b" l="l" r="r" t="t"/>
              <a:pathLst>
                <a:path extrusionOk="0" h="156" w="632">
                  <a:moveTo>
                    <a:pt x="346" y="1"/>
                  </a:moveTo>
                  <a:cubicBezTo>
                    <a:pt x="310" y="1"/>
                    <a:pt x="238" y="13"/>
                    <a:pt x="179" y="36"/>
                  </a:cubicBezTo>
                  <a:cubicBezTo>
                    <a:pt x="143" y="48"/>
                    <a:pt x="131" y="48"/>
                    <a:pt x="95" y="60"/>
                  </a:cubicBezTo>
                  <a:cubicBezTo>
                    <a:pt x="60" y="96"/>
                    <a:pt x="24" y="108"/>
                    <a:pt x="0" y="155"/>
                  </a:cubicBezTo>
                  <a:lnTo>
                    <a:pt x="631" y="155"/>
                  </a:lnTo>
                  <a:cubicBezTo>
                    <a:pt x="560" y="60"/>
                    <a:pt x="453" y="1"/>
                    <a:pt x="34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5102400" y="2980750"/>
              <a:ext cx="21475" cy="20375"/>
            </a:xfrm>
            <a:custGeom>
              <a:rect b="b" l="l" r="r" t="t"/>
              <a:pathLst>
                <a:path extrusionOk="0" h="815" w="859">
                  <a:moveTo>
                    <a:pt x="486" y="0"/>
                  </a:moveTo>
                  <a:cubicBezTo>
                    <a:pt x="471" y="0"/>
                    <a:pt x="456" y="2"/>
                    <a:pt x="441" y="5"/>
                  </a:cubicBezTo>
                  <a:cubicBezTo>
                    <a:pt x="370" y="5"/>
                    <a:pt x="287" y="17"/>
                    <a:pt x="227" y="64"/>
                  </a:cubicBezTo>
                  <a:cubicBezTo>
                    <a:pt x="84" y="159"/>
                    <a:pt x="1" y="326"/>
                    <a:pt x="37" y="493"/>
                  </a:cubicBezTo>
                  <a:cubicBezTo>
                    <a:pt x="49" y="540"/>
                    <a:pt x="72" y="588"/>
                    <a:pt x="96" y="624"/>
                  </a:cubicBezTo>
                  <a:cubicBezTo>
                    <a:pt x="108" y="648"/>
                    <a:pt x="108" y="659"/>
                    <a:pt x="132" y="659"/>
                  </a:cubicBezTo>
                  <a:cubicBezTo>
                    <a:pt x="156" y="707"/>
                    <a:pt x="203" y="731"/>
                    <a:pt x="251" y="767"/>
                  </a:cubicBezTo>
                  <a:cubicBezTo>
                    <a:pt x="311" y="790"/>
                    <a:pt x="370" y="814"/>
                    <a:pt x="430" y="814"/>
                  </a:cubicBezTo>
                  <a:cubicBezTo>
                    <a:pt x="501" y="814"/>
                    <a:pt x="584" y="790"/>
                    <a:pt x="668" y="755"/>
                  </a:cubicBezTo>
                  <a:cubicBezTo>
                    <a:pt x="703" y="719"/>
                    <a:pt x="751" y="695"/>
                    <a:pt x="787" y="648"/>
                  </a:cubicBezTo>
                  <a:cubicBezTo>
                    <a:pt x="811" y="600"/>
                    <a:pt x="846" y="540"/>
                    <a:pt x="858" y="493"/>
                  </a:cubicBezTo>
                  <a:cubicBezTo>
                    <a:pt x="858" y="433"/>
                    <a:pt x="858" y="374"/>
                    <a:pt x="846" y="314"/>
                  </a:cubicBezTo>
                  <a:cubicBezTo>
                    <a:pt x="822" y="278"/>
                    <a:pt x="811" y="243"/>
                    <a:pt x="799" y="195"/>
                  </a:cubicBezTo>
                  <a:cubicBezTo>
                    <a:pt x="751" y="124"/>
                    <a:pt x="692" y="64"/>
                    <a:pt x="620" y="40"/>
                  </a:cubicBezTo>
                  <a:cubicBezTo>
                    <a:pt x="575" y="14"/>
                    <a:pt x="531" y="0"/>
                    <a:pt x="48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5251825" y="2953700"/>
              <a:ext cx="16700" cy="14600"/>
            </a:xfrm>
            <a:custGeom>
              <a:rect b="b" l="l" r="r" t="t"/>
              <a:pathLst>
                <a:path extrusionOk="0" h="584" w="668">
                  <a:moveTo>
                    <a:pt x="336" y="1"/>
                  </a:moveTo>
                  <a:cubicBezTo>
                    <a:pt x="282" y="1"/>
                    <a:pt x="227" y="16"/>
                    <a:pt x="179" y="51"/>
                  </a:cubicBezTo>
                  <a:cubicBezTo>
                    <a:pt x="49" y="134"/>
                    <a:pt x="1" y="313"/>
                    <a:pt x="84" y="444"/>
                  </a:cubicBezTo>
                  <a:cubicBezTo>
                    <a:pt x="146" y="536"/>
                    <a:pt x="241" y="583"/>
                    <a:pt x="337" y="583"/>
                  </a:cubicBezTo>
                  <a:cubicBezTo>
                    <a:pt x="390" y="583"/>
                    <a:pt x="442" y="569"/>
                    <a:pt x="489" y="539"/>
                  </a:cubicBezTo>
                  <a:cubicBezTo>
                    <a:pt x="620" y="444"/>
                    <a:pt x="668" y="265"/>
                    <a:pt x="584" y="134"/>
                  </a:cubicBezTo>
                  <a:cubicBezTo>
                    <a:pt x="531" y="50"/>
                    <a:pt x="434" y="1"/>
                    <a:pt x="3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3"/>
            <p:cNvSpPr/>
            <p:nvPr/>
          </p:nvSpPr>
          <p:spPr>
            <a:xfrm>
              <a:off x="5411075" y="2800425"/>
              <a:ext cx="21175" cy="20450"/>
            </a:xfrm>
            <a:custGeom>
              <a:rect b="b" l="l" r="r" t="t"/>
              <a:pathLst>
                <a:path extrusionOk="0" h="818" w="847">
                  <a:moveTo>
                    <a:pt x="425" y="1"/>
                  </a:moveTo>
                  <a:cubicBezTo>
                    <a:pt x="350" y="1"/>
                    <a:pt x="274" y="20"/>
                    <a:pt x="203" y="62"/>
                  </a:cubicBezTo>
                  <a:cubicBezTo>
                    <a:pt x="179" y="74"/>
                    <a:pt x="144" y="98"/>
                    <a:pt x="120" y="133"/>
                  </a:cubicBezTo>
                  <a:cubicBezTo>
                    <a:pt x="72" y="181"/>
                    <a:pt x="48" y="241"/>
                    <a:pt x="25" y="300"/>
                  </a:cubicBezTo>
                  <a:cubicBezTo>
                    <a:pt x="25" y="312"/>
                    <a:pt x="25" y="324"/>
                    <a:pt x="13" y="324"/>
                  </a:cubicBezTo>
                  <a:cubicBezTo>
                    <a:pt x="1" y="383"/>
                    <a:pt x="1" y="443"/>
                    <a:pt x="13" y="503"/>
                  </a:cubicBezTo>
                  <a:cubicBezTo>
                    <a:pt x="25" y="550"/>
                    <a:pt x="48" y="586"/>
                    <a:pt x="60" y="622"/>
                  </a:cubicBezTo>
                  <a:cubicBezTo>
                    <a:pt x="72" y="657"/>
                    <a:pt x="108" y="681"/>
                    <a:pt x="120" y="705"/>
                  </a:cubicBezTo>
                  <a:cubicBezTo>
                    <a:pt x="167" y="741"/>
                    <a:pt x="227" y="776"/>
                    <a:pt x="263" y="788"/>
                  </a:cubicBezTo>
                  <a:cubicBezTo>
                    <a:pt x="312" y="808"/>
                    <a:pt x="362" y="818"/>
                    <a:pt x="411" y="818"/>
                  </a:cubicBezTo>
                  <a:cubicBezTo>
                    <a:pt x="479" y="818"/>
                    <a:pt x="546" y="799"/>
                    <a:pt x="608" y="764"/>
                  </a:cubicBezTo>
                  <a:cubicBezTo>
                    <a:pt x="620" y="741"/>
                    <a:pt x="656" y="729"/>
                    <a:pt x="667" y="717"/>
                  </a:cubicBezTo>
                  <a:cubicBezTo>
                    <a:pt x="739" y="669"/>
                    <a:pt x="787" y="622"/>
                    <a:pt x="798" y="562"/>
                  </a:cubicBezTo>
                  <a:cubicBezTo>
                    <a:pt x="846" y="443"/>
                    <a:pt x="846" y="312"/>
                    <a:pt x="775" y="193"/>
                  </a:cubicBezTo>
                  <a:cubicBezTo>
                    <a:pt x="697" y="69"/>
                    <a:pt x="564" y="1"/>
                    <a:pt x="4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5081275" y="2588800"/>
              <a:ext cx="22950" cy="20300"/>
            </a:xfrm>
            <a:custGeom>
              <a:rect b="b" l="l" r="r" t="t"/>
              <a:pathLst>
                <a:path extrusionOk="0" h="812" w="918">
                  <a:moveTo>
                    <a:pt x="476" y="0"/>
                  </a:moveTo>
                  <a:cubicBezTo>
                    <a:pt x="403" y="0"/>
                    <a:pt x="329" y="20"/>
                    <a:pt x="263" y="62"/>
                  </a:cubicBezTo>
                  <a:cubicBezTo>
                    <a:pt x="60" y="181"/>
                    <a:pt x="1" y="431"/>
                    <a:pt x="120" y="621"/>
                  </a:cubicBezTo>
                  <a:cubicBezTo>
                    <a:pt x="155" y="681"/>
                    <a:pt x="203" y="728"/>
                    <a:pt x="263" y="752"/>
                  </a:cubicBezTo>
                  <a:cubicBezTo>
                    <a:pt x="322" y="788"/>
                    <a:pt x="358" y="812"/>
                    <a:pt x="441" y="812"/>
                  </a:cubicBezTo>
                  <a:lnTo>
                    <a:pt x="536" y="812"/>
                  </a:lnTo>
                  <a:cubicBezTo>
                    <a:pt x="584" y="776"/>
                    <a:pt x="644" y="752"/>
                    <a:pt x="703" y="728"/>
                  </a:cubicBezTo>
                  <a:cubicBezTo>
                    <a:pt x="739" y="717"/>
                    <a:pt x="751" y="693"/>
                    <a:pt x="763" y="681"/>
                  </a:cubicBezTo>
                  <a:cubicBezTo>
                    <a:pt x="810" y="633"/>
                    <a:pt x="834" y="574"/>
                    <a:pt x="870" y="538"/>
                  </a:cubicBezTo>
                  <a:cubicBezTo>
                    <a:pt x="917" y="419"/>
                    <a:pt x="894" y="300"/>
                    <a:pt x="822" y="193"/>
                  </a:cubicBezTo>
                  <a:cubicBezTo>
                    <a:pt x="745" y="69"/>
                    <a:pt x="612" y="0"/>
                    <a:pt x="47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5522700" y="2742050"/>
              <a:ext cx="24425" cy="23250"/>
            </a:xfrm>
            <a:custGeom>
              <a:rect b="b" l="l" r="r" t="t"/>
              <a:pathLst>
                <a:path extrusionOk="0" h="930" w="977">
                  <a:moveTo>
                    <a:pt x="525" y="0"/>
                  </a:moveTo>
                  <a:cubicBezTo>
                    <a:pt x="442" y="0"/>
                    <a:pt x="359" y="24"/>
                    <a:pt x="286" y="75"/>
                  </a:cubicBezTo>
                  <a:cubicBezTo>
                    <a:pt x="72" y="206"/>
                    <a:pt x="1" y="492"/>
                    <a:pt x="132" y="706"/>
                  </a:cubicBezTo>
                  <a:cubicBezTo>
                    <a:pt x="216" y="853"/>
                    <a:pt x="367" y="930"/>
                    <a:pt x="523" y="930"/>
                  </a:cubicBezTo>
                  <a:cubicBezTo>
                    <a:pt x="608" y="930"/>
                    <a:pt x="695" y="907"/>
                    <a:pt x="774" y="861"/>
                  </a:cubicBezTo>
                  <a:cubicBezTo>
                    <a:pt x="786" y="861"/>
                    <a:pt x="786" y="849"/>
                    <a:pt x="798" y="849"/>
                  </a:cubicBezTo>
                  <a:cubicBezTo>
                    <a:pt x="834" y="813"/>
                    <a:pt x="858" y="778"/>
                    <a:pt x="905" y="718"/>
                  </a:cubicBezTo>
                  <a:cubicBezTo>
                    <a:pt x="965" y="623"/>
                    <a:pt x="977" y="504"/>
                    <a:pt x="965" y="385"/>
                  </a:cubicBezTo>
                  <a:cubicBezTo>
                    <a:pt x="953" y="325"/>
                    <a:pt x="941" y="278"/>
                    <a:pt x="905" y="218"/>
                  </a:cubicBezTo>
                  <a:lnTo>
                    <a:pt x="905" y="206"/>
                  </a:lnTo>
                  <a:cubicBezTo>
                    <a:pt x="821" y="76"/>
                    <a:pt x="674" y="0"/>
                    <a:pt x="52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5589975" y="2916675"/>
              <a:ext cx="17875" cy="16275"/>
            </a:xfrm>
            <a:custGeom>
              <a:rect b="b" l="l" r="r" t="t"/>
              <a:pathLst>
                <a:path extrusionOk="0" h="651" w="715">
                  <a:moveTo>
                    <a:pt x="368" y="1"/>
                  </a:moveTo>
                  <a:cubicBezTo>
                    <a:pt x="286" y="1"/>
                    <a:pt x="195" y="37"/>
                    <a:pt x="119" y="103"/>
                  </a:cubicBezTo>
                  <a:lnTo>
                    <a:pt x="72" y="139"/>
                  </a:lnTo>
                  <a:cubicBezTo>
                    <a:pt x="48" y="174"/>
                    <a:pt x="48" y="222"/>
                    <a:pt x="36" y="258"/>
                  </a:cubicBezTo>
                  <a:cubicBezTo>
                    <a:pt x="0" y="377"/>
                    <a:pt x="60" y="520"/>
                    <a:pt x="167" y="591"/>
                  </a:cubicBezTo>
                  <a:lnTo>
                    <a:pt x="179" y="603"/>
                  </a:lnTo>
                  <a:cubicBezTo>
                    <a:pt x="227" y="639"/>
                    <a:pt x="286" y="651"/>
                    <a:pt x="346" y="651"/>
                  </a:cubicBezTo>
                  <a:cubicBezTo>
                    <a:pt x="417" y="651"/>
                    <a:pt x="489" y="639"/>
                    <a:pt x="548" y="591"/>
                  </a:cubicBezTo>
                  <a:cubicBezTo>
                    <a:pt x="596" y="591"/>
                    <a:pt x="631" y="555"/>
                    <a:pt x="643" y="508"/>
                  </a:cubicBezTo>
                  <a:cubicBezTo>
                    <a:pt x="655" y="496"/>
                    <a:pt x="655" y="484"/>
                    <a:pt x="667" y="460"/>
                  </a:cubicBezTo>
                  <a:cubicBezTo>
                    <a:pt x="715" y="341"/>
                    <a:pt x="691" y="186"/>
                    <a:pt x="596" y="103"/>
                  </a:cubicBezTo>
                  <a:cubicBezTo>
                    <a:pt x="584" y="79"/>
                    <a:pt x="572" y="67"/>
                    <a:pt x="536" y="55"/>
                  </a:cubicBezTo>
                  <a:cubicBezTo>
                    <a:pt x="512" y="44"/>
                    <a:pt x="465" y="20"/>
                    <a:pt x="429" y="8"/>
                  </a:cubicBezTo>
                  <a:cubicBezTo>
                    <a:pt x="410" y="3"/>
                    <a:pt x="389" y="1"/>
                    <a:pt x="36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3"/>
            <p:cNvSpPr/>
            <p:nvPr/>
          </p:nvSpPr>
          <p:spPr>
            <a:xfrm>
              <a:off x="5193500" y="2984600"/>
              <a:ext cx="9250" cy="8725"/>
            </a:xfrm>
            <a:custGeom>
              <a:rect b="b" l="l" r="r" t="t"/>
              <a:pathLst>
                <a:path extrusionOk="0" h="349" w="370">
                  <a:moveTo>
                    <a:pt x="180" y="1"/>
                  </a:moveTo>
                  <a:cubicBezTo>
                    <a:pt x="158" y="1"/>
                    <a:pt x="138" y="6"/>
                    <a:pt x="119" y="17"/>
                  </a:cubicBezTo>
                  <a:cubicBezTo>
                    <a:pt x="119" y="17"/>
                    <a:pt x="96" y="17"/>
                    <a:pt x="96" y="29"/>
                  </a:cubicBezTo>
                  <a:cubicBezTo>
                    <a:pt x="24" y="77"/>
                    <a:pt x="0" y="160"/>
                    <a:pt x="36" y="255"/>
                  </a:cubicBezTo>
                  <a:lnTo>
                    <a:pt x="36" y="267"/>
                  </a:lnTo>
                  <a:cubicBezTo>
                    <a:pt x="77" y="316"/>
                    <a:pt x="134" y="349"/>
                    <a:pt x="194" y="349"/>
                  </a:cubicBezTo>
                  <a:cubicBezTo>
                    <a:pt x="221" y="349"/>
                    <a:pt x="248" y="342"/>
                    <a:pt x="274" y="327"/>
                  </a:cubicBezTo>
                  <a:cubicBezTo>
                    <a:pt x="310" y="315"/>
                    <a:pt x="322" y="303"/>
                    <a:pt x="334" y="267"/>
                  </a:cubicBezTo>
                  <a:cubicBezTo>
                    <a:pt x="346" y="255"/>
                    <a:pt x="346" y="244"/>
                    <a:pt x="346" y="220"/>
                  </a:cubicBezTo>
                  <a:cubicBezTo>
                    <a:pt x="369" y="184"/>
                    <a:pt x="346" y="136"/>
                    <a:pt x="334" y="89"/>
                  </a:cubicBezTo>
                  <a:cubicBezTo>
                    <a:pt x="334" y="77"/>
                    <a:pt x="322" y="77"/>
                    <a:pt x="322" y="77"/>
                  </a:cubicBezTo>
                  <a:cubicBezTo>
                    <a:pt x="281" y="28"/>
                    <a:pt x="228" y="1"/>
                    <a:pt x="18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3"/>
            <p:cNvSpPr/>
            <p:nvPr/>
          </p:nvSpPr>
          <p:spPr>
            <a:xfrm>
              <a:off x="5617950" y="2840125"/>
              <a:ext cx="23550" cy="21200"/>
            </a:xfrm>
            <a:custGeom>
              <a:rect b="b" l="l" r="r" t="t"/>
              <a:pathLst>
                <a:path extrusionOk="0" h="848" w="942">
                  <a:moveTo>
                    <a:pt x="468" y="1"/>
                  </a:moveTo>
                  <a:cubicBezTo>
                    <a:pt x="402" y="1"/>
                    <a:pt x="334" y="16"/>
                    <a:pt x="263" y="46"/>
                  </a:cubicBezTo>
                  <a:cubicBezTo>
                    <a:pt x="251" y="46"/>
                    <a:pt x="251" y="69"/>
                    <a:pt x="239" y="69"/>
                  </a:cubicBezTo>
                  <a:cubicBezTo>
                    <a:pt x="191" y="93"/>
                    <a:pt x="143" y="129"/>
                    <a:pt x="120" y="165"/>
                  </a:cubicBezTo>
                  <a:cubicBezTo>
                    <a:pt x="12" y="308"/>
                    <a:pt x="1" y="498"/>
                    <a:pt x="108" y="641"/>
                  </a:cubicBezTo>
                  <a:cubicBezTo>
                    <a:pt x="143" y="736"/>
                    <a:pt x="227" y="784"/>
                    <a:pt x="310" y="820"/>
                  </a:cubicBezTo>
                  <a:cubicBezTo>
                    <a:pt x="362" y="837"/>
                    <a:pt x="408" y="848"/>
                    <a:pt x="453" y="848"/>
                  </a:cubicBezTo>
                  <a:cubicBezTo>
                    <a:pt x="469" y="848"/>
                    <a:pt x="485" y="847"/>
                    <a:pt x="501" y="843"/>
                  </a:cubicBezTo>
                  <a:cubicBezTo>
                    <a:pt x="560" y="843"/>
                    <a:pt x="620" y="808"/>
                    <a:pt x="679" y="784"/>
                  </a:cubicBezTo>
                  <a:cubicBezTo>
                    <a:pt x="882" y="665"/>
                    <a:pt x="941" y="403"/>
                    <a:pt x="822" y="200"/>
                  </a:cubicBezTo>
                  <a:cubicBezTo>
                    <a:pt x="822" y="188"/>
                    <a:pt x="798" y="165"/>
                    <a:pt x="798" y="165"/>
                  </a:cubicBezTo>
                  <a:cubicBezTo>
                    <a:pt x="763" y="105"/>
                    <a:pt x="715" y="81"/>
                    <a:pt x="655" y="46"/>
                  </a:cubicBezTo>
                  <a:cubicBezTo>
                    <a:pt x="596" y="16"/>
                    <a:pt x="533" y="1"/>
                    <a:pt x="46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13"/>
          <p:cNvGrpSpPr/>
          <p:nvPr/>
        </p:nvGrpSpPr>
        <p:grpSpPr>
          <a:xfrm rot="-5400000">
            <a:off x="368114" y="3725018"/>
            <a:ext cx="1053574" cy="1834191"/>
            <a:chOff x="1083450" y="1318750"/>
            <a:chExt cx="624525" cy="1087250"/>
          </a:xfrm>
        </p:grpSpPr>
        <p:sp>
          <p:nvSpPr>
            <p:cNvPr id="288" name="Google Shape;288;p13"/>
            <p:cNvSpPr/>
            <p:nvPr/>
          </p:nvSpPr>
          <p:spPr>
            <a:xfrm>
              <a:off x="1083450" y="2340600"/>
              <a:ext cx="215525" cy="50325"/>
            </a:xfrm>
            <a:custGeom>
              <a:rect b="b" l="l" r="r" t="t"/>
              <a:pathLst>
                <a:path extrusionOk="0" h="2013" w="8621">
                  <a:moveTo>
                    <a:pt x="1" y="0"/>
                  </a:moveTo>
                  <a:lnTo>
                    <a:pt x="1" y="286"/>
                  </a:lnTo>
                  <a:lnTo>
                    <a:pt x="8561" y="2012"/>
                  </a:lnTo>
                  <a:cubicBezTo>
                    <a:pt x="8561" y="1917"/>
                    <a:pt x="8573" y="1834"/>
                    <a:pt x="8621" y="173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1083450" y="21304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1083450" y="1806900"/>
              <a:ext cx="20275" cy="7475"/>
            </a:xfrm>
            <a:custGeom>
              <a:rect b="b" l="l" r="r" t="t"/>
              <a:pathLst>
                <a:path extrusionOk="0" h="299" w="811">
                  <a:moveTo>
                    <a:pt x="703" y="0"/>
                  </a:moveTo>
                  <a:lnTo>
                    <a:pt x="1" y="24"/>
                  </a:lnTo>
                  <a:lnTo>
                    <a:pt x="1" y="298"/>
                  </a:lnTo>
                  <a:lnTo>
                    <a:pt x="810" y="27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1108150" y="1802425"/>
              <a:ext cx="180125" cy="11350"/>
            </a:xfrm>
            <a:custGeom>
              <a:rect b="b" l="l" r="r" t="t"/>
              <a:pathLst>
                <a:path extrusionOk="0" h="454" w="7205">
                  <a:moveTo>
                    <a:pt x="7204" y="1"/>
                  </a:moveTo>
                  <a:lnTo>
                    <a:pt x="1" y="179"/>
                  </a:lnTo>
                  <a:lnTo>
                    <a:pt x="96" y="453"/>
                  </a:lnTo>
                  <a:lnTo>
                    <a:pt x="7204" y="275"/>
                  </a:lnTo>
                  <a:cubicBezTo>
                    <a:pt x="7180" y="179"/>
                    <a:pt x="7180" y="96"/>
                    <a:pt x="720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1194475" y="2040550"/>
              <a:ext cx="2425" cy="3600"/>
            </a:xfrm>
            <a:custGeom>
              <a:rect b="b" l="l" r="r" t="t"/>
              <a:pathLst>
                <a:path extrusionOk="0" h="144" w="97">
                  <a:moveTo>
                    <a:pt x="84" y="1"/>
                  </a:moveTo>
                  <a:lnTo>
                    <a:pt x="1" y="48"/>
                  </a:lnTo>
                  <a:lnTo>
                    <a:pt x="25" y="144"/>
                  </a:lnTo>
                  <a:cubicBezTo>
                    <a:pt x="72" y="108"/>
                    <a:pt x="96" y="48"/>
                    <a:pt x="8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1083450" y="1741425"/>
              <a:ext cx="98250" cy="261650"/>
            </a:xfrm>
            <a:custGeom>
              <a:rect b="b" l="l" r="r" t="t"/>
              <a:pathLst>
                <a:path extrusionOk="0" h="10466" w="3930">
                  <a:moveTo>
                    <a:pt x="1" y="0"/>
                  </a:moveTo>
                  <a:lnTo>
                    <a:pt x="1" y="774"/>
                  </a:lnTo>
                  <a:lnTo>
                    <a:pt x="703" y="2619"/>
                  </a:lnTo>
                  <a:lnTo>
                    <a:pt x="810" y="2893"/>
                  </a:lnTo>
                  <a:lnTo>
                    <a:pt x="3668" y="10466"/>
                  </a:lnTo>
                  <a:cubicBezTo>
                    <a:pt x="3751" y="10418"/>
                    <a:pt x="3835" y="10394"/>
                    <a:pt x="3930" y="10394"/>
                  </a:cubicBezTo>
                  <a:lnTo>
                    <a:pt x="1084" y="2893"/>
                  </a:lnTo>
                  <a:lnTo>
                    <a:pt x="989" y="26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1113525" y="2178975"/>
              <a:ext cx="193200" cy="201825"/>
            </a:xfrm>
            <a:custGeom>
              <a:rect b="b" l="l" r="r" t="t"/>
              <a:pathLst>
                <a:path extrusionOk="0" h="8073" w="7728">
                  <a:moveTo>
                    <a:pt x="203" y="0"/>
                  </a:moveTo>
                  <a:cubicBezTo>
                    <a:pt x="143" y="84"/>
                    <a:pt x="84" y="131"/>
                    <a:pt x="0" y="179"/>
                  </a:cubicBezTo>
                  <a:lnTo>
                    <a:pt x="7501" y="8073"/>
                  </a:lnTo>
                  <a:cubicBezTo>
                    <a:pt x="7549" y="8013"/>
                    <a:pt x="7608" y="7954"/>
                    <a:pt x="7704" y="7918"/>
                  </a:cubicBezTo>
                  <a:cubicBezTo>
                    <a:pt x="7716" y="7918"/>
                    <a:pt x="7716" y="7918"/>
                    <a:pt x="7727" y="7906"/>
                  </a:cubicBez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1187625" y="2041750"/>
              <a:ext cx="121175" cy="334600"/>
            </a:xfrm>
            <a:custGeom>
              <a:rect b="b" l="l" r="r" t="t"/>
              <a:pathLst>
                <a:path extrusionOk="0" h="13384" w="4847">
                  <a:moveTo>
                    <a:pt x="275" y="0"/>
                  </a:moveTo>
                  <a:lnTo>
                    <a:pt x="275" y="0"/>
                  </a:lnTo>
                  <a:cubicBezTo>
                    <a:pt x="180" y="48"/>
                    <a:pt x="96" y="72"/>
                    <a:pt x="1" y="72"/>
                  </a:cubicBezTo>
                  <a:lnTo>
                    <a:pt x="4752" y="13383"/>
                  </a:lnTo>
                  <a:cubicBezTo>
                    <a:pt x="4775" y="13371"/>
                    <a:pt x="4823" y="13347"/>
                    <a:pt x="4847" y="13335"/>
                  </a:cubicBezTo>
                  <a:lnTo>
                    <a:pt x="4835" y="12847"/>
                  </a:lnTo>
                  <a:lnTo>
                    <a:pt x="263" y="7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1188525" y="1816725"/>
              <a:ext cx="109275" cy="186650"/>
            </a:xfrm>
            <a:custGeom>
              <a:rect b="b" l="l" r="r" t="t"/>
              <a:pathLst>
                <a:path extrusionOk="0" h="7466" w="4371">
                  <a:moveTo>
                    <a:pt x="4144" y="0"/>
                  </a:moveTo>
                  <a:lnTo>
                    <a:pt x="1" y="7382"/>
                  </a:lnTo>
                  <a:cubicBezTo>
                    <a:pt x="84" y="7394"/>
                    <a:pt x="179" y="7430"/>
                    <a:pt x="251" y="7466"/>
                  </a:cubicBezTo>
                  <a:lnTo>
                    <a:pt x="4370" y="143"/>
                  </a:lnTo>
                  <a:cubicBezTo>
                    <a:pt x="4287" y="119"/>
                    <a:pt x="4204" y="72"/>
                    <a:pt x="414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1113225" y="2036700"/>
              <a:ext cx="60750" cy="102100"/>
            </a:xfrm>
            <a:custGeom>
              <a:rect b="b" l="l" r="r" t="t"/>
              <a:pathLst>
                <a:path extrusionOk="0" h="4084" w="2430">
                  <a:moveTo>
                    <a:pt x="2215" y="0"/>
                  </a:moveTo>
                  <a:lnTo>
                    <a:pt x="0" y="3893"/>
                  </a:lnTo>
                  <a:cubicBezTo>
                    <a:pt x="72" y="3953"/>
                    <a:pt x="155" y="4012"/>
                    <a:pt x="215" y="4084"/>
                  </a:cubicBezTo>
                  <a:lnTo>
                    <a:pt x="2429" y="179"/>
                  </a:lnTo>
                  <a:cubicBezTo>
                    <a:pt x="2358" y="131"/>
                    <a:pt x="2274" y="72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1299250" y="1820900"/>
              <a:ext cx="16700" cy="554550"/>
            </a:xfrm>
            <a:custGeom>
              <a:rect b="b" l="l" r="r" t="t"/>
              <a:pathLst>
                <a:path extrusionOk="0" h="22182" w="668">
                  <a:moveTo>
                    <a:pt x="1" y="0"/>
                  </a:moveTo>
                  <a:lnTo>
                    <a:pt x="394" y="21693"/>
                  </a:lnTo>
                  <a:lnTo>
                    <a:pt x="406" y="22181"/>
                  </a:lnTo>
                  <a:cubicBezTo>
                    <a:pt x="447" y="22175"/>
                    <a:pt x="492" y="22172"/>
                    <a:pt x="537" y="22172"/>
                  </a:cubicBezTo>
                  <a:cubicBezTo>
                    <a:pt x="581" y="22172"/>
                    <a:pt x="626" y="22175"/>
                    <a:pt x="668" y="22181"/>
                  </a:cubicBezTo>
                  <a:lnTo>
                    <a:pt x="275" y="12"/>
                  </a:lnTo>
                  <a:cubicBezTo>
                    <a:pt x="235" y="17"/>
                    <a:pt x="198" y="20"/>
                    <a:pt x="161" y="20"/>
                  </a:cubicBezTo>
                  <a:cubicBezTo>
                    <a:pt x="108" y="20"/>
                    <a:pt x="57" y="14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1293600" y="1501500"/>
              <a:ext cx="11925" cy="289650"/>
            </a:xfrm>
            <a:custGeom>
              <a:rect b="b" l="l" r="r" t="t"/>
              <a:pathLst>
                <a:path extrusionOk="0" h="11586" w="477">
                  <a:moveTo>
                    <a:pt x="1" y="1"/>
                  </a:moveTo>
                  <a:lnTo>
                    <a:pt x="215" y="11585"/>
                  </a:lnTo>
                  <a:cubicBezTo>
                    <a:pt x="268" y="11563"/>
                    <a:pt x="325" y="11555"/>
                    <a:pt x="382" y="11555"/>
                  </a:cubicBezTo>
                  <a:cubicBezTo>
                    <a:pt x="414" y="11555"/>
                    <a:pt x="446" y="11557"/>
                    <a:pt x="477" y="11562"/>
                  </a:cubicBezTo>
                  <a:lnTo>
                    <a:pt x="274" y="36"/>
                  </a:lnTo>
                  <a:cubicBezTo>
                    <a:pt x="239" y="36"/>
                    <a:pt x="215" y="48"/>
                    <a:pt x="179" y="48"/>
                  </a:cubicBezTo>
                  <a:cubicBezTo>
                    <a:pt x="120" y="36"/>
                    <a:pt x="60" y="36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1418325" y="1523825"/>
              <a:ext cx="47050" cy="166425"/>
            </a:xfrm>
            <a:custGeom>
              <a:rect b="b" l="l" r="r" t="t"/>
              <a:pathLst>
                <a:path extrusionOk="0" h="6657" w="1882">
                  <a:moveTo>
                    <a:pt x="250" y="1"/>
                  </a:moveTo>
                  <a:cubicBezTo>
                    <a:pt x="238" y="1"/>
                    <a:pt x="227" y="13"/>
                    <a:pt x="227" y="13"/>
                  </a:cubicBezTo>
                  <a:cubicBezTo>
                    <a:pt x="155" y="48"/>
                    <a:pt x="72" y="72"/>
                    <a:pt x="0" y="72"/>
                  </a:cubicBezTo>
                  <a:lnTo>
                    <a:pt x="1608" y="6656"/>
                  </a:lnTo>
                  <a:cubicBezTo>
                    <a:pt x="1703" y="6621"/>
                    <a:pt x="1786" y="6597"/>
                    <a:pt x="1881" y="659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1083450" y="1458350"/>
              <a:ext cx="203625" cy="33050"/>
            </a:xfrm>
            <a:custGeom>
              <a:rect b="b" l="l" r="r" t="t"/>
              <a:pathLst>
                <a:path extrusionOk="0" h="1322" w="8145">
                  <a:moveTo>
                    <a:pt x="1" y="0"/>
                  </a:moveTo>
                  <a:lnTo>
                    <a:pt x="1" y="286"/>
                  </a:lnTo>
                  <a:lnTo>
                    <a:pt x="8097" y="1322"/>
                  </a:lnTo>
                  <a:lnTo>
                    <a:pt x="8097" y="1298"/>
                  </a:lnTo>
                  <a:cubicBezTo>
                    <a:pt x="8085" y="1191"/>
                    <a:pt x="8109" y="1108"/>
                    <a:pt x="8145" y="104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1291825" y="1342550"/>
              <a:ext cx="8050" cy="136050"/>
            </a:xfrm>
            <a:custGeom>
              <a:rect b="b" l="l" r="r" t="t"/>
              <a:pathLst>
                <a:path extrusionOk="0" h="5442" w="322">
                  <a:moveTo>
                    <a:pt x="0" y="1"/>
                  </a:moveTo>
                  <a:lnTo>
                    <a:pt x="60" y="5442"/>
                  </a:lnTo>
                  <a:cubicBezTo>
                    <a:pt x="119" y="5406"/>
                    <a:pt x="179" y="5406"/>
                    <a:pt x="238" y="5406"/>
                  </a:cubicBezTo>
                  <a:cubicBezTo>
                    <a:pt x="274" y="5406"/>
                    <a:pt x="298" y="5406"/>
                    <a:pt x="322" y="5418"/>
                  </a:cubicBezTo>
                  <a:lnTo>
                    <a:pt x="274" y="96"/>
                  </a:lnTo>
                  <a:cubicBezTo>
                    <a:pt x="179" y="72"/>
                    <a:pt x="72" y="48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1688000" y="1544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1309675" y="1487525"/>
              <a:ext cx="94675" cy="19650"/>
            </a:xfrm>
            <a:custGeom>
              <a:rect b="b" l="l" r="r" t="t"/>
              <a:pathLst>
                <a:path extrusionOk="0" h="786" w="3787">
                  <a:moveTo>
                    <a:pt x="12" y="0"/>
                  </a:moveTo>
                  <a:cubicBezTo>
                    <a:pt x="36" y="24"/>
                    <a:pt x="36" y="72"/>
                    <a:pt x="36" y="95"/>
                  </a:cubicBezTo>
                  <a:cubicBezTo>
                    <a:pt x="36" y="155"/>
                    <a:pt x="12" y="214"/>
                    <a:pt x="1" y="262"/>
                  </a:cubicBezTo>
                  <a:lnTo>
                    <a:pt x="3668" y="786"/>
                  </a:lnTo>
                  <a:cubicBezTo>
                    <a:pt x="3680" y="691"/>
                    <a:pt x="3727" y="607"/>
                    <a:pt x="3787" y="536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1687700" y="15458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1430825" y="1504475"/>
              <a:ext cx="247675" cy="41700"/>
            </a:xfrm>
            <a:custGeom>
              <a:rect b="b" l="l" r="r" t="t"/>
              <a:pathLst>
                <a:path extrusionOk="0" h="1668" w="9907">
                  <a:moveTo>
                    <a:pt x="0" y="1"/>
                  </a:moveTo>
                  <a:lnTo>
                    <a:pt x="0" y="1"/>
                  </a:lnTo>
                  <a:cubicBezTo>
                    <a:pt x="48" y="108"/>
                    <a:pt x="72" y="191"/>
                    <a:pt x="48" y="287"/>
                  </a:cubicBezTo>
                  <a:lnTo>
                    <a:pt x="9799" y="1668"/>
                  </a:lnTo>
                  <a:lnTo>
                    <a:pt x="9906" y="1596"/>
                  </a:lnTo>
                  <a:lnTo>
                    <a:pt x="9478" y="1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1687100" y="1546450"/>
              <a:ext cx="25" cy="625"/>
            </a:xfrm>
            <a:custGeom>
              <a:rect b="b" l="l" r="r" t="t"/>
              <a:pathLst>
                <a:path extrusionOk="0" h="25" w="1">
                  <a:moveTo>
                    <a:pt x="1" y="24"/>
                  </a:moveTo>
                  <a:lnTo>
                    <a:pt x="1" y="24"/>
                  </a:lnTo>
                  <a:cubicBezTo>
                    <a:pt x="1" y="1"/>
                    <a:pt x="1" y="24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1687700" y="15455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1476075" y="1544675"/>
              <a:ext cx="211050" cy="154800"/>
            </a:xfrm>
            <a:custGeom>
              <a:rect b="b" l="l" r="r" t="t"/>
              <a:pathLst>
                <a:path extrusionOk="0" h="6192" w="8442">
                  <a:moveTo>
                    <a:pt x="8096" y="0"/>
                  </a:moveTo>
                  <a:lnTo>
                    <a:pt x="7989" y="72"/>
                  </a:lnTo>
                  <a:lnTo>
                    <a:pt x="0" y="5965"/>
                  </a:lnTo>
                  <a:cubicBezTo>
                    <a:pt x="60" y="6025"/>
                    <a:pt x="119" y="6084"/>
                    <a:pt x="143" y="6179"/>
                  </a:cubicBezTo>
                  <a:cubicBezTo>
                    <a:pt x="143" y="6179"/>
                    <a:pt x="143" y="6191"/>
                    <a:pt x="155" y="6191"/>
                  </a:cubicBezTo>
                  <a:lnTo>
                    <a:pt x="8442" y="95"/>
                  </a:lnTo>
                  <a:lnTo>
                    <a:pt x="8442" y="95"/>
                  </a:lnTo>
                  <a:cubicBezTo>
                    <a:pt x="8418" y="107"/>
                    <a:pt x="8418" y="107"/>
                    <a:pt x="8406" y="107"/>
                  </a:cubicBezTo>
                  <a:lnTo>
                    <a:pt x="8394" y="107"/>
                  </a:lnTo>
                  <a:cubicBezTo>
                    <a:pt x="8370" y="107"/>
                    <a:pt x="8358" y="119"/>
                    <a:pt x="8346" y="119"/>
                  </a:cubicBezTo>
                  <a:lnTo>
                    <a:pt x="8299" y="119"/>
                  </a:lnTo>
                  <a:cubicBezTo>
                    <a:pt x="8287" y="119"/>
                    <a:pt x="8287" y="119"/>
                    <a:pt x="8275" y="107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1688000" y="1544675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1681750" y="1319350"/>
              <a:ext cx="26225" cy="225050"/>
            </a:xfrm>
            <a:custGeom>
              <a:rect b="b" l="l" r="r" t="t"/>
              <a:pathLst>
                <a:path extrusionOk="0" h="9002" w="1049">
                  <a:moveTo>
                    <a:pt x="750" y="0"/>
                  </a:moveTo>
                  <a:lnTo>
                    <a:pt x="0" y="8763"/>
                  </a:lnTo>
                  <a:lnTo>
                    <a:pt x="191" y="8870"/>
                  </a:lnTo>
                  <a:cubicBezTo>
                    <a:pt x="238" y="8894"/>
                    <a:pt x="274" y="8942"/>
                    <a:pt x="274" y="900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1687100" y="1546450"/>
              <a:ext cx="25" cy="625"/>
            </a:xfrm>
            <a:custGeom>
              <a:rect b="b" l="l" r="r" t="t"/>
              <a:pathLst>
                <a:path extrusionOk="0" h="25" w="1">
                  <a:moveTo>
                    <a:pt x="1" y="24"/>
                  </a:moveTo>
                  <a:cubicBezTo>
                    <a:pt x="1" y="24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1684125" y="1547650"/>
              <a:ext cx="625" cy="25"/>
            </a:xfrm>
            <a:custGeom>
              <a:rect b="b" l="l" r="r" t="t"/>
              <a:pathLst>
                <a:path extrusionOk="0" h="1" w="25">
                  <a:moveTo>
                    <a:pt x="24" y="0"/>
                  </a:moveTo>
                  <a:lnTo>
                    <a:pt x="1" y="0"/>
                  </a:lnTo>
                  <a:lnTo>
                    <a:pt x="24" y="0"/>
                  </a:lnTo>
                  <a:cubicBezTo>
                    <a:pt x="12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1687700" y="15455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cubicBezTo>
                    <a:pt x="0" y="1"/>
                    <a:pt x="0" y="1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1684725" y="15476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1323375" y="1333625"/>
              <a:ext cx="364650" cy="214350"/>
            </a:xfrm>
            <a:custGeom>
              <a:rect b="b" l="l" r="r" t="t"/>
              <a:pathLst>
                <a:path extrusionOk="0" h="8574" w="14586">
                  <a:moveTo>
                    <a:pt x="203" y="1"/>
                  </a:moveTo>
                  <a:cubicBezTo>
                    <a:pt x="143" y="84"/>
                    <a:pt x="84" y="155"/>
                    <a:pt x="0" y="215"/>
                  </a:cubicBezTo>
                  <a:lnTo>
                    <a:pt x="13752" y="8204"/>
                  </a:lnTo>
                  <a:lnTo>
                    <a:pt x="14192" y="8454"/>
                  </a:lnTo>
                  <a:lnTo>
                    <a:pt x="14371" y="8561"/>
                  </a:lnTo>
                  <a:cubicBezTo>
                    <a:pt x="14383" y="8561"/>
                    <a:pt x="14383" y="8573"/>
                    <a:pt x="14395" y="8573"/>
                  </a:cubicBezTo>
                  <a:lnTo>
                    <a:pt x="14442" y="8573"/>
                  </a:lnTo>
                  <a:cubicBezTo>
                    <a:pt x="14454" y="8573"/>
                    <a:pt x="14466" y="8573"/>
                    <a:pt x="14490" y="8561"/>
                  </a:cubicBezTo>
                  <a:lnTo>
                    <a:pt x="14502" y="8561"/>
                  </a:lnTo>
                  <a:cubicBezTo>
                    <a:pt x="14514" y="8561"/>
                    <a:pt x="14514" y="8549"/>
                    <a:pt x="14526" y="8549"/>
                  </a:cubicBezTo>
                  <a:cubicBezTo>
                    <a:pt x="14550" y="8537"/>
                    <a:pt x="14550" y="8537"/>
                    <a:pt x="14550" y="8514"/>
                  </a:cubicBezTo>
                  <a:lnTo>
                    <a:pt x="14550" y="8502"/>
                  </a:lnTo>
                  <a:lnTo>
                    <a:pt x="14550" y="8490"/>
                  </a:lnTo>
                  <a:lnTo>
                    <a:pt x="14550" y="8478"/>
                  </a:lnTo>
                  <a:cubicBezTo>
                    <a:pt x="14585" y="8383"/>
                    <a:pt x="14573" y="8335"/>
                    <a:pt x="14514" y="8311"/>
                  </a:cubicBezTo>
                  <a:lnTo>
                    <a:pt x="14323" y="820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3"/>
            <p:cNvSpPr/>
            <p:nvPr/>
          </p:nvSpPr>
          <p:spPr>
            <a:xfrm>
              <a:off x="1273950" y="1318750"/>
              <a:ext cx="60750" cy="26600"/>
            </a:xfrm>
            <a:custGeom>
              <a:rect b="b" l="l" r="r" t="t"/>
              <a:pathLst>
                <a:path extrusionOk="0" h="1064" w="2430">
                  <a:moveTo>
                    <a:pt x="1" y="0"/>
                  </a:moveTo>
                  <a:cubicBezTo>
                    <a:pt x="13" y="119"/>
                    <a:pt x="60" y="250"/>
                    <a:pt x="120" y="369"/>
                  </a:cubicBezTo>
                  <a:cubicBezTo>
                    <a:pt x="251" y="643"/>
                    <a:pt x="465" y="834"/>
                    <a:pt x="715" y="953"/>
                  </a:cubicBezTo>
                  <a:cubicBezTo>
                    <a:pt x="810" y="1000"/>
                    <a:pt x="894" y="1012"/>
                    <a:pt x="989" y="1048"/>
                  </a:cubicBezTo>
                  <a:cubicBezTo>
                    <a:pt x="1062" y="1058"/>
                    <a:pt x="1135" y="1063"/>
                    <a:pt x="1209" y="1063"/>
                  </a:cubicBezTo>
                  <a:cubicBezTo>
                    <a:pt x="1401" y="1063"/>
                    <a:pt x="1594" y="1027"/>
                    <a:pt x="1775" y="941"/>
                  </a:cubicBezTo>
                  <a:cubicBezTo>
                    <a:pt x="1858" y="893"/>
                    <a:pt x="1941" y="858"/>
                    <a:pt x="2001" y="786"/>
                  </a:cubicBezTo>
                  <a:cubicBezTo>
                    <a:pt x="2072" y="727"/>
                    <a:pt x="2132" y="655"/>
                    <a:pt x="2192" y="584"/>
                  </a:cubicBezTo>
                  <a:cubicBezTo>
                    <a:pt x="2322" y="417"/>
                    <a:pt x="2394" y="215"/>
                    <a:pt x="243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1159350" y="2001350"/>
              <a:ext cx="50050" cy="42850"/>
            </a:xfrm>
            <a:custGeom>
              <a:rect b="b" l="l" r="r" t="t"/>
              <a:pathLst>
                <a:path extrusionOk="0" h="1714" w="2002">
                  <a:moveTo>
                    <a:pt x="1013" y="0"/>
                  </a:moveTo>
                  <a:cubicBezTo>
                    <a:pt x="968" y="0"/>
                    <a:pt x="924" y="3"/>
                    <a:pt x="882" y="9"/>
                  </a:cubicBezTo>
                  <a:cubicBezTo>
                    <a:pt x="787" y="21"/>
                    <a:pt x="703" y="57"/>
                    <a:pt x="608" y="81"/>
                  </a:cubicBezTo>
                  <a:cubicBezTo>
                    <a:pt x="179" y="295"/>
                    <a:pt x="1" y="807"/>
                    <a:pt x="227" y="1247"/>
                  </a:cubicBezTo>
                  <a:cubicBezTo>
                    <a:pt x="251" y="1307"/>
                    <a:pt x="299" y="1366"/>
                    <a:pt x="346" y="1426"/>
                  </a:cubicBezTo>
                  <a:cubicBezTo>
                    <a:pt x="406" y="1497"/>
                    <a:pt x="477" y="1557"/>
                    <a:pt x="549" y="1605"/>
                  </a:cubicBezTo>
                  <a:cubicBezTo>
                    <a:pt x="709" y="1669"/>
                    <a:pt x="898" y="1714"/>
                    <a:pt x="1072" y="1714"/>
                  </a:cubicBezTo>
                  <a:cubicBezTo>
                    <a:pt x="1092" y="1714"/>
                    <a:pt x="1112" y="1713"/>
                    <a:pt x="1132" y="1712"/>
                  </a:cubicBezTo>
                  <a:cubicBezTo>
                    <a:pt x="1227" y="1688"/>
                    <a:pt x="1311" y="1664"/>
                    <a:pt x="1406" y="1628"/>
                  </a:cubicBezTo>
                  <a:lnTo>
                    <a:pt x="1489" y="1593"/>
                  </a:lnTo>
                  <a:cubicBezTo>
                    <a:pt x="1846" y="1343"/>
                    <a:pt x="2001" y="878"/>
                    <a:pt x="1787" y="473"/>
                  </a:cubicBezTo>
                  <a:cubicBezTo>
                    <a:pt x="1703" y="307"/>
                    <a:pt x="1561" y="176"/>
                    <a:pt x="1418" y="104"/>
                  </a:cubicBezTo>
                  <a:cubicBezTo>
                    <a:pt x="1322" y="57"/>
                    <a:pt x="1239" y="21"/>
                    <a:pt x="1144" y="9"/>
                  </a:cubicBezTo>
                  <a:cubicBezTo>
                    <a:pt x="1102" y="3"/>
                    <a:pt x="1058" y="0"/>
                    <a:pt x="10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1083450" y="2128475"/>
              <a:ext cx="44675" cy="61325"/>
            </a:xfrm>
            <a:custGeom>
              <a:rect b="b" l="l" r="r" t="t"/>
              <a:pathLst>
                <a:path extrusionOk="0" h="2453" w="1787">
                  <a:moveTo>
                    <a:pt x="465" y="1"/>
                  </a:moveTo>
                  <a:cubicBezTo>
                    <a:pt x="309" y="1"/>
                    <a:pt x="151" y="30"/>
                    <a:pt x="1" y="91"/>
                  </a:cubicBezTo>
                  <a:lnTo>
                    <a:pt x="1" y="2366"/>
                  </a:lnTo>
                  <a:cubicBezTo>
                    <a:pt x="148" y="2422"/>
                    <a:pt x="312" y="2452"/>
                    <a:pt x="479" y="2452"/>
                  </a:cubicBezTo>
                  <a:cubicBezTo>
                    <a:pt x="660" y="2452"/>
                    <a:pt x="845" y="2416"/>
                    <a:pt x="1013" y="2342"/>
                  </a:cubicBezTo>
                  <a:cubicBezTo>
                    <a:pt x="1072" y="2306"/>
                    <a:pt x="1144" y="2258"/>
                    <a:pt x="1203" y="2223"/>
                  </a:cubicBezTo>
                  <a:cubicBezTo>
                    <a:pt x="1263" y="2139"/>
                    <a:pt x="1346" y="2080"/>
                    <a:pt x="1406" y="2020"/>
                  </a:cubicBezTo>
                  <a:cubicBezTo>
                    <a:pt x="1715" y="1663"/>
                    <a:pt x="1787" y="1127"/>
                    <a:pt x="1560" y="687"/>
                  </a:cubicBezTo>
                  <a:cubicBezTo>
                    <a:pt x="1513" y="592"/>
                    <a:pt x="1465" y="508"/>
                    <a:pt x="1406" y="437"/>
                  </a:cubicBezTo>
                  <a:cubicBezTo>
                    <a:pt x="1346" y="353"/>
                    <a:pt x="1263" y="294"/>
                    <a:pt x="1191" y="234"/>
                  </a:cubicBezTo>
                  <a:cubicBezTo>
                    <a:pt x="989" y="84"/>
                    <a:pt x="730" y="1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3"/>
            <p:cNvSpPr/>
            <p:nvPr/>
          </p:nvSpPr>
          <p:spPr>
            <a:xfrm>
              <a:off x="1288250" y="1790575"/>
              <a:ext cx="32175" cy="31125"/>
            </a:xfrm>
            <a:custGeom>
              <a:rect b="b" l="l" r="r" t="t"/>
              <a:pathLst>
                <a:path extrusionOk="0" h="1245" w="1287">
                  <a:moveTo>
                    <a:pt x="577" y="1"/>
                  </a:moveTo>
                  <a:cubicBezTo>
                    <a:pt x="530" y="1"/>
                    <a:pt x="477" y="14"/>
                    <a:pt x="429" y="34"/>
                  </a:cubicBezTo>
                  <a:lnTo>
                    <a:pt x="334" y="82"/>
                  </a:lnTo>
                  <a:cubicBezTo>
                    <a:pt x="167" y="165"/>
                    <a:pt x="60" y="320"/>
                    <a:pt x="12" y="499"/>
                  </a:cubicBezTo>
                  <a:cubicBezTo>
                    <a:pt x="0" y="582"/>
                    <a:pt x="0" y="677"/>
                    <a:pt x="12" y="761"/>
                  </a:cubicBezTo>
                  <a:lnTo>
                    <a:pt x="60" y="892"/>
                  </a:lnTo>
                  <a:cubicBezTo>
                    <a:pt x="84" y="951"/>
                    <a:pt x="119" y="999"/>
                    <a:pt x="155" y="1058"/>
                  </a:cubicBezTo>
                  <a:cubicBezTo>
                    <a:pt x="215" y="1130"/>
                    <a:pt x="310" y="1177"/>
                    <a:pt x="381" y="1213"/>
                  </a:cubicBezTo>
                  <a:cubicBezTo>
                    <a:pt x="393" y="1213"/>
                    <a:pt x="417" y="1225"/>
                    <a:pt x="429" y="1225"/>
                  </a:cubicBezTo>
                  <a:cubicBezTo>
                    <a:pt x="478" y="1239"/>
                    <a:pt x="531" y="1245"/>
                    <a:pt x="583" y="1245"/>
                  </a:cubicBezTo>
                  <a:cubicBezTo>
                    <a:pt x="620" y="1245"/>
                    <a:pt x="656" y="1242"/>
                    <a:pt x="691" y="1237"/>
                  </a:cubicBezTo>
                  <a:cubicBezTo>
                    <a:pt x="750" y="1225"/>
                    <a:pt x="798" y="1213"/>
                    <a:pt x="858" y="1177"/>
                  </a:cubicBezTo>
                  <a:cubicBezTo>
                    <a:pt x="1167" y="1034"/>
                    <a:pt x="1286" y="653"/>
                    <a:pt x="1131" y="356"/>
                  </a:cubicBezTo>
                  <a:cubicBezTo>
                    <a:pt x="1036" y="165"/>
                    <a:pt x="858" y="46"/>
                    <a:pt x="667" y="22"/>
                  </a:cubicBezTo>
                  <a:cubicBezTo>
                    <a:pt x="642" y="7"/>
                    <a:pt x="611" y="1"/>
                    <a:pt x="57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1297475" y="2375200"/>
              <a:ext cx="32775" cy="30800"/>
            </a:xfrm>
            <a:custGeom>
              <a:rect b="b" l="l" r="r" t="t"/>
              <a:pathLst>
                <a:path extrusionOk="0" h="1232" w="1311">
                  <a:moveTo>
                    <a:pt x="608" y="0"/>
                  </a:moveTo>
                  <a:cubicBezTo>
                    <a:pt x="563" y="0"/>
                    <a:pt x="518" y="3"/>
                    <a:pt x="477" y="9"/>
                  </a:cubicBezTo>
                  <a:cubicBezTo>
                    <a:pt x="429" y="33"/>
                    <a:pt x="393" y="33"/>
                    <a:pt x="369" y="57"/>
                  </a:cubicBezTo>
                  <a:cubicBezTo>
                    <a:pt x="358" y="57"/>
                    <a:pt x="358" y="57"/>
                    <a:pt x="346" y="69"/>
                  </a:cubicBezTo>
                  <a:cubicBezTo>
                    <a:pt x="262" y="117"/>
                    <a:pt x="191" y="164"/>
                    <a:pt x="143" y="224"/>
                  </a:cubicBezTo>
                  <a:lnTo>
                    <a:pt x="60" y="355"/>
                  </a:lnTo>
                  <a:cubicBezTo>
                    <a:pt x="12" y="450"/>
                    <a:pt x="0" y="533"/>
                    <a:pt x="0" y="628"/>
                  </a:cubicBezTo>
                  <a:cubicBezTo>
                    <a:pt x="0" y="712"/>
                    <a:pt x="12" y="807"/>
                    <a:pt x="60" y="890"/>
                  </a:cubicBezTo>
                  <a:cubicBezTo>
                    <a:pt x="160" y="1108"/>
                    <a:pt x="373" y="1232"/>
                    <a:pt x="594" y="1232"/>
                  </a:cubicBezTo>
                  <a:cubicBezTo>
                    <a:pt x="687" y="1232"/>
                    <a:pt x="781" y="1210"/>
                    <a:pt x="870" y="1164"/>
                  </a:cubicBezTo>
                  <a:cubicBezTo>
                    <a:pt x="1191" y="1009"/>
                    <a:pt x="1310" y="640"/>
                    <a:pt x="1143" y="343"/>
                  </a:cubicBezTo>
                  <a:cubicBezTo>
                    <a:pt x="1048" y="164"/>
                    <a:pt x="905" y="57"/>
                    <a:pt x="739" y="9"/>
                  </a:cubicBezTo>
                  <a:cubicBezTo>
                    <a:pt x="697" y="3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1445100" y="1689025"/>
              <a:ext cx="39025" cy="34575"/>
            </a:xfrm>
            <a:custGeom>
              <a:rect b="b" l="l" r="r" t="t"/>
              <a:pathLst>
                <a:path extrusionOk="0" h="1383" w="1561">
                  <a:moveTo>
                    <a:pt x="787" y="1"/>
                  </a:moveTo>
                  <a:cubicBezTo>
                    <a:pt x="703" y="1"/>
                    <a:pt x="608" y="13"/>
                    <a:pt x="525" y="60"/>
                  </a:cubicBezTo>
                  <a:cubicBezTo>
                    <a:pt x="501" y="60"/>
                    <a:pt x="489" y="72"/>
                    <a:pt x="477" y="72"/>
                  </a:cubicBezTo>
                  <a:cubicBezTo>
                    <a:pt x="132" y="239"/>
                    <a:pt x="1" y="655"/>
                    <a:pt x="168" y="1001"/>
                  </a:cubicBezTo>
                  <a:cubicBezTo>
                    <a:pt x="277" y="1245"/>
                    <a:pt x="530" y="1382"/>
                    <a:pt x="782" y="1382"/>
                  </a:cubicBezTo>
                  <a:cubicBezTo>
                    <a:pt x="886" y="1382"/>
                    <a:pt x="990" y="1359"/>
                    <a:pt x="1084" y="1310"/>
                  </a:cubicBezTo>
                  <a:cubicBezTo>
                    <a:pt x="1430" y="1144"/>
                    <a:pt x="1561" y="727"/>
                    <a:pt x="1394" y="405"/>
                  </a:cubicBezTo>
                  <a:cubicBezTo>
                    <a:pt x="1394" y="405"/>
                    <a:pt x="1394" y="394"/>
                    <a:pt x="1382" y="394"/>
                  </a:cubicBezTo>
                  <a:cubicBezTo>
                    <a:pt x="1358" y="310"/>
                    <a:pt x="1311" y="239"/>
                    <a:pt x="1251" y="179"/>
                  </a:cubicBezTo>
                  <a:cubicBezTo>
                    <a:pt x="1132" y="60"/>
                    <a:pt x="953" y="1"/>
                    <a:pt x="7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3"/>
            <p:cNvSpPr/>
            <p:nvPr/>
          </p:nvSpPr>
          <p:spPr>
            <a:xfrm>
              <a:off x="1285875" y="1477700"/>
              <a:ext cx="24725" cy="24425"/>
            </a:xfrm>
            <a:custGeom>
              <a:rect b="b" l="l" r="r" t="t"/>
              <a:pathLst>
                <a:path extrusionOk="0" h="977" w="989">
                  <a:moveTo>
                    <a:pt x="488" y="0"/>
                  </a:moveTo>
                  <a:cubicBezTo>
                    <a:pt x="429" y="0"/>
                    <a:pt x="369" y="12"/>
                    <a:pt x="310" y="36"/>
                  </a:cubicBezTo>
                  <a:cubicBezTo>
                    <a:pt x="214" y="72"/>
                    <a:pt x="119" y="155"/>
                    <a:pt x="60" y="250"/>
                  </a:cubicBezTo>
                  <a:cubicBezTo>
                    <a:pt x="12" y="334"/>
                    <a:pt x="0" y="405"/>
                    <a:pt x="0" y="488"/>
                  </a:cubicBezTo>
                  <a:lnTo>
                    <a:pt x="0" y="524"/>
                  </a:lnTo>
                  <a:cubicBezTo>
                    <a:pt x="12" y="715"/>
                    <a:pt x="131" y="881"/>
                    <a:pt x="310" y="953"/>
                  </a:cubicBezTo>
                  <a:cubicBezTo>
                    <a:pt x="369" y="965"/>
                    <a:pt x="429" y="977"/>
                    <a:pt x="488" y="977"/>
                  </a:cubicBezTo>
                  <a:cubicBezTo>
                    <a:pt x="524" y="977"/>
                    <a:pt x="548" y="977"/>
                    <a:pt x="583" y="965"/>
                  </a:cubicBezTo>
                  <a:cubicBezTo>
                    <a:pt x="750" y="941"/>
                    <a:pt x="893" y="798"/>
                    <a:pt x="941" y="655"/>
                  </a:cubicBezTo>
                  <a:cubicBezTo>
                    <a:pt x="953" y="596"/>
                    <a:pt x="964" y="548"/>
                    <a:pt x="964" y="488"/>
                  </a:cubicBezTo>
                  <a:cubicBezTo>
                    <a:pt x="988" y="465"/>
                    <a:pt x="964" y="417"/>
                    <a:pt x="964" y="393"/>
                  </a:cubicBezTo>
                  <a:cubicBezTo>
                    <a:pt x="929" y="191"/>
                    <a:pt x="774" y="48"/>
                    <a:pt x="583" y="12"/>
                  </a:cubicBezTo>
                  <a:cubicBezTo>
                    <a:pt x="548" y="12"/>
                    <a:pt x="524" y="0"/>
                    <a:pt x="48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3"/>
            <p:cNvSpPr/>
            <p:nvPr/>
          </p:nvSpPr>
          <p:spPr>
            <a:xfrm>
              <a:off x="1400175" y="1494100"/>
              <a:ext cx="32750" cy="31300"/>
            </a:xfrm>
            <a:custGeom>
              <a:rect b="b" l="l" r="r" t="t"/>
              <a:pathLst>
                <a:path extrusionOk="0" h="1252" w="1310">
                  <a:moveTo>
                    <a:pt x="646" y="0"/>
                  </a:moveTo>
                  <a:cubicBezTo>
                    <a:pt x="553" y="0"/>
                    <a:pt x="458" y="22"/>
                    <a:pt x="369" y="70"/>
                  </a:cubicBezTo>
                  <a:cubicBezTo>
                    <a:pt x="286" y="118"/>
                    <a:pt x="202" y="178"/>
                    <a:pt x="143" y="249"/>
                  </a:cubicBezTo>
                  <a:cubicBezTo>
                    <a:pt x="83" y="321"/>
                    <a:pt x="48" y="416"/>
                    <a:pt x="24" y="499"/>
                  </a:cubicBezTo>
                  <a:cubicBezTo>
                    <a:pt x="0" y="642"/>
                    <a:pt x="12" y="773"/>
                    <a:pt x="83" y="904"/>
                  </a:cubicBezTo>
                  <a:cubicBezTo>
                    <a:pt x="193" y="1123"/>
                    <a:pt x="414" y="1252"/>
                    <a:pt x="644" y="1252"/>
                  </a:cubicBezTo>
                  <a:cubicBezTo>
                    <a:pt x="664" y="1252"/>
                    <a:pt x="683" y="1251"/>
                    <a:pt x="702" y="1249"/>
                  </a:cubicBezTo>
                  <a:cubicBezTo>
                    <a:pt x="774" y="1249"/>
                    <a:pt x="845" y="1213"/>
                    <a:pt x="917" y="1190"/>
                  </a:cubicBezTo>
                  <a:cubicBezTo>
                    <a:pt x="929" y="1194"/>
                    <a:pt x="938" y="1195"/>
                    <a:pt x="945" y="1195"/>
                  </a:cubicBezTo>
                  <a:cubicBezTo>
                    <a:pt x="960" y="1195"/>
                    <a:pt x="968" y="1190"/>
                    <a:pt x="976" y="1190"/>
                  </a:cubicBezTo>
                  <a:cubicBezTo>
                    <a:pt x="1155" y="1083"/>
                    <a:pt x="1274" y="904"/>
                    <a:pt x="1298" y="702"/>
                  </a:cubicBezTo>
                  <a:cubicBezTo>
                    <a:pt x="1310" y="606"/>
                    <a:pt x="1298" y="499"/>
                    <a:pt x="1250" y="416"/>
                  </a:cubicBezTo>
                  <a:cubicBezTo>
                    <a:pt x="1250" y="404"/>
                    <a:pt x="1226" y="392"/>
                    <a:pt x="1214" y="356"/>
                  </a:cubicBezTo>
                  <a:cubicBezTo>
                    <a:pt x="1096" y="136"/>
                    <a:pt x="875" y="0"/>
                    <a:pt x="64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5" name="Google Shape;325;p13"/>
          <p:cNvGrpSpPr/>
          <p:nvPr/>
        </p:nvGrpSpPr>
        <p:grpSpPr>
          <a:xfrm flipH="1" rot="5400000">
            <a:off x="7700114" y="3725018"/>
            <a:ext cx="1053574" cy="1834191"/>
            <a:chOff x="1083450" y="1318750"/>
            <a:chExt cx="624525" cy="1087250"/>
          </a:xfrm>
        </p:grpSpPr>
        <p:sp>
          <p:nvSpPr>
            <p:cNvPr id="326" name="Google Shape;326;p13"/>
            <p:cNvSpPr/>
            <p:nvPr/>
          </p:nvSpPr>
          <p:spPr>
            <a:xfrm>
              <a:off x="1083450" y="2340600"/>
              <a:ext cx="215525" cy="50325"/>
            </a:xfrm>
            <a:custGeom>
              <a:rect b="b" l="l" r="r" t="t"/>
              <a:pathLst>
                <a:path extrusionOk="0" h="2013" w="8621">
                  <a:moveTo>
                    <a:pt x="1" y="0"/>
                  </a:moveTo>
                  <a:lnTo>
                    <a:pt x="1" y="286"/>
                  </a:lnTo>
                  <a:lnTo>
                    <a:pt x="8561" y="2012"/>
                  </a:lnTo>
                  <a:cubicBezTo>
                    <a:pt x="8561" y="1917"/>
                    <a:pt x="8573" y="1834"/>
                    <a:pt x="8621" y="173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3"/>
            <p:cNvSpPr/>
            <p:nvPr/>
          </p:nvSpPr>
          <p:spPr>
            <a:xfrm>
              <a:off x="1083450" y="21304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3"/>
            <p:cNvSpPr/>
            <p:nvPr/>
          </p:nvSpPr>
          <p:spPr>
            <a:xfrm>
              <a:off x="1083450" y="1806900"/>
              <a:ext cx="20275" cy="7475"/>
            </a:xfrm>
            <a:custGeom>
              <a:rect b="b" l="l" r="r" t="t"/>
              <a:pathLst>
                <a:path extrusionOk="0" h="299" w="811">
                  <a:moveTo>
                    <a:pt x="703" y="0"/>
                  </a:moveTo>
                  <a:lnTo>
                    <a:pt x="1" y="24"/>
                  </a:lnTo>
                  <a:lnTo>
                    <a:pt x="1" y="298"/>
                  </a:lnTo>
                  <a:lnTo>
                    <a:pt x="810" y="27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3"/>
            <p:cNvSpPr/>
            <p:nvPr/>
          </p:nvSpPr>
          <p:spPr>
            <a:xfrm>
              <a:off x="1108150" y="1802425"/>
              <a:ext cx="180125" cy="11350"/>
            </a:xfrm>
            <a:custGeom>
              <a:rect b="b" l="l" r="r" t="t"/>
              <a:pathLst>
                <a:path extrusionOk="0" h="454" w="7205">
                  <a:moveTo>
                    <a:pt x="7204" y="1"/>
                  </a:moveTo>
                  <a:lnTo>
                    <a:pt x="1" y="179"/>
                  </a:lnTo>
                  <a:lnTo>
                    <a:pt x="96" y="453"/>
                  </a:lnTo>
                  <a:lnTo>
                    <a:pt x="7204" y="275"/>
                  </a:lnTo>
                  <a:cubicBezTo>
                    <a:pt x="7180" y="179"/>
                    <a:pt x="7180" y="96"/>
                    <a:pt x="720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3"/>
            <p:cNvSpPr/>
            <p:nvPr/>
          </p:nvSpPr>
          <p:spPr>
            <a:xfrm>
              <a:off x="1194475" y="2040550"/>
              <a:ext cx="2425" cy="3600"/>
            </a:xfrm>
            <a:custGeom>
              <a:rect b="b" l="l" r="r" t="t"/>
              <a:pathLst>
                <a:path extrusionOk="0" h="144" w="97">
                  <a:moveTo>
                    <a:pt x="84" y="1"/>
                  </a:moveTo>
                  <a:lnTo>
                    <a:pt x="1" y="48"/>
                  </a:lnTo>
                  <a:lnTo>
                    <a:pt x="25" y="144"/>
                  </a:lnTo>
                  <a:cubicBezTo>
                    <a:pt x="72" y="108"/>
                    <a:pt x="96" y="48"/>
                    <a:pt x="8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3"/>
            <p:cNvSpPr/>
            <p:nvPr/>
          </p:nvSpPr>
          <p:spPr>
            <a:xfrm>
              <a:off x="1083450" y="1741425"/>
              <a:ext cx="98250" cy="261650"/>
            </a:xfrm>
            <a:custGeom>
              <a:rect b="b" l="l" r="r" t="t"/>
              <a:pathLst>
                <a:path extrusionOk="0" h="10466" w="3930">
                  <a:moveTo>
                    <a:pt x="1" y="0"/>
                  </a:moveTo>
                  <a:lnTo>
                    <a:pt x="1" y="774"/>
                  </a:lnTo>
                  <a:lnTo>
                    <a:pt x="703" y="2619"/>
                  </a:lnTo>
                  <a:lnTo>
                    <a:pt x="810" y="2893"/>
                  </a:lnTo>
                  <a:lnTo>
                    <a:pt x="3668" y="10466"/>
                  </a:lnTo>
                  <a:cubicBezTo>
                    <a:pt x="3751" y="10418"/>
                    <a:pt x="3835" y="10394"/>
                    <a:pt x="3930" y="10394"/>
                  </a:cubicBezTo>
                  <a:lnTo>
                    <a:pt x="1084" y="2893"/>
                  </a:lnTo>
                  <a:lnTo>
                    <a:pt x="989" y="26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3"/>
            <p:cNvSpPr/>
            <p:nvPr/>
          </p:nvSpPr>
          <p:spPr>
            <a:xfrm>
              <a:off x="1113525" y="2178975"/>
              <a:ext cx="193200" cy="201825"/>
            </a:xfrm>
            <a:custGeom>
              <a:rect b="b" l="l" r="r" t="t"/>
              <a:pathLst>
                <a:path extrusionOk="0" h="8073" w="7728">
                  <a:moveTo>
                    <a:pt x="203" y="0"/>
                  </a:moveTo>
                  <a:cubicBezTo>
                    <a:pt x="143" y="84"/>
                    <a:pt x="84" y="131"/>
                    <a:pt x="0" y="179"/>
                  </a:cubicBezTo>
                  <a:lnTo>
                    <a:pt x="7501" y="8073"/>
                  </a:lnTo>
                  <a:cubicBezTo>
                    <a:pt x="7549" y="8013"/>
                    <a:pt x="7608" y="7954"/>
                    <a:pt x="7704" y="7918"/>
                  </a:cubicBezTo>
                  <a:cubicBezTo>
                    <a:pt x="7716" y="7918"/>
                    <a:pt x="7716" y="7918"/>
                    <a:pt x="7727" y="7906"/>
                  </a:cubicBez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3"/>
            <p:cNvSpPr/>
            <p:nvPr/>
          </p:nvSpPr>
          <p:spPr>
            <a:xfrm>
              <a:off x="1187625" y="2041750"/>
              <a:ext cx="121175" cy="334600"/>
            </a:xfrm>
            <a:custGeom>
              <a:rect b="b" l="l" r="r" t="t"/>
              <a:pathLst>
                <a:path extrusionOk="0" h="13384" w="4847">
                  <a:moveTo>
                    <a:pt x="275" y="0"/>
                  </a:moveTo>
                  <a:lnTo>
                    <a:pt x="275" y="0"/>
                  </a:lnTo>
                  <a:cubicBezTo>
                    <a:pt x="180" y="48"/>
                    <a:pt x="96" y="72"/>
                    <a:pt x="1" y="72"/>
                  </a:cubicBezTo>
                  <a:lnTo>
                    <a:pt x="4752" y="13383"/>
                  </a:lnTo>
                  <a:cubicBezTo>
                    <a:pt x="4775" y="13371"/>
                    <a:pt x="4823" y="13347"/>
                    <a:pt x="4847" y="13335"/>
                  </a:cubicBezTo>
                  <a:lnTo>
                    <a:pt x="4835" y="12847"/>
                  </a:lnTo>
                  <a:lnTo>
                    <a:pt x="263" y="7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1188525" y="1816725"/>
              <a:ext cx="109275" cy="186650"/>
            </a:xfrm>
            <a:custGeom>
              <a:rect b="b" l="l" r="r" t="t"/>
              <a:pathLst>
                <a:path extrusionOk="0" h="7466" w="4371">
                  <a:moveTo>
                    <a:pt x="4144" y="0"/>
                  </a:moveTo>
                  <a:lnTo>
                    <a:pt x="1" y="7382"/>
                  </a:lnTo>
                  <a:cubicBezTo>
                    <a:pt x="84" y="7394"/>
                    <a:pt x="179" y="7430"/>
                    <a:pt x="251" y="7466"/>
                  </a:cubicBezTo>
                  <a:lnTo>
                    <a:pt x="4370" y="143"/>
                  </a:lnTo>
                  <a:cubicBezTo>
                    <a:pt x="4287" y="119"/>
                    <a:pt x="4204" y="72"/>
                    <a:pt x="414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3"/>
            <p:cNvSpPr/>
            <p:nvPr/>
          </p:nvSpPr>
          <p:spPr>
            <a:xfrm>
              <a:off x="1113225" y="2036700"/>
              <a:ext cx="60750" cy="102100"/>
            </a:xfrm>
            <a:custGeom>
              <a:rect b="b" l="l" r="r" t="t"/>
              <a:pathLst>
                <a:path extrusionOk="0" h="4084" w="2430">
                  <a:moveTo>
                    <a:pt x="2215" y="0"/>
                  </a:moveTo>
                  <a:lnTo>
                    <a:pt x="0" y="3893"/>
                  </a:lnTo>
                  <a:cubicBezTo>
                    <a:pt x="72" y="3953"/>
                    <a:pt x="155" y="4012"/>
                    <a:pt x="215" y="4084"/>
                  </a:cubicBezTo>
                  <a:lnTo>
                    <a:pt x="2429" y="179"/>
                  </a:lnTo>
                  <a:cubicBezTo>
                    <a:pt x="2358" y="131"/>
                    <a:pt x="2274" y="72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3"/>
            <p:cNvSpPr/>
            <p:nvPr/>
          </p:nvSpPr>
          <p:spPr>
            <a:xfrm>
              <a:off x="1299250" y="1820900"/>
              <a:ext cx="16700" cy="554550"/>
            </a:xfrm>
            <a:custGeom>
              <a:rect b="b" l="l" r="r" t="t"/>
              <a:pathLst>
                <a:path extrusionOk="0" h="22182" w="668">
                  <a:moveTo>
                    <a:pt x="1" y="0"/>
                  </a:moveTo>
                  <a:lnTo>
                    <a:pt x="394" y="21693"/>
                  </a:lnTo>
                  <a:lnTo>
                    <a:pt x="406" y="22181"/>
                  </a:lnTo>
                  <a:cubicBezTo>
                    <a:pt x="447" y="22175"/>
                    <a:pt x="492" y="22172"/>
                    <a:pt x="537" y="22172"/>
                  </a:cubicBezTo>
                  <a:cubicBezTo>
                    <a:pt x="581" y="22172"/>
                    <a:pt x="626" y="22175"/>
                    <a:pt x="668" y="22181"/>
                  </a:cubicBezTo>
                  <a:lnTo>
                    <a:pt x="275" y="12"/>
                  </a:lnTo>
                  <a:cubicBezTo>
                    <a:pt x="235" y="17"/>
                    <a:pt x="198" y="20"/>
                    <a:pt x="161" y="20"/>
                  </a:cubicBezTo>
                  <a:cubicBezTo>
                    <a:pt x="108" y="20"/>
                    <a:pt x="57" y="14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3"/>
            <p:cNvSpPr/>
            <p:nvPr/>
          </p:nvSpPr>
          <p:spPr>
            <a:xfrm>
              <a:off x="1293600" y="1501500"/>
              <a:ext cx="11925" cy="289650"/>
            </a:xfrm>
            <a:custGeom>
              <a:rect b="b" l="l" r="r" t="t"/>
              <a:pathLst>
                <a:path extrusionOk="0" h="11586" w="477">
                  <a:moveTo>
                    <a:pt x="1" y="1"/>
                  </a:moveTo>
                  <a:lnTo>
                    <a:pt x="215" y="11585"/>
                  </a:lnTo>
                  <a:cubicBezTo>
                    <a:pt x="268" y="11563"/>
                    <a:pt x="325" y="11555"/>
                    <a:pt x="382" y="11555"/>
                  </a:cubicBezTo>
                  <a:cubicBezTo>
                    <a:pt x="414" y="11555"/>
                    <a:pt x="446" y="11557"/>
                    <a:pt x="477" y="11562"/>
                  </a:cubicBezTo>
                  <a:lnTo>
                    <a:pt x="274" y="36"/>
                  </a:lnTo>
                  <a:cubicBezTo>
                    <a:pt x="239" y="36"/>
                    <a:pt x="215" y="48"/>
                    <a:pt x="179" y="48"/>
                  </a:cubicBezTo>
                  <a:cubicBezTo>
                    <a:pt x="120" y="36"/>
                    <a:pt x="60" y="36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3"/>
            <p:cNvSpPr/>
            <p:nvPr/>
          </p:nvSpPr>
          <p:spPr>
            <a:xfrm>
              <a:off x="1418325" y="1523825"/>
              <a:ext cx="47050" cy="166425"/>
            </a:xfrm>
            <a:custGeom>
              <a:rect b="b" l="l" r="r" t="t"/>
              <a:pathLst>
                <a:path extrusionOk="0" h="6657" w="1882">
                  <a:moveTo>
                    <a:pt x="250" y="1"/>
                  </a:moveTo>
                  <a:cubicBezTo>
                    <a:pt x="238" y="1"/>
                    <a:pt x="227" y="13"/>
                    <a:pt x="227" y="13"/>
                  </a:cubicBezTo>
                  <a:cubicBezTo>
                    <a:pt x="155" y="48"/>
                    <a:pt x="72" y="72"/>
                    <a:pt x="0" y="72"/>
                  </a:cubicBezTo>
                  <a:lnTo>
                    <a:pt x="1608" y="6656"/>
                  </a:lnTo>
                  <a:cubicBezTo>
                    <a:pt x="1703" y="6621"/>
                    <a:pt x="1786" y="6597"/>
                    <a:pt x="1881" y="659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3"/>
            <p:cNvSpPr/>
            <p:nvPr/>
          </p:nvSpPr>
          <p:spPr>
            <a:xfrm>
              <a:off x="1083450" y="1458350"/>
              <a:ext cx="203625" cy="33050"/>
            </a:xfrm>
            <a:custGeom>
              <a:rect b="b" l="l" r="r" t="t"/>
              <a:pathLst>
                <a:path extrusionOk="0" h="1322" w="8145">
                  <a:moveTo>
                    <a:pt x="1" y="0"/>
                  </a:moveTo>
                  <a:lnTo>
                    <a:pt x="1" y="286"/>
                  </a:lnTo>
                  <a:lnTo>
                    <a:pt x="8097" y="1322"/>
                  </a:lnTo>
                  <a:lnTo>
                    <a:pt x="8097" y="1298"/>
                  </a:lnTo>
                  <a:cubicBezTo>
                    <a:pt x="8085" y="1191"/>
                    <a:pt x="8109" y="1108"/>
                    <a:pt x="8145" y="104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3"/>
            <p:cNvSpPr/>
            <p:nvPr/>
          </p:nvSpPr>
          <p:spPr>
            <a:xfrm>
              <a:off x="1291825" y="1342550"/>
              <a:ext cx="8050" cy="136050"/>
            </a:xfrm>
            <a:custGeom>
              <a:rect b="b" l="l" r="r" t="t"/>
              <a:pathLst>
                <a:path extrusionOk="0" h="5442" w="322">
                  <a:moveTo>
                    <a:pt x="0" y="1"/>
                  </a:moveTo>
                  <a:lnTo>
                    <a:pt x="60" y="5442"/>
                  </a:lnTo>
                  <a:cubicBezTo>
                    <a:pt x="119" y="5406"/>
                    <a:pt x="179" y="5406"/>
                    <a:pt x="238" y="5406"/>
                  </a:cubicBezTo>
                  <a:cubicBezTo>
                    <a:pt x="274" y="5406"/>
                    <a:pt x="298" y="5406"/>
                    <a:pt x="322" y="5418"/>
                  </a:cubicBezTo>
                  <a:lnTo>
                    <a:pt x="274" y="96"/>
                  </a:lnTo>
                  <a:cubicBezTo>
                    <a:pt x="179" y="72"/>
                    <a:pt x="72" y="48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688000" y="1544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309675" y="1487525"/>
              <a:ext cx="94675" cy="19650"/>
            </a:xfrm>
            <a:custGeom>
              <a:rect b="b" l="l" r="r" t="t"/>
              <a:pathLst>
                <a:path extrusionOk="0" h="786" w="3787">
                  <a:moveTo>
                    <a:pt x="12" y="0"/>
                  </a:moveTo>
                  <a:cubicBezTo>
                    <a:pt x="36" y="24"/>
                    <a:pt x="36" y="72"/>
                    <a:pt x="36" y="95"/>
                  </a:cubicBezTo>
                  <a:cubicBezTo>
                    <a:pt x="36" y="155"/>
                    <a:pt x="12" y="214"/>
                    <a:pt x="1" y="262"/>
                  </a:cubicBezTo>
                  <a:lnTo>
                    <a:pt x="3668" y="786"/>
                  </a:lnTo>
                  <a:cubicBezTo>
                    <a:pt x="3680" y="691"/>
                    <a:pt x="3727" y="607"/>
                    <a:pt x="3787" y="536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3"/>
            <p:cNvSpPr/>
            <p:nvPr/>
          </p:nvSpPr>
          <p:spPr>
            <a:xfrm>
              <a:off x="1687700" y="15458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3"/>
            <p:cNvSpPr/>
            <p:nvPr/>
          </p:nvSpPr>
          <p:spPr>
            <a:xfrm>
              <a:off x="1430825" y="1504475"/>
              <a:ext cx="247675" cy="41700"/>
            </a:xfrm>
            <a:custGeom>
              <a:rect b="b" l="l" r="r" t="t"/>
              <a:pathLst>
                <a:path extrusionOk="0" h="1668" w="9907">
                  <a:moveTo>
                    <a:pt x="0" y="1"/>
                  </a:moveTo>
                  <a:lnTo>
                    <a:pt x="0" y="1"/>
                  </a:lnTo>
                  <a:cubicBezTo>
                    <a:pt x="48" y="108"/>
                    <a:pt x="72" y="191"/>
                    <a:pt x="48" y="287"/>
                  </a:cubicBezTo>
                  <a:lnTo>
                    <a:pt x="9799" y="1668"/>
                  </a:lnTo>
                  <a:lnTo>
                    <a:pt x="9906" y="1596"/>
                  </a:lnTo>
                  <a:lnTo>
                    <a:pt x="9478" y="1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3"/>
            <p:cNvSpPr/>
            <p:nvPr/>
          </p:nvSpPr>
          <p:spPr>
            <a:xfrm>
              <a:off x="1687100" y="1546450"/>
              <a:ext cx="25" cy="625"/>
            </a:xfrm>
            <a:custGeom>
              <a:rect b="b" l="l" r="r" t="t"/>
              <a:pathLst>
                <a:path extrusionOk="0" h="25" w="1">
                  <a:moveTo>
                    <a:pt x="1" y="24"/>
                  </a:moveTo>
                  <a:lnTo>
                    <a:pt x="1" y="24"/>
                  </a:lnTo>
                  <a:cubicBezTo>
                    <a:pt x="1" y="1"/>
                    <a:pt x="1" y="24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3"/>
            <p:cNvSpPr/>
            <p:nvPr/>
          </p:nvSpPr>
          <p:spPr>
            <a:xfrm>
              <a:off x="1687700" y="15455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3"/>
            <p:cNvSpPr/>
            <p:nvPr/>
          </p:nvSpPr>
          <p:spPr>
            <a:xfrm>
              <a:off x="1476075" y="1544675"/>
              <a:ext cx="211050" cy="154800"/>
            </a:xfrm>
            <a:custGeom>
              <a:rect b="b" l="l" r="r" t="t"/>
              <a:pathLst>
                <a:path extrusionOk="0" h="6192" w="8442">
                  <a:moveTo>
                    <a:pt x="8096" y="0"/>
                  </a:moveTo>
                  <a:lnTo>
                    <a:pt x="7989" y="72"/>
                  </a:lnTo>
                  <a:lnTo>
                    <a:pt x="0" y="5965"/>
                  </a:lnTo>
                  <a:cubicBezTo>
                    <a:pt x="60" y="6025"/>
                    <a:pt x="119" y="6084"/>
                    <a:pt x="143" y="6179"/>
                  </a:cubicBezTo>
                  <a:cubicBezTo>
                    <a:pt x="143" y="6179"/>
                    <a:pt x="143" y="6191"/>
                    <a:pt x="155" y="6191"/>
                  </a:cubicBezTo>
                  <a:lnTo>
                    <a:pt x="8442" y="95"/>
                  </a:lnTo>
                  <a:lnTo>
                    <a:pt x="8442" y="95"/>
                  </a:lnTo>
                  <a:cubicBezTo>
                    <a:pt x="8418" y="107"/>
                    <a:pt x="8418" y="107"/>
                    <a:pt x="8406" y="107"/>
                  </a:cubicBezTo>
                  <a:lnTo>
                    <a:pt x="8394" y="107"/>
                  </a:lnTo>
                  <a:cubicBezTo>
                    <a:pt x="8370" y="107"/>
                    <a:pt x="8358" y="119"/>
                    <a:pt x="8346" y="119"/>
                  </a:cubicBezTo>
                  <a:lnTo>
                    <a:pt x="8299" y="119"/>
                  </a:lnTo>
                  <a:cubicBezTo>
                    <a:pt x="8287" y="119"/>
                    <a:pt x="8287" y="119"/>
                    <a:pt x="8275" y="107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3"/>
            <p:cNvSpPr/>
            <p:nvPr/>
          </p:nvSpPr>
          <p:spPr>
            <a:xfrm>
              <a:off x="1688000" y="1544675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3"/>
            <p:cNvSpPr/>
            <p:nvPr/>
          </p:nvSpPr>
          <p:spPr>
            <a:xfrm>
              <a:off x="1681750" y="1319350"/>
              <a:ext cx="26225" cy="225050"/>
            </a:xfrm>
            <a:custGeom>
              <a:rect b="b" l="l" r="r" t="t"/>
              <a:pathLst>
                <a:path extrusionOk="0" h="9002" w="1049">
                  <a:moveTo>
                    <a:pt x="750" y="0"/>
                  </a:moveTo>
                  <a:lnTo>
                    <a:pt x="0" y="8763"/>
                  </a:lnTo>
                  <a:lnTo>
                    <a:pt x="191" y="8870"/>
                  </a:lnTo>
                  <a:cubicBezTo>
                    <a:pt x="238" y="8894"/>
                    <a:pt x="274" y="8942"/>
                    <a:pt x="274" y="900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3"/>
            <p:cNvSpPr/>
            <p:nvPr/>
          </p:nvSpPr>
          <p:spPr>
            <a:xfrm>
              <a:off x="1687100" y="1546450"/>
              <a:ext cx="25" cy="625"/>
            </a:xfrm>
            <a:custGeom>
              <a:rect b="b" l="l" r="r" t="t"/>
              <a:pathLst>
                <a:path extrusionOk="0" h="25" w="1">
                  <a:moveTo>
                    <a:pt x="1" y="24"/>
                  </a:moveTo>
                  <a:cubicBezTo>
                    <a:pt x="1" y="24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3"/>
            <p:cNvSpPr/>
            <p:nvPr/>
          </p:nvSpPr>
          <p:spPr>
            <a:xfrm>
              <a:off x="1684125" y="1547650"/>
              <a:ext cx="625" cy="25"/>
            </a:xfrm>
            <a:custGeom>
              <a:rect b="b" l="l" r="r" t="t"/>
              <a:pathLst>
                <a:path extrusionOk="0" h="1" w="25">
                  <a:moveTo>
                    <a:pt x="24" y="0"/>
                  </a:moveTo>
                  <a:lnTo>
                    <a:pt x="1" y="0"/>
                  </a:lnTo>
                  <a:lnTo>
                    <a:pt x="24" y="0"/>
                  </a:lnTo>
                  <a:cubicBezTo>
                    <a:pt x="12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3"/>
            <p:cNvSpPr/>
            <p:nvPr/>
          </p:nvSpPr>
          <p:spPr>
            <a:xfrm>
              <a:off x="1687700" y="15455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cubicBezTo>
                    <a:pt x="0" y="1"/>
                    <a:pt x="0" y="1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3"/>
            <p:cNvSpPr/>
            <p:nvPr/>
          </p:nvSpPr>
          <p:spPr>
            <a:xfrm>
              <a:off x="1684725" y="15476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3"/>
            <p:cNvSpPr/>
            <p:nvPr/>
          </p:nvSpPr>
          <p:spPr>
            <a:xfrm>
              <a:off x="1323375" y="1333625"/>
              <a:ext cx="364650" cy="214350"/>
            </a:xfrm>
            <a:custGeom>
              <a:rect b="b" l="l" r="r" t="t"/>
              <a:pathLst>
                <a:path extrusionOk="0" h="8574" w="14586">
                  <a:moveTo>
                    <a:pt x="203" y="1"/>
                  </a:moveTo>
                  <a:cubicBezTo>
                    <a:pt x="143" y="84"/>
                    <a:pt x="84" y="155"/>
                    <a:pt x="0" y="215"/>
                  </a:cubicBezTo>
                  <a:lnTo>
                    <a:pt x="13752" y="8204"/>
                  </a:lnTo>
                  <a:lnTo>
                    <a:pt x="14192" y="8454"/>
                  </a:lnTo>
                  <a:lnTo>
                    <a:pt x="14371" y="8561"/>
                  </a:lnTo>
                  <a:cubicBezTo>
                    <a:pt x="14383" y="8561"/>
                    <a:pt x="14383" y="8573"/>
                    <a:pt x="14395" y="8573"/>
                  </a:cubicBezTo>
                  <a:lnTo>
                    <a:pt x="14442" y="8573"/>
                  </a:lnTo>
                  <a:cubicBezTo>
                    <a:pt x="14454" y="8573"/>
                    <a:pt x="14466" y="8573"/>
                    <a:pt x="14490" y="8561"/>
                  </a:cubicBezTo>
                  <a:lnTo>
                    <a:pt x="14502" y="8561"/>
                  </a:lnTo>
                  <a:cubicBezTo>
                    <a:pt x="14514" y="8561"/>
                    <a:pt x="14514" y="8549"/>
                    <a:pt x="14526" y="8549"/>
                  </a:cubicBezTo>
                  <a:cubicBezTo>
                    <a:pt x="14550" y="8537"/>
                    <a:pt x="14550" y="8537"/>
                    <a:pt x="14550" y="8514"/>
                  </a:cubicBezTo>
                  <a:lnTo>
                    <a:pt x="14550" y="8502"/>
                  </a:lnTo>
                  <a:lnTo>
                    <a:pt x="14550" y="8490"/>
                  </a:lnTo>
                  <a:lnTo>
                    <a:pt x="14550" y="8478"/>
                  </a:lnTo>
                  <a:cubicBezTo>
                    <a:pt x="14585" y="8383"/>
                    <a:pt x="14573" y="8335"/>
                    <a:pt x="14514" y="8311"/>
                  </a:cubicBezTo>
                  <a:lnTo>
                    <a:pt x="14323" y="820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1273950" y="1318750"/>
              <a:ext cx="60750" cy="26600"/>
            </a:xfrm>
            <a:custGeom>
              <a:rect b="b" l="l" r="r" t="t"/>
              <a:pathLst>
                <a:path extrusionOk="0" h="1064" w="2430">
                  <a:moveTo>
                    <a:pt x="1" y="0"/>
                  </a:moveTo>
                  <a:cubicBezTo>
                    <a:pt x="13" y="119"/>
                    <a:pt x="60" y="250"/>
                    <a:pt x="120" y="369"/>
                  </a:cubicBezTo>
                  <a:cubicBezTo>
                    <a:pt x="251" y="643"/>
                    <a:pt x="465" y="834"/>
                    <a:pt x="715" y="953"/>
                  </a:cubicBezTo>
                  <a:cubicBezTo>
                    <a:pt x="810" y="1000"/>
                    <a:pt x="894" y="1012"/>
                    <a:pt x="989" y="1048"/>
                  </a:cubicBezTo>
                  <a:cubicBezTo>
                    <a:pt x="1062" y="1058"/>
                    <a:pt x="1135" y="1063"/>
                    <a:pt x="1209" y="1063"/>
                  </a:cubicBezTo>
                  <a:cubicBezTo>
                    <a:pt x="1401" y="1063"/>
                    <a:pt x="1594" y="1027"/>
                    <a:pt x="1775" y="941"/>
                  </a:cubicBezTo>
                  <a:cubicBezTo>
                    <a:pt x="1858" y="893"/>
                    <a:pt x="1941" y="858"/>
                    <a:pt x="2001" y="786"/>
                  </a:cubicBezTo>
                  <a:cubicBezTo>
                    <a:pt x="2072" y="727"/>
                    <a:pt x="2132" y="655"/>
                    <a:pt x="2192" y="584"/>
                  </a:cubicBezTo>
                  <a:cubicBezTo>
                    <a:pt x="2322" y="417"/>
                    <a:pt x="2394" y="215"/>
                    <a:pt x="243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3"/>
            <p:cNvSpPr/>
            <p:nvPr/>
          </p:nvSpPr>
          <p:spPr>
            <a:xfrm>
              <a:off x="1159350" y="2001350"/>
              <a:ext cx="50050" cy="42850"/>
            </a:xfrm>
            <a:custGeom>
              <a:rect b="b" l="l" r="r" t="t"/>
              <a:pathLst>
                <a:path extrusionOk="0" h="1714" w="2002">
                  <a:moveTo>
                    <a:pt x="1013" y="0"/>
                  </a:moveTo>
                  <a:cubicBezTo>
                    <a:pt x="968" y="0"/>
                    <a:pt x="924" y="3"/>
                    <a:pt x="882" y="9"/>
                  </a:cubicBezTo>
                  <a:cubicBezTo>
                    <a:pt x="787" y="21"/>
                    <a:pt x="703" y="57"/>
                    <a:pt x="608" y="81"/>
                  </a:cubicBezTo>
                  <a:cubicBezTo>
                    <a:pt x="179" y="295"/>
                    <a:pt x="1" y="807"/>
                    <a:pt x="227" y="1247"/>
                  </a:cubicBezTo>
                  <a:cubicBezTo>
                    <a:pt x="251" y="1307"/>
                    <a:pt x="299" y="1366"/>
                    <a:pt x="346" y="1426"/>
                  </a:cubicBezTo>
                  <a:cubicBezTo>
                    <a:pt x="406" y="1497"/>
                    <a:pt x="477" y="1557"/>
                    <a:pt x="549" y="1605"/>
                  </a:cubicBezTo>
                  <a:cubicBezTo>
                    <a:pt x="709" y="1669"/>
                    <a:pt x="898" y="1714"/>
                    <a:pt x="1072" y="1714"/>
                  </a:cubicBezTo>
                  <a:cubicBezTo>
                    <a:pt x="1092" y="1714"/>
                    <a:pt x="1112" y="1713"/>
                    <a:pt x="1132" y="1712"/>
                  </a:cubicBezTo>
                  <a:cubicBezTo>
                    <a:pt x="1227" y="1688"/>
                    <a:pt x="1311" y="1664"/>
                    <a:pt x="1406" y="1628"/>
                  </a:cubicBezTo>
                  <a:lnTo>
                    <a:pt x="1489" y="1593"/>
                  </a:lnTo>
                  <a:cubicBezTo>
                    <a:pt x="1846" y="1343"/>
                    <a:pt x="2001" y="878"/>
                    <a:pt x="1787" y="473"/>
                  </a:cubicBezTo>
                  <a:cubicBezTo>
                    <a:pt x="1703" y="307"/>
                    <a:pt x="1561" y="176"/>
                    <a:pt x="1418" y="104"/>
                  </a:cubicBezTo>
                  <a:cubicBezTo>
                    <a:pt x="1322" y="57"/>
                    <a:pt x="1239" y="21"/>
                    <a:pt x="1144" y="9"/>
                  </a:cubicBezTo>
                  <a:cubicBezTo>
                    <a:pt x="1102" y="3"/>
                    <a:pt x="1058" y="0"/>
                    <a:pt x="10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1083450" y="2128475"/>
              <a:ext cx="44675" cy="61325"/>
            </a:xfrm>
            <a:custGeom>
              <a:rect b="b" l="l" r="r" t="t"/>
              <a:pathLst>
                <a:path extrusionOk="0" h="2453" w="1787">
                  <a:moveTo>
                    <a:pt x="465" y="1"/>
                  </a:moveTo>
                  <a:cubicBezTo>
                    <a:pt x="309" y="1"/>
                    <a:pt x="151" y="30"/>
                    <a:pt x="1" y="91"/>
                  </a:cubicBezTo>
                  <a:lnTo>
                    <a:pt x="1" y="2366"/>
                  </a:lnTo>
                  <a:cubicBezTo>
                    <a:pt x="148" y="2422"/>
                    <a:pt x="312" y="2452"/>
                    <a:pt x="479" y="2452"/>
                  </a:cubicBezTo>
                  <a:cubicBezTo>
                    <a:pt x="660" y="2452"/>
                    <a:pt x="845" y="2416"/>
                    <a:pt x="1013" y="2342"/>
                  </a:cubicBezTo>
                  <a:cubicBezTo>
                    <a:pt x="1072" y="2306"/>
                    <a:pt x="1144" y="2258"/>
                    <a:pt x="1203" y="2223"/>
                  </a:cubicBezTo>
                  <a:cubicBezTo>
                    <a:pt x="1263" y="2139"/>
                    <a:pt x="1346" y="2080"/>
                    <a:pt x="1406" y="2020"/>
                  </a:cubicBezTo>
                  <a:cubicBezTo>
                    <a:pt x="1715" y="1663"/>
                    <a:pt x="1787" y="1127"/>
                    <a:pt x="1560" y="687"/>
                  </a:cubicBezTo>
                  <a:cubicBezTo>
                    <a:pt x="1513" y="592"/>
                    <a:pt x="1465" y="508"/>
                    <a:pt x="1406" y="437"/>
                  </a:cubicBezTo>
                  <a:cubicBezTo>
                    <a:pt x="1346" y="353"/>
                    <a:pt x="1263" y="294"/>
                    <a:pt x="1191" y="234"/>
                  </a:cubicBezTo>
                  <a:cubicBezTo>
                    <a:pt x="989" y="84"/>
                    <a:pt x="730" y="1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1288250" y="1790575"/>
              <a:ext cx="32175" cy="31125"/>
            </a:xfrm>
            <a:custGeom>
              <a:rect b="b" l="l" r="r" t="t"/>
              <a:pathLst>
                <a:path extrusionOk="0" h="1245" w="1287">
                  <a:moveTo>
                    <a:pt x="577" y="1"/>
                  </a:moveTo>
                  <a:cubicBezTo>
                    <a:pt x="530" y="1"/>
                    <a:pt x="477" y="14"/>
                    <a:pt x="429" y="34"/>
                  </a:cubicBezTo>
                  <a:lnTo>
                    <a:pt x="334" y="82"/>
                  </a:lnTo>
                  <a:cubicBezTo>
                    <a:pt x="167" y="165"/>
                    <a:pt x="60" y="320"/>
                    <a:pt x="12" y="499"/>
                  </a:cubicBezTo>
                  <a:cubicBezTo>
                    <a:pt x="0" y="582"/>
                    <a:pt x="0" y="677"/>
                    <a:pt x="12" y="761"/>
                  </a:cubicBezTo>
                  <a:lnTo>
                    <a:pt x="60" y="892"/>
                  </a:lnTo>
                  <a:cubicBezTo>
                    <a:pt x="84" y="951"/>
                    <a:pt x="119" y="999"/>
                    <a:pt x="155" y="1058"/>
                  </a:cubicBezTo>
                  <a:cubicBezTo>
                    <a:pt x="215" y="1130"/>
                    <a:pt x="310" y="1177"/>
                    <a:pt x="381" y="1213"/>
                  </a:cubicBezTo>
                  <a:cubicBezTo>
                    <a:pt x="393" y="1213"/>
                    <a:pt x="417" y="1225"/>
                    <a:pt x="429" y="1225"/>
                  </a:cubicBezTo>
                  <a:cubicBezTo>
                    <a:pt x="478" y="1239"/>
                    <a:pt x="531" y="1245"/>
                    <a:pt x="583" y="1245"/>
                  </a:cubicBezTo>
                  <a:cubicBezTo>
                    <a:pt x="620" y="1245"/>
                    <a:pt x="656" y="1242"/>
                    <a:pt x="691" y="1237"/>
                  </a:cubicBezTo>
                  <a:cubicBezTo>
                    <a:pt x="750" y="1225"/>
                    <a:pt x="798" y="1213"/>
                    <a:pt x="858" y="1177"/>
                  </a:cubicBezTo>
                  <a:cubicBezTo>
                    <a:pt x="1167" y="1034"/>
                    <a:pt x="1286" y="653"/>
                    <a:pt x="1131" y="356"/>
                  </a:cubicBezTo>
                  <a:cubicBezTo>
                    <a:pt x="1036" y="165"/>
                    <a:pt x="858" y="46"/>
                    <a:pt x="667" y="22"/>
                  </a:cubicBezTo>
                  <a:cubicBezTo>
                    <a:pt x="642" y="7"/>
                    <a:pt x="611" y="1"/>
                    <a:pt x="57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1297475" y="2375200"/>
              <a:ext cx="32775" cy="30800"/>
            </a:xfrm>
            <a:custGeom>
              <a:rect b="b" l="l" r="r" t="t"/>
              <a:pathLst>
                <a:path extrusionOk="0" h="1232" w="1311">
                  <a:moveTo>
                    <a:pt x="608" y="0"/>
                  </a:moveTo>
                  <a:cubicBezTo>
                    <a:pt x="563" y="0"/>
                    <a:pt x="518" y="3"/>
                    <a:pt x="477" y="9"/>
                  </a:cubicBezTo>
                  <a:cubicBezTo>
                    <a:pt x="429" y="33"/>
                    <a:pt x="393" y="33"/>
                    <a:pt x="369" y="57"/>
                  </a:cubicBezTo>
                  <a:cubicBezTo>
                    <a:pt x="358" y="57"/>
                    <a:pt x="358" y="57"/>
                    <a:pt x="346" y="69"/>
                  </a:cubicBezTo>
                  <a:cubicBezTo>
                    <a:pt x="262" y="117"/>
                    <a:pt x="191" y="164"/>
                    <a:pt x="143" y="224"/>
                  </a:cubicBezTo>
                  <a:lnTo>
                    <a:pt x="60" y="355"/>
                  </a:lnTo>
                  <a:cubicBezTo>
                    <a:pt x="12" y="450"/>
                    <a:pt x="0" y="533"/>
                    <a:pt x="0" y="628"/>
                  </a:cubicBezTo>
                  <a:cubicBezTo>
                    <a:pt x="0" y="712"/>
                    <a:pt x="12" y="807"/>
                    <a:pt x="60" y="890"/>
                  </a:cubicBezTo>
                  <a:cubicBezTo>
                    <a:pt x="160" y="1108"/>
                    <a:pt x="373" y="1232"/>
                    <a:pt x="594" y="1232"/>
                  </a:cubicBezTo>
                  <a:cubicBezTo>
                    <a:pt x="687" y="1232"/>
                    <a:pt x="781" y="1210"/>
                    <a:pt x="870" y="1164"/>
                  </a:cubicBezTo>
                  <a:cubicBezTo>
                    <a:pt x="1191" y="1009"/>
                    <a:pt x="1310" y="640"/>
                    <a:pt x="1143" y="343"/>
                  </a:cubicBezTo>
                  <a:cubicBezTo>
                    <a:pt x="1048" y="164"/>
                    <a:pt x="905" y="57"/>
                    <a:pt x="739" y="9"/>
                  </a:cubicBezTo>
                  <a:cubicBezTo>
                    <a:pt x="697" y="3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3"/>
            <p:cNvSpPr/>
            <p:nvPr/>
          </p:nvSpPr>
          <p:spPr>
            <a:xfrm>
              <a:off x="1445100" y="1689025"/>
              <a:ext cx="39025" cy="34575"/>
            </a:xfrm>
            <a:custGeom>
              <a:rect b="b" l="l" r="r" t="t"/>
              <a:pathLst>
                <a:path extrusionOk="0" h="1383" w="1561">
                  <a:moveTo>
                    <a:pt x="787" y="1"/>
                  </a:moveTo>
                  <a:cubicBezTo>
                    <a:pt x="703" y="1"/>
                    <a:pt x="608" y="13"/>
                    <a:pt x="525" y="60"/>
                  </a:cubicBezTo>
                  <a:cubicBezTo>
                    <a:pt x="501" y="60"/>
                    <a:pt x="489" y="72"/>
                    <a:pt x="477" y="72"/>
                  </a:cubicBezTo>
                  <a:cubicBezTo>
                    <a:pt x="132" y="239"/>
                    <a:pt x="1" y="655"/>
                    <a:pt x="168" y="1001"/>
                  </a:cubicBezTo>
                  <a:cubicBezTo>
                    <a:pt x="277" y="1245"/>
                    <a:pt x="530" y="1382"/>
                    <a:pt x="782" y="1382"/>
                  </a:cubicBezTo>
                  <a:cubicBezTo>
                    <a:pt x="886" y="1382"/>
                    <a:pt x="990" y="1359"/>
                    <a:pt x="1084" y="1310"/>
                  </a:cubicBezTo>
                  <a:cubicBezTo>
                    <a:pt x="1430" y="1144"/>
                    <a:pt x="1561" y="727"/>
                    <a:pt x="1394" y="405"/>
                  </a:cubicBezTo>
                  <a:cubicBezTo>
                    <a:pt x="1394" y="405"/>
                    <a:pt x="1394" y="394"/>
                    <a:pt x="1382" y="394"/>
                  </a:cubicBezTo>
                  <a:cubicBezTo>
                    <a:pt x="1358" y="310"/>
                    <a:pt x="1311" y="239"/>
                    <a:pt x="1251" y="179"/>
                  </a:cubicBezTo>
                  <a:cubicBezTo>
                    <a:pt x="1132" y="60"/>
                    <a:pt x="953" y="1"/>
                    <a:pt x="7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1285875" y="1477700"/>
              <a:ext cx="24725" cy="24425"/>
            </a:xfrm>
            <a:custGeom>
              <a:rect b="b" l="l" r="r" t="t"/>
              <a:pathLst>
                <a:path extrusionOk="0" h="977" w="989">
                  <a:moveTo>
                    <a:pt x="488" y="0"/>
                  </a:moveTo>
                  <a:cubicBezTo>
                    <a:pt x="429" y="0"/>
                    <a:pt x="369" y="12"/>
                    <a:pt x="310" y="36"/>
                  </a:cubicBezTo>
                  <a:cubicBezTo>
                    <a:pt x="214" y="72"/>
                    <a:pt x="119" y="155"/>
                    <a:pt x="60" y="250"/>
                  </a:cubicBezTo>
                  <a:cubicBezTo>
                    <a:pt x="12" y="334"/>
                    <a:pt x="0" y="405"/>
                    <a:pt x="0" y="488"/>
                  </a:cubicBezTo>
                  <a:lnTo>
                    <a:pt x="0" y="524"/>
                  </a:lnTo>
                  <a:cubicBezTo>
                    <a:pt x="12" y="715"/>
                    <a:pt x="131" y="881"/>
                    <a:pt x="310" y="953"/>
                  </a:cubicBezTo>
                  <a:cubicBezTo>
                    <a:pt x="369" y="965"/>
                    <a:pt x="429" y="977"/>
                    <a:pt x="488" y="977"/>
                  </a:cubicBezTo>
                  <a:cubicBezTo>
                    <a:pt x="524" y="977"/>
                    <a:pt x="548" y="977"/>
                    <a:pt x="583" y="965"/>
                  </a:cubicBezTo>
                  <a:cubicBezTo>
                    <a:pt x="750" y="941"/>
                    <a:pt x="893" y="798"/>
                    <a:pt x="941" y="655"/>
                  </a:cubicBezTo>
                  <a:cubicBezTo>
                    <a:pt x="953" y="596"/>
                    <a:pt x="964" y="548"/>
                    <a:pt x="964" y="488"/>
                  </a:cubicBezTo>
                  <a:cubicBezTo>
                    <a:pt x="988" y="465"/>
                    <a:pt x="964" y="417"/>
                    <a:pt x="964" y="393"/>
                  </a:cubicBezTo>
                  <a:cubicBezTo>
                    <a:pt x="929" y="191"/>
                    <a:pt x="774" y="48"/>
                    <a:pt x="583" y="12"/>
                  </a:cubicBezTo>
                  <a:cubicBezTo>
                    <a:pt x="548" y="12"/>
                    <a:pt x="524" y="0"/>
                    <a:pt x="48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1400175" y="1494100"/>
              <a:ext cx="32750" cy="31300"/>
            </a:xfrm>
            <a:custGeom>
              <a:rect b="b" l="l" r="r" t="t"/>
              <a:pathLst>
                <a:path extrusionOk="0" h="1252" w="1310">
                  <a:moveTo>
                    <a:pt x="646" y="0"/>
                  </a:moveTo>
                  <a:cubicBezTo>
                    <a:pt x="553" y="0"/>
                    <a:pt x="458" y="22"/>
                    <a:pt x="369" y="70"/>
                  </a:cubicBezTo>
                  <a:cubicBezTo>
                    <a:pt x="286" y="118"/>
                    <a:pt x="202" y="178"/>
                    <a:pt x="143" y="249"/>
                  </a:cubicBezTo>
                  <a:cubicBezTo>
                    <a:pt x="83" y="321"/>
                    <a:pt x="48" y="416"/>
                    <a:pt x="24" y="499"/>
                  </a:cubicBezTo>
                  <a:cubicBezTo>
                    <a:pt x="0" y="642"/>
                    <a:pt x="12" y="773"/>
                    <a:pt x="83" y="904"/>
                  </a:cubicBezTo>
                  <a:cubicBezTo>
                    <a:pt x="193" y="1123"/>
                    <a:pt x="414" y="1252"/>
                    <a:pt x="644" y="1252"/>
                  </a:cubicBezTo>
                  <a:cubicBezTo>
                    <a:pt x="664" y="1252"/>
                    <a:pt x="683" y="1251"/>
                    <a:pt x="702" y="1249"/>
                  </a:cubicBezTo>
                  <a:cubicBezTo>
                    <a:pt x="774" y="1249"/>
                    <a:pt x="845" y="1213"/>
                    <a:pt x="917" y="1190"/>
                  </a:cubicBezTo>
                  <a:cubicBezTo>
                    <a:pt x="929" y="1194"/>
                    <a:pt x="938" y="1195"/>
                    <a:pt x="945" y="1195"/>
                  </a:cubicBezTo>
                  <a:cubicBezTo>
                    <a:pt x="960" y="1195"/>
                    <a:pt x="968" y="1190"/>
                    <a:pt x="976" y="1190"/>
                  </a:cubicBezTo>
                  <a:cubicBezTo>
                    <a:pt x="1155" y="1083"/>
                    <a:pt x="1274" y="904"/>
                    <a:pt x="1298" y="702"/>
                  </a:cubicBezTo>
                  <a:cubicBezTo>
                    <a:pt x="1310" y="606"/>
                    <a:pt x="1298" y="499"/>
                    <a:pt x="1250" y="416"/>
                  </a:cubicBezTo>
                  <a:cubicBezTo>
                    <a:pt x="1250" y="404"/>
                    <a:pt x="1226" y="392"/>
                    <a:pt x="1214" y="356"/>
                  </a:cubicBezTo>
                  <a:cubicBezTo>
                    <a:pt x="1096" y="136"/>
                    <a:pt x="875" y="0"/>
                    <a:pt x="64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3" name="Google Shape;36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4" name="Google Shape;364;p13"/>
          <p:cNvSpPr txBox="1"/>
          <p:nvPr>
            <p:ph idx="2" type="title"/>
          </p:nvPr>
        </p:nvSpPr>
        <p:spPr>
          <a:xfrm>
            <a:off x="1601409" y="1318225"/>
            <a:ext cx="2970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5" name="Google Shape;365;p13"/>
          <p:cNvSpPr txBox="1"/>
          <p:nvPr>
            <p:ph idx="1" type="subTitle"/>
          </p:nvPr>
        </p:nvSpPr>
        <p:spPr>
          <a:xfrm>
            <a:off x="1601413" y="1631875"/>
            <a:ext cx="26265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66" name="Google Shape;366;p13"/>
          <p:cNvSpPr txBox="1"/>
          <p:nvPr>
            <p:ph idx="3" type="title"/>
          </p:nvPr>
        </p:nvSpPr>
        <p:spPr>
          <a:xfrm>
            <a:off x="1601250" y="3553850"/>
            <a:ext cx="2626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7" name="Google Shape;367;p13"/>
          <p:cNvSpPr txBox="1"/>
          <p:nvPr>
            <p:ph idx="4" type="subTitle"/>
          </p:nvPr>
        </p:nvSpPr>
        <p:spPr>
          <a:xfrm>
            <a:off x="1601263" y="3867500"/>
            <a:ext cx="26265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68" name="Google Shape;368;p13"/>
          <p:cNvSpPr txBox="1"/>
          <p:nvPr>
            <p:ph idx="5" type="title"/>
          </p:nvPr>
        </p:nvSpPr>
        <p:spPr>
          <a:xfrm>
            <a:off x="1601444" y="2436025"/>
            <a:ext cx="3434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9" name="Google Shape;369;p13"/>
          <p:cNvSpPr txBox="1"/>
          <p:nvPr>
            <p:ph idx="6" type="subTitle"/>
          </p:nvPr>
        </p:nvSpPr>
        <p:spPr>
          <a:xfrm>
            <a:off x="1601413" y="2749675"/>
            <a:ext cx="26265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70" name="Google Shape;370;p13"/>
          <p:cNvSpPr txBox="1"/>
          <p:nvPr>
            <p:ph idx="7" type="title"/>
          </p:nvPr>
        </p:nvSpPr>
        <p:spPr>
          <a:xfrm>
            <a:off x="5750098" y="1337025"/>
            <a:ext cx="2626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1" name="Google Shape;371;p13"/>
          <p:cNvSpPr txBox="1"/>
          <p:nvPr>
            <p:ph idx="8" type="subTitle"/>
          </p:nvPr>
        </p:nvSpPr>
        <p:spPr>
          <a:xfrm>
            <a:off x="5750100" y="1655580"/>
            <a:ext cx="26265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72" name="Google Shape;372;p13"/>
          <p:cNvSpPr txBox="1"/>
          <p:nvPr>
            <p:ph idx="9" type="title"/>
          </p:nvPr>
        </p:nvSpPr>
        <p:spPr>
          <a:xfrm>
            <a:off x="767250" y="1481275"/>
            <a:ext cx="834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3" name="Google Shape;373;p13"/>
          <p:cNvSpPr txBox="1"/>
          <p:nvPr>
            <p:ph idx="13" type="title"/>
          </p:nvPr>
        </p:nvSpPr>
        <p:spPr>
          <a:xfrm>
            <a:off x="767250" y="3716900"/>
            <a:ext cx="834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4" name="Google Shape;374;p13"/>
          <p:cNvSpPr txBox="1"/>
          <p:nvPr>
            <p:ph idx="14" type="title"/>
          </p:nvPr>
        </p:nvSpPr>
        <p:spPr>
          <a:xfrm>
            <a:off x="767250" y="2599075"/>
            <a:ext cx="834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5" name="Google Shape;375;p13"/>
          <p:cNvSpPr txBox="1"/>
          <p:nvPr>
            <p:ph idx="15" type="title"/>
          </p:nvPr>
        </p:nvSpPr>
        <p:spPr>
          <a:xfrm>
            <a:off x="4916088" y="1500063"/>
            <a:ext cx="834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6" name="Google Shape;376;p13"/>
          <p:cNvSpPr txBox="1"/>
          <p:nvPr>
            <p:ph idx="16" type="title"/>
          </p:nvPr>
        </p:nvSpPr>
        <p:spPr>
          <a:xfrm>
            <a:off x="5750098" y="3553850"/>
            <a:ext cx="2626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7" name="Google Shape;377;p13"/>
          <p:cNvSpPr txBox="1"/>
          <p:nvPr>
            <p:ph idx="17" type="subTitle"/>
          </p:nvPr>
        </p:nvSpPr>
        <p:spPr>
          <a:xfrm>
            <a:off x="5750100" y="3867500"/>
            <a:ext cx="26265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78" name="Google Shape;378;p13"/>
          <p:cNvSpPr txBox="1"/>
          <p:nvPr>
            <p:ph idx="18" type="title"/>
          </p:nvPr>
        </p:nvSpPr>
        <p:spPr>
          <a:xfrm>
            <a:off x="5750237" y="2436032"/>
            <a:ext cx="2626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9" name="Google Shape;379;p13"/>
          <p:cNvSpPr txBox="1"/>
          <p:nvPr>
            <p:ph idx="19" type="subTitle"/>
          </p:nvPr>
        </p:nvSpPr>
        <p:spPr>
          <a:xfrm>
            <a:off x="5750250" y="2749675"/>
            <a:ext cx="26265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80" name="Google Shape;380;p13"/>
          <p:cNvSpPr txBox="1"/>
          <p:nvPr>
            <p:ph idx="20" type="title"/>
          </p:nvPr>
        </p:nvSpPr>
        <p:spPr>
          <a:xfrm>
            <a:off x="4916088" y="3716900"/>
            <a:ext cx="834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1" name="Google Shape;381;p13"/>
          <p:cNvSpPr txBox="1"/>
          <p:nvPr>
            <p:ph idx="21" type="title"/>
          </p:nvPr>
        </p:nvSpPr>
        <p:spPr>
          <a:xfrm>
            <a:off x="4916088" y="2599075"/>
            <a:ext cx="834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14"/>
          <p:cNvGrpSpPr/>
          <p:nvPr/>
        </p:nvGrpSpPr>
        <p:grpSpPr>
          <a:xfrm rot="10800000">
            <a:off x="-9" y="7"/>
            <a:ext cx="951632" cy="1131613"/>
            <a:chOff x="3048875" y="2669025"/>
            <a:chExt cx="504550" cy="599975"/>
          </a:xfrm>
        </p:grpSpPr>
        <p:sp>
          <p:nvSpPr>
            <p:cNvPr id="384" name="Google Shape;384;p14"/>
            <p:cNvSpPr/>
            <p:nvPr/>
          </p:nvSpPr>
          <p:spPr>
            <a:xfrm>
              <a:off x="3048875" y="3200825"/>
              <a:ext cx="57175" cy="68175"/>
            </a:xfrm>
            <a:custGeom>
              <a:rect b="b" l="l" r="r" t="t"/>
              <a:pathLst>
                <a:path extrusionOk="0" h="2727" w="2287">
                  <a:moveTo>
                    <a:pt x="2215" y="0"/>
                  </a:moveTo>
                  <a:cubicBezTo>
                    <a:pt x="2180" y="0"/>
                    <a:pt x="2156" y="12"/>
                    <a:pt x="2120" y="36"/>
                  </a:cubicBezTo>
                  <a:lnTo>
                    <a:pt x="1" y="2727"/>
                  </a:lnTo>
                  <a:lnTo>
                    <a:pt x="358" y="2727"/>
                  </a:lnTo>
                  <a:lnTo>
                    <a:pt x="2287" y="286"/>
                  </a:lnTo>
                  <a:cubicBezTo>
                    <a:pt x="2275" y="250"/>
                    <a:pt x="2251" y="203"/>
                    <a:pt x="2239" y="179"/>
                  </a:cubicBezTo>
                  <a:cubicBezTo>
                    <a:pt x="2227" y="119"/>
                    <a:pt x="2215" y="60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4"/>
            <p:cNvSpPr/>
            <p:nvPr/>
          </p:nvSpPr>
          <p:spPr>
            <a:xfrm>
              <a:off x="3117925" y="2833225"/>
              <a:ext cx="56300" cy="351550"/>
            </a:xfrm>
            <a:custGeom>
              <a:rect b="b" l="l" r="r" t="t"/>
              <a:pathLst>
                <a:path extrusionOk="0" h="14062" w="2252">
                  <a:moveTo>
                    <a:pt x="2251" y="0"/>
                  </a:moveTo>
                  <a:lnTo>
                    <a:pt x="2251" y="0"/>
                  </a:lnTo>
                  <a:cubicBezTo>
                    <a:pt x="2216" y="12"/>
                    <a:pt x="2204" y="36"/>
                    <a:pt x="2168" y="36"/>
                  </a:cubicBezTo>
                  <a:cubicBezTo>
                    <a:pt x="2140" y="50"/>
                    <a:pt x="2113" y="57"/>
                    <a:pt x="2088" y="57"/>
                  </a:cubicBezTo>
                  <a:cubicBezTo>
                    <a:pt x="2050" y="57"/>
                    <a:pt x="2013" y="41"/>
                    <a:pt x="1977" y="12"/>
                  </a:cubicBezTo>
                  <a:lnTo>
                    <a:pt x="1" y="14026"/>
                  </a:lnTo>
                  <a:cubicBezTo>
                    <a:pt x="72" y="14038"/>
                    <a:pt x="180" y="14049"/>
                    <a:pt x="275" y="14061"/>
                  </a:cubicBezTo>
                  <a:lnTo>
                    <a:pt x="225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4"/>
            <p:cNvSpPr/>
            <p:nvPr/>
          </p:nvSpPr>
          <p:spPr>
            <a:xfrm>
              <a:off x="3174200" y="2826975"/>
              <a:ext cx="144675" cy="8050"/>
            </a:xfrm>
            <a:custGeom>
              <a:rect b="b" l="l" r="r" t="t"/>
              <a:pathLst>
                <a:path extrusionOk="0" h="322" w="5787">
                  <a:moveTo>
                    <a:pt x="24" y="0"/>
                  </a:moveTo>
                  <a:lnTo>
                    <a:pt x="24" y="0"/>
                  </a:lnTo>
                  <a:cubicBezTo>
                    <a:pt x="48" y="12"/>
                    <a:pt x="48" y="24"/>
                    <a:pt x="60" y="36"/>
                  </a:cubicBezTo>
                  <a:cubicBezTo>
                    <a:pt x="72" y="119"/>
                    <a:pt x="60" y="203"/>
                    <a:pt x="0" y="262"/>
                  </a:cubicBezTo>
                  <a:lnTo>
                    <a:pt x="5763" y="322"/>
                  </a:lnTo>
                  <a:cubicBezTo>
                    <a:pt x="5739" y="226"/>
                    <a:pt x="5763" y="131"/>
                    <a:pt x="5787" y="6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4"/>
            <p:cNvSpPr/>
            <p:nvPr/>
          </p:nvSpPr>
          <p:spPr>
            <a:xfrm>
              <a:off x="3128650" y="3208250"/>
              <a:ext cx="68500" cy="60175"/>
            </a:xfrm>
            <a:custGeom>
              <a:rect b="b" l="l" r="r" t="t"/>
              <a:pathLst>
                <a:path extrusionOk="0" h="2407" w="2740">
                  <a:moveTo>
                    <a:pt x="203" y="1"/>
                  </a:moveTo>
                  <a:cubicBezTo>
                    <a:pt x="155" y="72"/>
                    <a:pt x="96" y="144"/>
                    <a:pt x="1" y="191"/>
                  </a:cubicBezTo>
                  <a:lnTo>
                    <a:pt x="2346" y="2406"/>
                  </a:lnTo>
                  <a:lnTo>
                    <a:pt x="2739" y="240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3202775" y="3124925"/>
              <a:ext cx="147350" cy="144075"/>
            </a:xfrm>
            <a:custGeom>
              <a:rect b="b" l="l" r="r" t="t"/>
              <a:pathLst>
                <a:path extrusionOk="0" h="5763" w="5894">
                  <a:moveTo>
                    <a:pt x="5703" y="0"/>
                  </a:moveTo>
                  <a:lnTo>
                    <a:pt x="0" y="5763"/>
                  </a:lnTo>
                  <a:lnTo>
                    <a:pt x="393" y="5763"/>
                  </a:lnTo>
                  <a:lnTo>
                    <a:pt x="5894" y="191"/>
                  </a:lnTo>
                  <a:cubicBezTo>
                    <a:pt x="5822" y="143"/>
                    <a:pt x="5751" y="84"/>
                    <a:pt x="570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3367375" y="2941850"/>
              <a:ext cx="161950" cy="165825"/>
            </a:xfrm>
            <a:custGeom>
              <a:rect b="b" l="l" r="r" t="t"/>
              <a:pathLst>
                <a:path extrusionOk="0" h="6633" w="6478">
                  <a:moveTo>
                    <a:pt x="6311" y="1"/>
                  </a:moveTo>
                  <a:lnTo>
                    <a:pt x="0" y="6442"/>
                  </a:lnTo>
                  <a:cubicBezTo>
                    <a:pt x="72" y="6490"/>
                    <a:pt x="131" y="6561"/>
                    <a:pt x="191" y="6633"/>
                  </a:cubicBezTo>
                  <a:lnTo>
                    <a:pt x="6477" y="203"/>
                  </a:lnTo>
                  <a:cubicBezTo>
                    <a:pt x="6466" y="191"/>
                    <a:pt x="6466" y="156"/>
                    <a:pt x="6466" y="144"/>
                  </a:cubicBezTo>
                  <a:cubicBezTo>
                    <a:pt x="6382" y="132"/>
                    <a:pt x="6323" y="72"/>
                    <a:pt x="631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3356050" y="3130875"/>
              <a:ext cx="23850" cy="137550"/>
            </a:xfrm>
            <a:custGeom>
              <a:rect b="b" l="l" r="r" t="t"/>
              <a:pathLst>
                <a:path extrusionOk="0" h="5502" w="954">
                  <a:moveTo>
                    <a:pt x="287" y="0"/>
                  </a:moveTo>
                  <a:cubicBezTo>
                    <a:pt x="231" y="28"/>
                    <a:pt x="175" y="40"/>
                    <a:pt x="119" y="40"/>
                  </a:cubicBezTo>
                  <a:cubicBezTo>
                    <a:pt x="80" y="40"/>
                    <a:pt x="40" y="34"/>
                    <a:pt x="1" y="24"/>
                  </a:cubicBezTo>
                  <a:lnTo>
                    <a:pt x="1" y="24"/>
                  </a:lnTo>
                  <a:lnTo>
                    <a:pt x="668" y="5501"/>
                  </a:lnTo>
                  <a:lnTo>
                    <a:pt x="953" y="5501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3310225" y="2699575"/>
              <a:ext cx="19975" cy="123550"/>
            </a:xfrm>
            <a:custGeom>
              <a:rect b="b" l="l" r="r" t="t"/>
              <a:pathLst>
                <a:path extrusionOk="0" h="4942" w="799">
                  <a:moveTo>
                    <a:pt x="274" y="0"/>
                  </a:moveTo>
                  <a:cubicBezTo>
                    <a:pt x="262" y="0"/>
                    <a:pt x="239" y="12"/>
                    <a:pt x="227" y="12"/>
                  </a:cubicBezTo>
                  <a:cubicBezTo>
                    <a:pt x="155" y="48"/>
                    <a:pt x="84" y="48"/>
                    <a:pt x="0" y="48"/>
                  </a:cubicBezTo>
                  <a:lnTo>
                    <a:pt x="524" y="4941"/>
                  </a:lnTo>
                  <a:cubicBezTo>
                    <a:pt x="536" y="4929"/>
                    <a:pt x="572" y="4918"/>
                    <a:pt x="584" y="4918"/>
                  </a:cubicBezTo>
                  <a:cubicBezTo>
                    <a:pt x="629" y="4895"/>
                    <a:pt x="679" y="4887"/>
                    <a:pt x="725" y="4887"/>
                  </a:cubicBezTo>
                  <a:cubicBezTo>
                    <a:pt x="751" y="4887"/>
                    <a:pt x="776" y="4889"/>
                    <a:pt x="798" y="4894"/>
                  </a:cubicBez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4"/>
            <p:cNvSpPr/>
            <p:nvPr/>
          </p:nvSpPr>
          <p:spPr>
            <a:xfrm>
              <a:off x="3338500" y="2828750"/>
              <a:ext cx="94675" cy="9550"/>
            </a:xfrm>
            <a:custGeom>
              <a:rect b="b" l="l" r="r" t="t"/>
              <a:pathLst>
                <a:path extrusionOk="0" h="382" w="3787">
                  <a:moveTo>
                    <a:pt x="1" y="1"/>
                  </a:moveTo>
                  <a:cubicBezTo>
                    <a:pt x="1" y="12"/>
                    <a:pt x="24" y="12"/>
                    <a:pt x="24" y="24"/>
                  </a:cubicBezTo>
                  <a:cubicBezTo>
                    <a:pt x="48" y="120"/>
                    <a:pt x="48" y="191"/>
                    <a:pt x="36" y="286"/>
                  </a:cubicBezTo>
                  <a:lnTo>
                    <a:pt x="3787" y="382"/>
                  </a:lnTo>
                  <a:cubicBezTo>
                    <a:pt x="3775" y="370"/>
                    <a:pt x="3775" y="358"/>
                    <a:pt x="3775" y="346"/>
                  </a:cubicBezTo>
                  <a:cubicBezTo>
                    <a:pt x="3739" y="251"/>
                    <a:pt x="3739" y="179"/>
                    <a:pt x="3751" y="10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4"/>
            <p:cNvSpPr/>
            <p:nvPr/>
          </p:nvSpPr>
          <p:spPr>
            <a:xfrm>
              <a:off x="3531375" y="2913875"/>
              <a:ext cx="22050" cy="23850"/>
            </a:xfrm>
            <a:custGeom>
              <a:rect b="b" l="l" r="r" t="t"/>
              <a:pathLst>
                <a:path extrusionOk="0" h="954" w="882">
                  <a:moveTo>
                    <a:pt x="882" y="1"/>
                  </a:moveTo>
                  <a:lnTo>
                    <a:pt x="1" y="787"/>
                  </a:lnTo>
                  <a:cubicBezTo>
                    <a:pt x="84" y="787"/>
                    <a:pt x="179" y="846"/>
                    <a:pt x="227" y="953"/>
                  </a:cubicBezTo>
                  <a:lnTo>
                    <a:pt x="882" y="370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4"/>
            <p:cNvSpPr/>
            <p:nvPr/>
          </p:nvSpPr>
          <p:spPr>
            <a:xfrm>
              <a:off x="3319750" y="2693325"/>
              <a:ext cx="118200" cy="135750"/>
            </a:xfrm>
            <a:custGeom>
              <a:rect b="b" l="l" r="r" t="t"/>
              <a:pathLst>
                <a:path extrusionOk="0" h="5430" w="4728">
                  <a:moveTo>
                    <a:pt x="191" y="0"/>
                  </a:moveTo>
                  <a:cubicBezTo>
                    <a:pt x="143" y="72"/>
                    <a:pt x="72" y="143"/>
                    <a:pt x="0" y="191"/>
                  </a:cubicBezTo>
                  <a:lnTo>
                    <a:pt x="4537" y="5429"/>
                  </a:lnTo>
                  <a:cubicBezTo>
                    <a:pt x="4584" y="5346"/>
                    <a:pt x="4644" y="5287"/>
                    <a:pt x="4727" y="5239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4"/>
            <p:cNvSpPr/>
            <p:nvPr/>
          </p:nvSpPr>
          <p:spPr>
            <a:xfrm>
              <a:off x="3446250" y="2840650"/>
              <a:ext cx="82775" cy="98250"/>
            </a:xfrm>
            <a:custGeom>
              <a:rect b="b" l="l" r="r" t="t"/>
              <a:pathLst>
                <a:path extrusionOk="0" h="3930" w="3311">
                  <a:moveTo>
                    <a:pt x="215" y="1"/>
                  </a:moveTo>
                  <a:cubicBezTo>
                    <a:pt x="179" y="60"/>
                    <a:pt x="96" y="120"/>
                    <a:pt x="12" y="144"/>
                  </a:cubicBezTo>
                  <a:lnTo>
                    <a:pt x="1" y="144"/>
                  </a:lnTo>
                  <a:lnTo>
                    <a:pt x="3132" y="3930"/>
                  </a:lnTo>
                  <a:cubicBezTo>
                    <a:pt x="3156" y="3835"/>
                    <a:pt x="3215" y="3751"/>
                    <a:pt x="3311" y="3716"/>
                  </a:cubicBezTo>
                  <a:lnTo>
                    <a:pt x="21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4"/>
            <p:cNvSpPr/>
            <p:nvPr/>
          </p:nvSpPr>
          <p:spPr>
            <a:xfrm>
              <a:off x="3528700" y="2944550"/>
              <a:ext cx="24725" cy="46750"/>
            </a:xfrm>
            <a:custGeom>
              <a:rect b="b" l="l" r="r" t="t"/>
              <a:pathLst>
                <a:path extrusionOk="0" h="1870" w="989">
                  <a:moveTo>
                    <a:pt x="274" y="0"/>
                  </a:moveTo>
                  <a:cubicBezTo>
                    <a:pt x="239" y="24"/>
                    <a:pt x="215" y="36"/>
                    <a:pt x="167" y="60"/>
                  </a:cubicBezTo>
                  <a:cubicBezTo>
                    <a:pt x="138" y="66"/>
                    <a:pt x="108" y="69"/>
                    <a:pt x="79" y="69"/>
                  </a:cubicBezTo>
                  <a:cubicBezTo>
                    <a:pt x="51" y="69"/>
                    <a:pt x="24" y="66"/>
                    <a:pt x="1" y="60"/>
                  </a:cubicBezTo>
                  <a:lnTo>
                    <a:pt x="1" y="60"/>
                  </a:lnTo>
                  <a:cubicBezTo>
                    <a:pt x="1" y="72"/>
                    <a:pt x="1" y="95"/>
                    <a:pt x="13" y="119"/>
                  </a:cubicBezTo>
                  <a:lnTo>
                    <a:pt x="989" y="1869"/>
                  </a:lnTo>
                  <a:lnTo>
                    <a:pt x="989" y="1310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4"/>
            <p:cNvSpPr/>
            <p:nvPr/>
          </p:nvSpPr>
          <p:spPr>
            <a:xfrm>
              <a:off x="3292950" y="2669025"/>
              <a:ext cx="34550" cy="31750"/>
            </a:xfrm>
            <a:custGeom>
              <a:rect b="b" l="l" r="r" t="t"/>
              <a:pathLst>
                <a:path extrusionOk="0" h="1270" w="1382">
                  <a:moveTo>
                    <a:pt x="694" y="1"/>
                  </a:moveTo>
                  <a:cubicBezTo>
                    <a:pt x="629" y="1"/>
                    <a:pt x="564" y="11"/>
                    <a:pt x="501" y="32"/>
                  </a:cubicBezTo>
                  <a:cubicBezTo>
                    <a:pt x="179" y="151"/>
                    <a:pt x="1" y="508"/>
                    <a:pt x="96" y="841"/>
                  </a:cubicBezTo>
                  <a:cubicBezTo>
                    <a:pt x="191" y="1091"/>
                    <a:pt x="429" y="1258"/>
                    <a:pt x="680" y="1270"/>
                  </a:cubicBezTo>
                  <a:cubicBezTo>
                    <a:pt x="751" y="1270"/>
                    <a:pt x="822" y="1270"/>
                    <a:pt x="906" y="1234"/>
                  </a:cubicBezTo>
                  <a:cubicBezTo>
                    <a:pt x="953" y="1234"/>
                    <a:pt x="965" y="1222"/>
                    <a:pt x="965" y="1222"/>
                  </a:cubicBezTo>
                  <a:lnTo>
                    <a:pt x="1049" y="1175"/>
                  </a:lnTo>
                  <a:cubicBezTo>
                    <a:pt x="1132" y="1139"/>
                    <a:pt x="1203" y="1056"/>
                    <a:pt x="1251" y="984"/>
                  </a:cubicBezTo>
                  <a:cubicBezTo>
                    <a:pt x="1346" y="841"/>
                    <a:pt x="1382" y="627"/>
                    <a:pt x="1311" y="436"/>
                  </a:cubicBezTo>
                  <a:cubicBezTo>
                    <a:pt x="1215" y="169"/>
                    <a:pt x="958" y="1"/>
                    <a:pt x="69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3103950" y="3184550"/>
              <a:ext cx="32475" cy="31650"/>
            </a:xfrm>
            <a:custGeom>
              <a:rect b="b" l="l" r="r" t="t"/>
              <a:pathLst>
                <a:path extrusionOk="0" h="1266" w="1299">
                  <a:moveTo>
                    <a:pt x="669" y="1"/>
                  </a:moveTo>
                  <a:cubicBezTo>
                    <a:pt x="631" y="1"/>
                    <a:pt x="594" y="3"/>
                    <a:pt x="560" y="8"/>
                  </a:cubicBezTo>
                  <a:cubicBezTo>
                    <a:pt x="512" y="8"/>
                    <a:pt x="489" y="20"/>
                    <a:pt x="441" y="44"/>
                  </a:cubicBezTo>
                  <a:cubicBezTo>
                    <a:pt x="179" y="127"/>
                    <a:pt x="0" y="401"/>
                    <a:pt x="12" y="663"/>
                  </a:cubicBezTo>
                  <a:cubicBezTo>
                    <a:pt x="12" y="723"/>
                    <a:pt x="24" y="782"/>
                    <a:pt x="36" y="842"/>
                  </a:cubicBezTo>
                  <a:cubicBezTo>
                    <a:pt x="60" y="854"/>
                    <a:pt x="72" y="901"/>
                    <a:pt x="84" y="937"/>
                  </a:cubicBezTo>
                  <a:cubicBezTo>
                    <a:pt x="204" y="1141"/>
                    <a:pt x="419" y="1266"/>
                    <a:pt x="649" y="1266"/>
                  </a:cubicBezTo>
                  <a:cubicBezTo>
                    <a:pt x="714" y="1266"/>
                    <a:pt x="780" y="1256"/>
                    <a:pt x="846" y="1235"/>
                  </a:cubicBezTo>
                  <a:cubicBezTo>
                    <a:pt x="905" y="1211"/>
                    <a:pt x="953" y="1187"/>
                    <a:pt x="989" y="1151"/>
                  </a:cubicBezTo>
                  <a:cubicBezTo>
                    <a:pt x="1072" y="1092"/>
                    <a:pt x="1143" y="1032"/>
                    <a:pt x="1191" y="961"/>
                  </a:cubicBezTo>
                  <a:cubicBezTo>
                    <a:pt x="1274" y="818"/>
                    <a:pt x="1298" y="616"/>
                    <a:pt x="1239" y="425"/>
                  </a:cubicBezTo>
                  <a:cubicBezTo>
                    <a:pt x="1167" y="235"/>
                    <a:pt x="1024" y="80"/>
                    <a:pt x="834" y="20"/>
                  </a:cubicBezTo>
                  <a:cubicBezTo>
                    <a:pt x="778" y="6"/>
                    <a:pt x="722" y="1"/>
                    <a:pt x="66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3340000" y="3100100"/>
              <a:ext cx="35125" cy="32400"/>
            </a:xfrm>
            <a:custGeom>
              <a:rect b="b" l="l" r="r" t="t"/>
              <a:pathLst>
                <a:path extrusionOk="0" h="1296" w="1405">
                  <a:moveTo>
                    <a:pt x="710" y="1"/>
                  </a:moveTo>
                  <a:cubicBezTo>
                    <a:pt x="644" y="1"/>
                    <a:pt x="575" y="14"/>
                    <a:pt x="512" y="41"/>
                  </a:cubicBezTo>
                  <a:lnTo>
                    <a:pt x="500" y="41"/>
                  </a:lnTo>
                  <a:cubicBezTo>
                    <a:pt x="167" y="172"/>
                    <a:pt x="0" y="517"/>
                    <a:pt x="107" y="838"/>
                  </a:cubicBezTo>
                  <a:cubicBezTo>
                    <a:pt x="119" y="898"/>
                    <a:pt x="155" y="946"/>
                    <a:pt x="179" y="1005"/>
                  </a:cubicBezTo>
                  <a:cubicBezTo>
                    <a:pt x="238" y="1077"/>
                    <a:pt x="298" y="1136"/>
                    <a:pt x="393" y="1196"/>
                  </a:cubicBezTo>
                  <a:cubicBezTo>
                    <a:pt x="464" y="1243"/>
                    <a:pt x="560" y="1267"/>
                    <a:pt x="631" y="1291"/>
                  </a:cubicBezTo>
                  <a:cubicBezTo>
                    <a:pt x="652" y="1294"/>
                    <a:pt x="673" y="1295"/>
                    <a:pt x="695" y="1295"/>
                  </a:cubicBezTo>
                  <a:cubicBezTo>
                    <a:pt x="761" y="1295"/>
                    <a:pt x="831" y="1282"/>
                    <a:pt x="893" y="1255"/>
                  </a:cubicBezTo>
                  <a:cubicBezTo>
                    <a:pt x="1226" y="1136"/>
                    <a:pt x="1405" y="779"/>
                    <a:pt x="1298" y="457"/>
                  </a:cubicBezTo>
                  <a:cubicBezTo>
                    <a:pt x="1286" y="410"/>
                    <a:pt x="1274" y="362"/>
                    <a:pt x="1238" y="338"/>
                  </a:cubicBezTo>
                  <a:cubicBezTo>
                    <a:pt x="1226" y="231"/>
                    <a:pt x="1155" y="160"/>
                    <a:pt x="1072" y="112"/>
                  </a:cubicBezTo>
                  <a:cubicBezTo>
                    <a:pt x="988" y="53"/>
                    <a:pt x="881" y="5"/>
                    <a:pt x="774" y="5"/>
                  </a:cubicBezTo>
                  <a:cubicBezTo>
                    <a:pt x="753" y="2"/>
                    <a:pt x="732" y="1"/>
                    <a:pt x="71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3163775" y="2824375"/>
              <a:ext cx="12225" cy="10675"/>
            </a:xfrm>
            <a:custGeom>
              <a:rect b="b" l="l" r="r" t="t"/>
              <a:pathLst>
                <a:path extrusionOk="0" h="427" w="489">
                  <a:moveTo>
                    <a:pt x="251" y="0"/>
                  </a:moveTo>
                  <a:cubicBezTo>
                    <a:pt x="228" y="0"/>
                    <a:pt x="204" y="3"/>
                    <a:pt x="179" y="9"/>
                  </a:cubicBezTo>
                  <a:cubicBezTo>
                    <a:pt x="60" y="56"/>
                    <a:pt x="1" y="176"/>
                    <a:pt x="36" y="295"/>
                  </a:cubicBezTo>
                  <a:cubicBezTo>
                    <a:pt x="60" y="330"/>
                    <a:pt x="84" y="378"/>
                    <a:pt x="132" y="402"/>
                  </a:cubicBezTo>
                  <a:cubicBezTo>
                    <a:pt x="168" y="416"/>
                    <a:pt x="205" y="427"/>
                    <a:pt x="245" y="427"/>
                  </a:cubicBezTo>
                  <a:cubicBezTo>
                    <a:pt x="269" y="427"/>
                    <a:pt x="295" y="423"/>
                    <a:pt x="322" y="414"/>
                  </a:cubicBezTo>
                  <a:cubicBezTo>
                    <a:pt x="358" y="390"/>
                    <a:pt x="382" y="378"/>
                    <a:pt x="405" y="366"/>
                  </a:cubicBezTo>
                  <a:cubicBezTo>
                    <a:pt x="465" y="307"/>
                    <a:pt x="489" y="223"/>
                    <a:pt x="465" y="140"/>
                  </a:cubicBezTo>
                  <a:cubicBezTo>
                    <a:pt x="465" y="128"/>
                    <a:pt x="441" y="116"/>
                    <a:pt x="429" y="104"/>
                  </a:cubicBezTo>
                  <a:cubicBezTo>
                    <a:pt x="384" y="31"/>
                    <a:pt x="324" y="0"/>
                    <a:pt x="25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4"/>
            <p:cNvSpPr/>
            <p:nvPr/>
          </p:nvSpPr>
          <p:spPr>
            <a:xfrm>
              <a:off x="3431975" y="2823200"/>
              <a:ext cx="22625" cy="21500"/>
            </a:xfrm>
            <a:custGeom>
              <a:rect b="b" l="l" r="r" t="t"/>
              <a:pathLst>
                <a:path extrusionOk="0" h="860" w="905">
                  <a:moveTo>
                    <a:pt x="452" y="1"/>
                  </a:moveTo>
                  <a:cubicBezTo>
                    <a:pt x="401" y="1"/>
                    <a:pt x="349" y="11"/>
                    <a:pt x="298" y="32"/>
                  </a:cubicBezTo>
                  <a:cubicBezTo>
                    <a:pt x="274" y="44"/>
                    <a:pt x="250" y="44"/>
                    <a:pt x="238" y="56"/>
                  </a:cubicBezTo>
                  <a:cubicBezTo>
                    <a:pt x="155" y="80"/>
                    <a:pt x="95" y="163"/>
                    <a:pt x="48" y="234"/>
                  </a:cubicBezTo>
                  <a:cubicBezTo>
                    <a:pt x="36" y="270"/>
                    <a:pt x="36" y="294"/>
                    <a:pt x="12" y="330"/>
                  </a:cubicBezTo>
                  <a:cubicBezTo>
                    <a:pt x="0" y="401"/>
                    <a:pt x="0" y="484"/>
                    <a:pt x="36" y="568"/>
                  </a:cubicBezTo>
                  <a:cubicBezTo>
                    <a:pt x="36" y="580"/>
                    <a:pt x="48" y="580"/>
                    <a:pt x="48" y="592"/>
                  </a:cubicBezTo>
                  <a:cubicBezTo>
                    <a:pt x="105" y="764"/>
                    <a:pt x="270" y="859"/>
                    <a:pt x="444" y="859"/>
                  </a:cubicBezTo>
                  <a:cubicBezTo>
                    <a:pt x="486" y="859"/>
                    <a:pt x="529" y="853"/>
                    <a:pt x="572" y="842"/>
                  </a:cubicBezTo>
                  <a:lnTo>
                    <a:pt x="583" y="842"/>
                  </a:lnTo>
                  <a:cubicBezTo>
                    <a:pt x="667" y="818"/>
                    <a:pt x="750" y="770"/>
                    <a:pt x="786" y="699"/>
                  </a:cubicBezTo>
                  <a:cubicBezTo>
                    <a:pt x="881" y="592"/>
                    <a:pt x="905" y="425"/>
                    <a:pt x="845" y="294"/>
                  </a:cubicBezTo>
                  <a:cubicBezTo>
                    <a:pt x="790" y="119"/>
                    <a:pt x="628" y="1"/>
                    <a:pt x="45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4"/>
            <p:cNvSpPr/>
            <p:nvPr/>
          </p:nvSpPr>
          <p:spPr>
            <a:xfrm>
              <a:off x="3317375" y="2821475"/>
              <a:ext cx="22350" cy="22125"/>
            </a:xfrm>
            <a:custGeom>
              <a:rect b="b" l="l" r="r" t="t"/>
              <a:pathLst>
                <a:path extrusionOk="0" h="885" w="894">
                  <a:moveTo>
                    <a:pt x="455" y="1"/>
                  </a:moveTo>
                  <a:cubicBezTo>
                    <a:pt x="405" y="1"/>
                    <a:pt x="348" y="9"/>
                    <a:pt x="298" y="18"/>
                  </a:cubicBezTo>
                  <a:cubicBezTo>
                    <a:pt x="274" y="30"/>
                    <a:pt x="250" y="30"/>
                    <a:pt x="238" y="53"/>
                  </a:cubicBezTo>
                  <a:cubicBezTo>
                    <a:pt x="155" y="89"/>
                    <a:pt x="95" y="172"/>
                    <a:pt x="48" y="256"/>
                  </a:cubicBezTo>
                  <a:cubicBezTo>
                    <a:pt x="12" y="351"/>
                    <a:pt x="0" y="446"/>
                    <a:pt x="12" y="542"/>
                  </a:cubicBezTo>
                  <a:cubicBezTo>
                    <a:pt x="12" y="553"/>
                    <a:pt x="12" y="577"/>
                    <a:pt x="36" y="589"/>
                  </a:cubicBezTo>
                  <a:cubicBezTo>
                    <a:pt x="72" y="732"/>
                    <a:pt x="191" y="827"/>
                    <a:pt x="334" y="863"/>
                  </a:cubicBezTo>
                  <a:cubicBezTo>
                    <a:pt x="368" y="878"/>
                    <a:pt x="405" y="885"/>
                    <a:pt x="443" y="885"/>
                  </a:cubicBezTo>
                  <a:cubicBezTo>
                    <a:pt x="495" y="885"/>
                    <a:pt x="547" y="872"/>
                    <a:pt x="595" y="851"/>
                  </a:cubicBezTo>
                  <a:lnTo>
                    <a:pt x="607" y="851"/>
                  </a:lnTo>
                  <a:cubicBezTo>
                    <a:pt x="750" y="804"/>
                    <a:pt x="846" y="684"/>
                    <a:pt x="881" y="553"/>
                  </a:cubicBezTo>
                  <a:cubicBezTo>
                    <a:pt x="893" y="482"/>
                    <a:pt x="893" y="387"/>
                    <a:pt x="869" y="303"/>
                  </a:cubicBezTo>
                  <a:cubicBezTo>
                    <a:pt x="869" y="292"/>
                    <a:pt x="846" y="292"/>
                    <a:pt x="846" y="268"/>
                  </a:cubicBezTo>
                  <a:cubicBezTo>
                    <a:pt x="786" y="125"/>
                    <a:pt x="655" y="18"/>
                    <a:pt x="512" y="6"/>
                  </a:cubicBezTo>
                  <a:cubicBezTo>
                    <a:pt x="495" y="2"/>
                    <a:pt x="475" y="1"/>
                    <a:pt x="45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4"/>
            <p:cNvSpPr/>
            <p:nvPr/>
          </p:nvSpPr>
          <p:spPr>
            <a:xfrm>
              <a:off x="3196225" y="3268725"/>
              <a:ext cx="925" cy="275"/>
            </a:xfrm>
            <a:custGeom>
              <a:rect b="b" l="l" r="r" t="t"/>
              <a:pathLst>
                <a:path extrusionOk="0" h="11" w="37">
                  <a:moveTo>
                    <a:pt x="24" y="0"/>
                  </a:moveTo>
                  <a:cubicBezTo>
                    <a:pt x="16" y="0"/>
                    <a:pt x="8" y="11"/>
                    <a:pt x="0" y="11"/>
                  </a:cubicBezTo>
                  <a:lnTo>
                    <a:pt x="36" y="11"/>
                  </a:lnTo>
                  <a:cubicBezTo>
                    <a:pt x="32" y="3"/>
                    <a:pt x="28" y="0"/>
                    <a:pt x="2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4"/>
            <p:cNvSpPr/>
            <p:nvPr/>
          </p:nvSpPr>
          <p:spPr>
            <a:xfrm>
              <a:off x="3524525" y="2933525"/>
              <a:ext cx="14025" cy="12750"/>
            </a:xfrm>
            <a:custGeom>
              <a:rect b="b" l="l" r="r" t="t"/>
              <a:pathLst>
                <a:path extrusionOk="0" h="510" w="561">
                  <a:moveTo>
                    <a:pt x="287" y="1"/>
                  </a:moveTo>
                  <a:cubicBezTo>
                    <a:pt x="263" y="1"/>
                    <a:pt x="227" y="1"/>
                    <a:pt x="203" y="24"/>
                  </a:cubicBezTo>
                  <a:cubicBezTo>
                    <a:pt x="84" y="48"/>
                    <a:pt x="1" y="120"/>
                    <a:pt x="1" y="227"/>
                  </a:cubicBezTo>
                  <a:cubicBezTo>
                    <a:pt x="1" y="262"/>
                    <a:pt x="1" y="298"/>
                    <a:pt x="25" y="334"/>
                  </a:cubicBezTo>
                  <a:cubicBezTo>
                    <a:pt x="49" y="405"/>
                    <a:pt x="108" y="465"/>
                    <a:pt x="180" y="501"/>
                  </a:cubicBezTo>
                  <a:cubicBezTo>
                    <a:pt x="203" y="507"/>
                    <a:pt x="230" y="510"/>
                    <a:pt x="258" y="510"/>
                  </a:cubicBezTo>
                  <a:cubicBezTo>
                    <a:pt x="287" y="510"/>
                    <a:pt x="316" y="507"/>
                    <a:pt x="346" y="501"/>
                  </a:cubicBezTo>
                  <a:cubicBezTo>
                    <a:pt x="394" y="477"/>
                    <a:pt x="418" y="465"/>
                    <a:pt x="453" y="441"/>
                  </a:cubicBezTo>
                  <a:cubicBezTo>
                    <a:pt x="525" y="382"/>
                    <a:pt x="561" y="274"/>
                    <a:pt x="513" y="179"/>
                  </a:cubicBezTo>
                  <a:lnTo>
                    <a:pt x="513" y="167"/>
                  </a:lnTo>
                  <a:cubicBezTo>
                    <a:pt x="465" y="60"/>
                    <a:pt x="382" y="1"/>
                    <a:pt x="2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3325700" y="2843050"/>
              <a:ext cx="34250" cy="258075"/>
            </a:xfrm>
            <a:custGeom>
              <a:rect b="b" l="l" r="r" t="t"/>
              <a:pathLst>
                <a:path extrusionOk="0" h="10323" w="1370">
                  <a:moveTo>
                    <a:pt x="262" y="0"/>
                  </a:moveTo>
                  <a:cubicBezTo>
                    <a:pt x="210" y="23"/>
                    <a:pt x="152" y="31"/>
                    <a:pt x="96" y="31"/>
                  </a:cubicBezTo>
                  <a:cubicBezTo>
                    <a:pt x="63" y="31"/>
                    <a:pt x="31" y="28"/>
                    <a:pt x="1" y="24"/>
                  </a:cubicBezTo>
                  <a:lnTo>
                    <a:pt x="1" y="24"/>
                  </a:lnTo>
                  <a:lnTo>
                    <a:pt x="1096" y="10323"/>
                  </a:lnTo>
                  <a:cubicBezTo>
                    <a:pt x="1167" y="10296"/>
                    <a:pt x="1232" y="10283"/>
                    <a:pt x="1300" y="10283"/>
                  </a:cubicBezTo>
                  <a:cubicBezTo>
                    <a:pt x="1323" y="10283"/>
                    <a:pt x="1346" y="10284"/>
                    <a:pt x="1370" y="10287"/>
                  </a:cubicBez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14"/>
          <p:cNvGrpSpPr/>
          <p:nvPr/>
        </p:nvGrpSpPr>
        <p:grpSpPr>
          <a:xfrm flipH="1" rot="10800000">
            <a:off x="8192366" y="7"/>
            <a:ext cx="951632" cy="1131613"/>
            <a:chOff x="3048875" y="2669025"/>
            <a:chExt cx="504550" cy="599975"/>
          </a:xfrm>
        </p:grpSpPr>
        <p:sp>
          <p:nvSpPr>
            <p:cNvPr id="407" name="Google Shape;407;p14"/>
            <p:cNvSpPr/>
            <p:nvPr/>
          </p:nvSpPr>
          <p:spPr>
            <a:xfrm>
              <a:off x="3048875" y="3200825"/>
              <a:ext cx="57175" cy="68175"/>
            </a:xfrm>
            <a:custGeom>
              <a:rect b="b" l="l" r="r" t="t"/>
              <a:pathLst>
                <a:path extrusionOk="0" h="2727" w="2287">
                  <a:moveTo>
                    <a:pt x="2215" y="0"/>
                  </a:moveTo>
                  <a:cubicBezTo>
                    <a:pt x="2180" y="0"/>
                    <a:pt x="2156" y="12"/>
                    <a:pt x="2120" y="36"/>
                  </a:cubicBezTo>
                  <a:lnTo>
                    <a:pt x="1" y="2727"/>
                  </a:lnTo>
                  <a:lnTo>
                    <a:pt x="358" y="2727"/>
                  </a:lnTo>
                  <a:lnTo>
                    <a:pt x="2287" y="286"/>
                  </a:lnTo>
                  <a:cubicBezTo>
                    <a:pt x="2275" y="250"/>
                    <a:pt x="2251" y="203"/>
                    <a:pt x="2239" y="179"/>
                  </a:cubicBezTo>
                  <a:cubicBezTo>
                    <a:pt x="2227" y="119"/>
                    <a:pt x="2215" y="60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4"/>
            <p:cNvSpPr/>
            <p:nvPr/>
          </p:nvSpPr>
          <p:spPr>
            <a:xfrm>
              <a:off x="3117925" y="2833225"/>
              <a:ext cx="56300" cy="351550"/>
            </a:xfrm>
            <a:custGeom>
              <a:rect b="b" l="l" r="r" t="t"/>
              <a:pathLst>
                <a:path extrusionOk="0" h="14062" w="2252">
                  <a:moveTo>
                    <a:pt x="2251" y="0"/>
                  </a:moveTo>
                  <a:lnTo>
                    <a:pt x="2251" y="0"/>
                  </a:lnTo>
                  <a:cubicBezTo>
                    <a:pt x="2216" y="12"/>
                    <a:pt x="2204" y="36"/>
                    <a:pt x="2168" y="36"/>
                  </a:cubicBezTo>
                  <a:cubicBezTo>
                    <a:pt x="2140" y="50"/>
                    <a:pt x="2113" y="57"/>
                    <a:pt x="2088" y="57"/>
                  </a:cubicBezTo>
                  <a:cubicBezTo>
                    <a:pt x="2050" y="57"/>
                    <a:pt x="2013" y="41"/>
                    <a:pt x="1977" y="12"/>
                  </a:cubicBezTo>
                  <a:lnTo>
                    <a:pt x="1" y="14026"/>
                  </a:lnTo>
                  <a:cubicBezTo>
                    <a:pt x="72" y="14038"/>
                    <a:pt x="180" y="14049"/>
                    <a:pt x="275" y="14061"/>
                  </a:cubicBezTo>
                  <a:lnTo>
                    <a:pt x="225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4"/>
            <p:cNvSpPr/>
            <p:nvPr/>
          </p:nvSpPr>
          <p:spPr>
            <a:xfrm>
              <a:off x="3174200" y="2826975"/>
              <a:ext cx="144675" cy="8050"/>
            </a:xfrm>
            <a:custGeom>
              <a:rect b="b" l="l" r="r" t="t"/>
              <a:pathLst>
                <a:path extrusionOk="0" h="322" w="5787">
                  <a:moveTo>
                    <a:pt x="24" y="0"/>
                  </a:moveTo>
                  <a:lnTo>
                    <a:pt x="24" y="0"/>
                  </a:lnTo>
                  <a:cubicBezTo>
                    <a:pt x="48" y="12"/>
                    <a:pt x="48" y="24"/>
                    <a:pt x="60" y="36"/>
                  </a:cubicBezTo>
                  <a:cubicBezTo>
                    <a:pt x="72" y="119"/>
                    <a:pt x="60" y="203"/>
                    <a:pt x="0" y="262"/>
                  </a:cubicBezTo>
                  <a:lnTo>
                    <a:pt x="5763" y="322"/>
                  </a:lnTo>
                  <a:cubicBezTo>
                    <a:pt x="5739" y="226"/>
                    <a:pt x="5763" y="131"/>
                    <a:pt x="5787" y="6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4"/>
            <p:cNvSpPr/>
            <p:nvPr/>
          </p:nvSpPr>
          <p:spPr>
            <a:xfrm>
              <a:off x="3128650" y="3208250"/>
              <a:ext cx="68500" cy="60175"/>
            </a:xfrm>
            <a:custGeom>
              <a:rect b="b" l="l" r="r" t="t"/>
              <a:pathLst>
                <a:path extrusionOk="0" h="2407" w="2740">
                  <a:moveTo>
                    <a:pt x="203" y="1"/>
                  </a:moveTo>
                  <a:cubicBezTo>
                    <a:pt x="155" y="72"/>
                    <a:pt x="96" y="144"/>
                    <a:pt x="1" y="191"/>
                  </a:cubicBezTo>
                  <a:lnTo>
                    <a:pt x="2346" y="2406"/>
                  </a:lnTo>
                  <a:lnTo>
                    <a:pt x="2739" y="240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4"/>
            <p:cNvSpPr/>
            <p:nvPr/>
          </p:nvSpPr>
          <p:spPr>
            <a:xfrm>
              <a:off x="3202775" y="3124925"/>
              <a:ext cx="147350" cy="144075"/>
            </a:xfrm>
            <a:custGeom>
              <a:rect b="b" l="l" r="r" t="t"/>
              <a:pathLst>
                <a:path extrusionOk="0" h="5763" w="5894">
                  <a:moveTo>
                    <a:pt x="5703" y="0"/>
                  </a:moveTo>
                  <a:lnTo>
                    <a:pt x="0" y="5763"/>
                  </a:lnTo>
                  <a:lnTo>
                    <a:pt x="393" y="5763"/>
                  </a:lnTo>
                  <a:lnTo>
                    <a:pt x="5894" y="191"/>
                  </a:lnTo>
                  <a:cubicBezTo>
                    <a:pt x="5822" y="143"/>
                    <a:pt x="5751" y="84"/>
                    <a:pt x="570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4"/>
            <p:cNvSpPr/>
            <p:nvPr/>
          </p:nvSpPr>
          <p:spPr>
            <a:xfrm>
              <a:off x="3367375" y="2941850"/>
              <a:ext cx="161950" cy="165825"/>
            </a:xfrm>
            <a:custGeom>
              <a:rect b="b" l="l" r="r" t="t"/>
              <a:pathLst>
                <a:path extrusionOk="0" h="6633" w="6478">
                  <a:moveTo>
                    <a:pt x="6311" y="1"/>
                  </a:moveTo>
                  <a:lnTo>
                    <a:pt x="0" y="6442"/>
                  </a:lnTo>
                  <a:cubicBezTo>
                    <a:pt x="72" y="6490"/>
                    <a:pt x="131" y="6561"/>
                    <a:pt x="191" y="6633"/>
                  </a:cubicBezTo>
                  <a:lnTo>
                    <a:pt x="6477" y="203"/>
                  </a:lnTo>
                  <a:cubicBezTo>
                    <a:pt x="6466" y="191"/>
                    <a:pt x="6466" y="156"/>
                    <a:pt x="6466" y="144"/>
                  </a:cubicBezTo>
                  <a:cubicBezTo>
                    <a:pt x="6382" y="132"/>
                    <a:pt x="6323" y="72"/>
                    <a:pt x="631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4"/>
            <p:cNvSpPr/>
            <p:nvPr/>
          </p:nvSpPr>
          <p:spPr>
            <a:xfrm>
              <a:off x="3356050" y="3130875"/>
              <a:ext cx="23850" cy="137550"/>
            </a:xfrm>
            <a:custGeom>
              <a:rect b="b" l="l" r="r" t="t"/>
              <a:pathLst>
                <a:path extrusionOk="0" h="5502" w="954">
                  <a:moveTo>
                    <a:pt x="287" y="0"/>
                  </a:moveTo>
                  <a:cubicBezTo>
                    <a:pt x="231" y="28"/>
                    <a:pt x="175" y="40"/>
                    <a:pt x="119" y="40"/>
                  </a:cubicBezTo>
                  <a:cubicBezTo>
                    <a:pt x="80" y="40"/>
                    <a:pt x="40" y="34"/>
                    <a:pt x="1" y="24"/>
                  </a:cubicBezTo>
                  <a:lnTo>
                    <a:pt x="1" y="24"/>
                  </a:lnTo>
                  <a:lnTo>
                    <a:pt x="668" y="5501"/>
                  </a:lnTo>
                  <a:lnTo>
                    <a:pt x="953" y="5501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3310225" y="2699575"/>
              <a:ext cx="19975" cy="123550"/>
            </a:xfrm>
            <a:custGeom>
              <a:rect b="b" l="l" r="r" t="t"/>
              <a:pathLst>
                <a:path extrusionOk="0" h="4942" w="799">
                  <a:moveTo>
                    <a:pt x="274" y="0"/>
                  </a:moveTo>
                  <a:cubicBezTo>
                    <a:pt x="262" y="0"/>
                    <a:pt x="239" y="12"/>
                    <a:pt x="227" y="12"/>
                  </a:cubicBezTo>
                  <a:cubicBezTo>
                    <a:pt x="155" y="48"/>
                    <a:pt x="84" y="48"/>
                    <a:pt x="0" y="48"/>
                  </a:cubicBezTo>
                  <a:lnTo>
                    <a:pt x="524" y="4941"/>
                  </a:lnTo>
                  <a:cubicBezTo>
                    <a:pt x="536" y="4929"/>
                    <a:pt x="572" y="4918"/>
                    <a:pt x="584" y="4918"/>
                  </a:cubicBezTo>
                  <a:cubicBezTo>
                    <a:pt x="629" y="4895"/>
                    <a:pt x="679" y="4887"/>
                    <a:pt x="725" y="4887"/>
                  </a:cubicBezTo>
                  <a:cubicBezTo>
                    <a:pt x="751" y="4887"/>
                    <a:pt x="776" y="4889"/>
                    <a:pt x="798" y="4894"/>
                  </a:cubicBez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4"/>
            <p:cNvSpPr/>
            <p:nvPr/>
          </p:nvSpPr>
          <p:spPr>
            <a:xfrm>
              <a:off x="3338500" y="2828750"/>
              <a:ext cx="94675" cy="9550"/>
            </a:xfrm>
            <a:custGeom>
              <a:rect b="b" l="l" r="r" t="t"/>
              <a:pathLst>
                <a:path extrusionOk="0" h="382" w="3787">
                  <a:moveTo>
                    <a:pt x="1" y="1"/>
                  </a:moveTo>
                  <a:cubicBezTo>
                    <a:pt x="1" y="12"/>
                    <a:pt x="24" y="12"/>
                    <a:pt x="24" y="24"/>
                  </a:cubicBezTo>
                  <a:cubicBezTo>
                    <a:pt x="48" y="120"/>
                    <a:pt x="48" y="191"/>
                    <a:pt x="36" y="286"/>
                  </a:cubicBezTo>
                  <a:lnTo>
                    <a:pt x="3787" y="382"/>
                  </a:lnTo>
                  <a:cubicBezTo>
                    <a:pt x="3775" y="370"/>
                    <a:pt x="3775" y="358"/>
                    <a:pt x="3775" y="346"/>
                  </a:cubicBezTo>
                  <a:cubicBezTo>
                    <a:pt x="3739" y="251"/>
                    <a:pt x="3739" y="179"/>
                    <a:pt x="3751" y="10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4"/>
            <p:cNvSpPr/>
            <p:nvPr/>
          </p:nvSpPr>
          <p:spPr>
            <a:xfrm>
              <a:off x="3531375" y="2913875"/>
              <a:ext cx="22050" cy="23850"/>
            </a:xfrm>
            <a:custGeom>
              <a:rect b="b" l="l" r="r" t="t"/>
              <a:pathLst>
                <a:path extrusionOk="0" h="954" w="882">
                  <a:moveTo>
                    <a:pt x="882" y="1"/>
                  </a:moveTo>
                  <a:lnTo>
                    <a:pt x="1" y="787"/>
                  </a:lnTo>
                  <a:cubicBezTo>
                    <a:pt x="84" y="787"/>
                    <a:pt x="179" y="846"/>
                    <a:pt x="227" y="953"/>
                  </a:cubicBezTo>
                  <a:lnTo>
                    <a:pt x="882" y="370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4"/>
            <p:cNvSpPr/>
            <p:nvPr/>
          </p:nvSpPr>
          <p:spPr>
            <a:xfrm>
              <a:off x="3319750" y="2693325"/>
              <a:ext cx="118200" cy="135750"/>
            </a:xfrm>
            <a:custGeom>
              <a:rect b="b" l="l" r="r" t="t"/>
              <a:pathLst>
                <a:path extrusionOk="0" h="5430" w="4728">
                  <a:moveTo>
                    <a:pt x="191" y="0"/>
                  </a:moveTo>
                  <a:cubicBezTo>
                    <a:pt x="143" y="72"/>
                    <a:pt x="72" y="143"/>
                    <a:pt x="0" y="191"/>
                  </a:cubicBezTo>
                  <a:lnTo>
                    <a:pt x="4537" y="5429"/>
                  </a:lnTo>
                  <a:cubicBezTo>
                    <a:pt x="4584" y="5346"/>
                    <a:pt x="4644" y="5287"/>
                    <a:pt x="4727" y="5239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4"/>
            <p:cNvSpPr/>
            <p:nvPr/>
          </p:nvSpPr>
          <p:spPr>
            <a:xfrm>
              <a:off x="3446250" y="2840650"/>
              <a:ext cx="82775" cy="98250"/>
            </a:xfrm>
            <a:custGeom>
              <a:rect b="b" l="l" r="r" t="t"/>
              <a:pathLst>
                <a:path extrusionOk="0" h="3930" w="3311">
                  <a:moveTo>
                    <a:pt x="215" y="1"/>
                  </a:moveTo>
                  <a:cubicBezTo>
                    <a:pt x="179" y="60"/>
                    <a:pt x="96" y="120"/>
                    <a:pt x="12" y="144"/>
                  </a:cubicBezTo>
                  <a:lnTo>
                    <a:pt x="1" y="144"/>
                  </a:lnTo>
                  <a:lnTo>
                    <a:pt x="3132" y="3930"/>
                  </a:lnTo>
                  <a:cubicBezTo>
                    <a:pt x="3156" y="3835"/>
                    <a:pt x="3215" y="3751"/>
                    <a:pt x="3311" y="3716"/>
                  </a:cubicBezTo>
                  <a:lnTo>
                    <a:pt x="21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4"/>
            <p:cNvSpPr/>
            <p:nvPr/>
          </p:nvSpPr>
          <p:spPr>
            <a:xfrm>
              <a:off x="3528700" y="2944550"/>
              <a:ext cx="24725" cy="46750"/>
            </a:xfrm>
            <a:custGeom>
              <a:rect b="b" l="l" r="r" t="t"/>
              <a:pathLst>
                <a:path extrusionOk="0" h="1870" w="989">
                  <a:moveTo>
                    <a:pt x="274" y="0"/>
                  </a:moveTo>
                  <a:cubicBezTo>
                    <a:pt x="239" y="24"/>
                    <a:pt x="215" y="36"/>
                    <a:pt x="167" y="60"/>
                  </a:cubicBezTo>
                  <a:cubicBezTo>
                    <a:pt x="138" y="66"/>
                    <a:pt x="108" y="69"/>
                    <a:pt x="79" y="69"/>
                  </a:cubicBezTo>
                  <a:cubicBezTo>
                    <a:pt x="51" y="69"/>
                    <a:pt x="24" y="66"/>
                    <a:pt x="1" y="60"/>
                  </a:cubicBezTo>
                  <a:lnTo>
                    <a:pt x="1" y="60"/>
                  </a:lnTo>
                  <a:cubicBezTo>
                    <a:pt x="1" y="72"/>
                    <a:pt x="1" y="95"/>
                    <a:pt x="13" y="119"/>
                  </a:cubicBezTo>
                  <a:lnTo>
                    <a:pt x="989" y="1869"/>
                  </a:lnTo>
                  <a:lnTo>
                    <a:pt x="989" y="1310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4"/>
            <p:cNvSpPr/>
            <p:nvPr/>
          </p:nvSpPr>
          <p:spPr>
            <a:xfrm>
              <a:off x="3292950" y="2669025"/>
              <a:ext cx="34550" cy="31750"/>
            </a:xfrm>
            <a:custGeom>
              <a:rect b="b" l="l" r="r" t="t"/>
              <a:pathLst>
                <a:path extrusionOk="0" h="1270" w="1382">
                  <a:moveTo>
                    <a:pt x="694" y="1"/>
                  </a:moveTo>
                  <a:cubicBezTo>
                    <a:pt x="629" y="1"/>
                    <a:pt x="564" y="11"/>
                    <a:pt x="501" y="32"/>
                  </a:cubicBezTo>
                  <a:cubicBezTo>
                    <a:pt x="179" y="151"/>
                    <a:pt x="1" y="508"/>
                    <a:pt x="96" y="841"/>
                  </a:cubicBezTo>
                  <a:cubicBezTo>
                    <a:pt x="191" y="1091"/>
                    <a:pt x="429" y="1258"/>
                    <a:pt x="680" y="1270"/>
                  </a:cubicBezTo>
                  <a:cubicBezTo>
                    <a:pt x="751" y="1270"/>
                    <a:pt x="822" y="1270"/>
                    <a:pt x="906" y="1234"/>
                  </a:cubicBezTo>
                  <a:cubicBezTo>
                    <a:pt x="953" y="1234"/>
                    <a:pt x="965" y="1222"/>
                    <a:pt x="965" y="1222"/>
                  </a:cubicBezTo>
                  <a:lnTo>
                    <a:pt x="1049" y="1175"/>
                  </a:lnTo>
                  <a:cubicBezTo>
                    <a:pt x="1132" y="1139"/>
                    <a:pt x="1203" y="1056"/>
                    <a:pt x="1251" y="984"/>
                  </a:cubicBezTo>
                  <a:cubicBezTo>
                    <a:pt x="1346" y="841"/>
                    <a:pt x="1382" y="627"/>
                    <a:pt x="1311" y="436"/>
                  </a:cubicBezTo>
                  <a:cubicBezTo>
                    <a:pt x="1215" y="169"/>
                    <a:pt x="958" y="1"/>
                    <a:pt x="69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4"/>
            <p:cNvSpPr/>
            <p:nvPr/>
          </p:nvSpPr>
          <p:spPr>
            <a:xfrm>
              <a:off x="3103950" y="3184550"/>
              <a:ext cx="32475" cy="31650"/>
            </a:xfrm>
            <a:custGeom>
              <a:rect b="b" l="l" r="r" t="t"/>
              <a:pathLst>
                <a:path extrusionOk="0" h="1266" w="1299">
                  <a:moveTo>
                    <a:pt x="669" y="1"/>
                  </a:moveTo>
                  <a:cubicBezTo>
                    <a:pt x="631" y="1"/>
                    <a:pt x="594" y="3"/>
                    <a:pt x="560" y="8"/>
                  </a:cubicBezTo>
                  <a:cubicBezTo>
                    <a:pt x="512" y="8"/>
                    <a:pt x="489" y="20"/>
                    <a:pt x="441" y="44"/>
                  </a:cubicBezTo>
                  <a:cubicBezTo>
                    <a:pt x="179" y="127"/>
                    <a:pt x="0" y="401"/>
                    <a:pt x="12" y="663"/>
                  </a:cubicBezTo>
                  <a:cubicBezTo>
                    <a:pt x="12" y="723"/>
                    <a:pt x="24" y="782"/>
                    <a:pt x="36" y="842"/>
                  </a:cubicBezTo>
                  <a:cubicBezTo>
                    <a:pt x="60" y="854"/>
                    <a:pt x="72" y="901"/>
                    <a:pt x="84" y="937"/>
                  </a:cubicBezTo>
                  <a:cubicBezTo>
                    <a:pt x="204" y="1141"/>
                    <a:pt x="419" y="1266"/>
                    <a:pt x="649" y="1266"/>
                  </a:cubicBezTo>
                  <a:cubicBezTo>
                    <a:pt x="714" y="1266"/>
                    <a:pt x="780" y="1256"/>
                    <a:pt x="846" y="1235"/>
                  </a:cubicBezTo>
                  <a:cubicBezTo>
                    <a:pt x="905" y="1211"/>
                    <a:pt x="953" y="1187"/>
                    <a:pt x="989" y="1151"/>
                  </a:cubicBezTo>
                  <a:cubicBezTo>
                    <a:pt x="1072" y="1092"/>
                    <a:pt x="1143" y="1032"/>
                    <a:pt x="1191" y="961"/>
                  </a:cubicBezTo>
                  <a:cubicBezTo>
                    <a:pt x="1274" y="818"/>
                    <a:pt x="1298" y="616"/>
                    <a:pt x="1239" y="425"/>
                  </a:cubicBezTo>
                  <a:cubicBezTo>
                    <a:pt x="1167" y="235"/>
                    <a:pt x="1024" y="80"/>
                    <a:pt x="834" y="20"/>
                  </a:cubicBezTo>
                  <a:cubicBezTo>
                    <a:pt x="778" y="6"/>
                    <a:pt x="722" y="1"/>
                    <a:pt x="66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4"/>
            <p:cNvSpPr/>
            <p:nvPr/>
          </p:nvSpPr>
          <p:spPr>
            <a:xfrm>
              <a:off x="3340000" y="3100100"/>
              <a:ext cx="35125" cy="32400"/>
            </a:xfrm>
            <a:custGeom>
              <a:rect b="b" l="l" r="r" t="t"/>
              <a:pathLst>
                <a:path extrusionOk="0" h="1296" w="1405">
                  <a:moveTo>
                    <a:pt x="710" y="1"/>
                  </a:moveTo>
                  <a:cubicBezTo>
                    <a:pt x="644" y="1"/>
                    <a:pt x="575" y="14"/>
                    <a:pt x="512" y="41"/>
                  </a:cubicBezTo>
                  <a:lnTo>
                    <a:pt x="500" y="41"/>
                  </a:lnTo>
                  <a:cubicBezTo>
                    <a:pt x="167" y="172"/>
                    <a:pt x="0" y="517"/>
                    <a:pt x="107" y="838"/>
                  </a:cubicBezTo>
                  <a:cubicBezTo>
                    <a:pt x="119" y="898"/>
                    <a:pt x="155" y="946"/>
                    <a:pt x="179" y="1005"/>
                  </a:cubicBezTo>
                  <a:cubicBezTo>
                    <a:pt x="238" y="1077"/>
                    <a:pt x="298" y="1136"/>
                    <a:pt x="393" y="1196"/>
                  </a:cubicBezTo>
                  <a:cubicBezTo>
                    <a:pt x="464" y="1243"/>
                    <a:pt x="560" y="1267"/>
                    <a:pt x="631" y="1291"/>
                  </a:cubicBezTo>
                  <a:cubicBezTo>
                    <a:pt x="652" y="1294"/>
                    <a:pt x="673" y="1295"/>
                    <a:pt x="695" y="1295"/>
                  </a:cubicBezTo>
                  <a:cubicBezTo>
                    <a:pt x="761" y="1295"/>
                    <a:pt x="831" y="1282"/>
                    <a:pt x="893" y="1255"/>
                  </a:cubicBezTo>
                  <a:cubicBezTo>
                    <a:pt x="1226" y="1136"/>
                    <a:pt x="1405" y="779"/>
                    <a:pt x="1298" y="457"/>
                  </a:cubicBezTo>
                  <a:cubicBezTo>
                    <a:pt x="1286" y="410"/>
                    <a:pt x="1274" y="362"/>
                    <a:pt x="1238" y="338"/>
                  </a:cubicBezTo>
                  <a:cubicBezTo>
                    <a:pt x="1226" y="231"/>
                    <a:pt x="1155" y="160"/>
                    <a:pt x="1072" y="112"/>
                  </a:cubicBezTo>
                  <a:cubicBezTo>
                    <a:pt x="988" y="53"/>
                    <a:pt x="881" y="5"/>
                    <a:pt x="774" y="5"/>
                  </a:cubicBezTo>
                  <a:cubicBezTo>
                    <a:pt x="753" y="2"/>
                    <a:pt x="732" y="1"/>
                    <a:pt x="71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4"/>
            <p:cNvSpPr/>
            <p:nvPr/>
          </p:nvSpPr>
          <p:spPr>
            <a:xfrm>
              <a:off x="3163775" y="2824375"/>
              <a:ext cx="12225" cy="10675"/>
            </a:xfrm>
            <a:custGeom>
              <a:rect b="b" l="l" r="r" t="t"/>
              <a:pathLst>
                <a:path extrusionOk="0" h="427" w="489">
                  <a:moveTo>
                    <a:pt x="251" y="0"/>
                  </a:moveTo>
                  <a:cubicBezTo>
                    <a:pt x="228" y="0"/>
                    <a:pt x="204" y="3"/>
                    <a:pt x="179" y="9"/>
                  </a:cubicBezTo>
                  <a:cubicBezTo>
                    <a:pt x="60" y="56"/>
                    <a:pt x="1" y="176"/>
                    <a:pt x="36" y="295"/>
                  </a:cubicBezTo>
                  <a:cubicBezTo>
                    <a:pt x="60" y="330"/>
                    <a:pt x="84" y="378"/>
                    <a:pt x="132" y="402"/>
                  </a:cubicBezTo>
                  <a:cubicBezTo>
                    <a:pt x="168" y="416"/>
                    <a:pt x="205" y="427"/>
                    <a:pt x="245" y="427"/>
                  </a:cubicBezTo>
                  <a:cubicBezTo>
                    <a:pt x="269" y="427"/>
                    <a:pt x="295" y="423"/>
                    <a:pt x="322" y="414"/>
                  </a:cubicBezTo>
                  <a:cubicBezTo>
                    <a:pt x="358" y="390"/>
                    <a:pt x="382" y="378"/>
                    <a:pt x="405" y="366"/>
                  </a:cubicBezTo>
                  <a:cubicBezTo>
                    <a:pt x="465" y="307"/>
                    <a:pt x="489" y="223"/>
                    <a:pt x="465" y="140"/>
                  </a:cubicBezTo>
                  <a:cubicBezTo>
                    <a:pt x="465" y="128"/>
                    <a:pt x="441" y="116"/>
                    <a:pt x="429" y="104"/>
                  </a:cubicBezTo>
                  <a:cubicBezTo>
                    <a:pt x="384" y="31"/>
                    <a:pt x="324" y="0"/>
                    <a:pt x="25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4"/>
            <p:cNvSpPr/>
            <p:nvPr/>
          </p:nvSpPr>
          <p:spPr>
            <a:xfrm>
              <a:off x="3431975" y="2823200"/>
              <a:ext cx="22625" cy="21500"/>
            </a:xfrm>
            <a:custGeom>
              <a:rect b="b" l="l" r="r" t="t"/>
              <a:pathLst>
                <a:path extrusionOk="0" h="860" w="905">
                  <a:moveTo>
                    <a:pt x="452" y="1"/>
                  </a:moveTo>
                  <a:cubicBezTo>
                    <a:pt x="401" y="1"/>
                    <a:pt x="349" y="11"/>
                    <a:pt x="298" y="32"/>
                  </a:cubicBezTo>
                  <a:cubicBezTo>
                    <a:pt x="274" y="44"/>
                    <a:pt x="250" y="44"/>
                    <a:pt x="238" y="56"/>
                  </a:cubicBezTo>
                  <a:cubicBezTo>
                    <a:pt x="155" y="80"/>
                    <a:pt x="95" y="163"/>
                    <a:pt x="48" y="234"/>
                  </a:cubicBezTo>
                  <a:cubicBezTo>
                    <a:pt x="36" y="270"/>
                    <a:pt x="36" y="294"/>
                    <a:pt x="12" y="330"/>
                  </a:cubicBezTo>
                  <a:cubicBezTo>
                    <a:pt x="0" y="401"/>
                    <a:pt x="0" y="484"/>
                    <a:pt x="36" y="568"/>
                  </a:cubicBezTo>
                  <a:cubicBezTo>
                    <a:pt x="36" y="580"/>
                    <a:pt x="48" y="580"/>
                    <a:pt x="48" y="592"/>
                  </a:cubicBezTo>
                  <a:cubicBezTo>
                    <a:pt x="105" y="764"/>
                    <a:pt x="270" y="859"/>
                    <a:pt x="444" y="859"/>
                  </a:cubicBezTo>
                  <a:cubicBezTo>
                    <a:pt x="486" y="859"/>
                    <a:pt x="529" y="853"/>
                    <a:pt x="572" y="842"/>
                  </a:cubicBezTo>
                  <a:lnTo>
                    <a:pt x="583" y="842"/>
                  </a:lnTo>
                  <a:cubicBezTo>
                    <a:pt x="667" y="818"/>
                    <a:pt x="750" y="770"/>
                    <a:pt x="786" y="699"/>
                  </a:cubicBezTo>
                  <a:cubicBezTo>
                    <a:pt x="881" y="592"/>
                    <a:pt x="905" y="425"/>
                    <a:pt x="845" y="294"/>
                  </a:cubicBezTo>
                  <a:cubicBezTo>
                    <a:pt x="790" y="119"/>
                    <a:pt x="628" y="1"/>
                    <a:pt x="45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4"/>
            <p:cNvSpPr/>
            <p:nvPr/>
          </p:nvSpPr>
          <p:spPr>
            <a:xfrm>
              <a:off x="3317375" y="2821475"/>
              <a:ext cx="22350" cy="22125"/>
            </a:xfrm>
            <a:custGeom>
              <a:rect b="b" l="l" r="r" t="t"/>
              <a:pathLst>
                <a:path extrusionOk="0" h="885" w="894">
                  <a:moveTo>
                    <a:pt x="455" y="1"/>
                  </a:moveTo>
                  <a:cubicBezTo>
                    <a:pt x="405" y="1"/>
                    <a:pt x="348" y="9"/>
                    <a:pt x="298" y="18"/>
                  </a:cubicBezTo>
                  <a:cubicBezTo>
                    <a:pt x="274" y="30"/>
                    <a:pt x="250" y="30"/>
                    <a:pt x="238" y="53"/>
                  </a:cubicBezTo>
                  <a:cubicBezTo>
                    <a:pt x="155" y="89"/>
                    <a:pt x="95" y="172"/>
                    <a:pt x="48" y="256"/>
                  </a:cubicBezTo>
                  <a:cubicBezTo>
                    <a:pt x="12" y="351"/>
                    <a:pt x="0" y="446"/>
                    <a:pt x="12" y="542"/>
                  </a:cubicBezTo>
                  <a:cubicBezTo>
                    <a:pt x="12" y="553"/>
                    <a:pt x="12" y="577"/>
                    <a:pt x="36" y="589"/>
                  </a:cubicBezTo>
                  <a:cubicBezTo>
                    <a:pt x="72" y="732"/>
                    <a:pt x="191" y="827"/>
                    <a:pt x="334" y="863"/>
                  </a:cubicBezTo>
                  <a:cubicBezTo>
                    <a:pt x="368" y="878"/>
                    <a:pt x="405" y="885"/>
                    <a:pt x="443" y="885"/>
                  </a:cubicBezTo>
                  <a:cubicBezTo>
                    <a:pt x="495" y="885"/>
                    <a:pt x="547" y="872"/>
                    <a:pt x="595" y="851"/>
                  </a:cubicBezTo>
                  <a:lnTo>
                    <a:pt x="607" y="851"/>
                  </a:lnTo>
                  <a:cubicBezTo>
                    <a:pt x="750" y="804"/>
                    <a:pt x="846" y="684"/>
                    <a:pt x="881" y="553"/>
                  </a:cubicBezTo>
                  <a:cubicBezTo>
                    <a:pt x="893" y="482"/>
                    <a:pt x="893" y="387"/>
                    <a:pt x="869" y="303"/>
                  </a:cubicBezTo>
                  <a:cubicBezTo>
                    <a:pt x="869" y="292"/>
                    <a:pt x="846" y="292"/>
                    <a:pt x="846" y="268"/>
                  </a:cubicBezTo>
                  <a:cubicBezTo>
                    <a:pt x="786" y="125"/>
                    <a:pt x="655" y="18"/>
                    <a:pt x="512" y="6"/>
                  </a:cubicBezTo>
                  <a:cubicBezTo>
                    <a:pt x="495" y="2"/>
                    <a:pt x="475" y="1"/>
                    <a:pt x="45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3196225" y="3268725"/>
              <a:ext cx="925" cy="275"/>
            </a:xfrm>
            <a:custGeom>
              <a:rect b="b" l="l" r="r" t="t"/>
              <a:pathLst>
                <a:path extrusionOk="0" h="11" w="37">
                  <a:moveTo>
                    <a:pt x="24" y="0"/>
                  </a:moveTo>
                  <a:cubicBezTo>
                    <a:pt x="16" y="0"/>
                    <a:pt x="8" y="11"/>
                    <a:pt x="0" y="11"/>
                  </a:cubicBezTo>
                  <a:lnTo>
                    <a:pt x="36" y="11"/>
                  </a:lnTo>
                  <a:cubicBezTo>
                    <a:pt x="32" y="3"/>
                    <a:pt x="28" y="0"/>
                    <a:pt x="2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3524525" y="2933525"/>
              <a:ext cx="14025" cy="12750"/>
            </a:xfrm>
            <a:custGeom>
              <a:rect b="b" l="l" r="r" t="t"/>
              <a:pathLst>
                <a:path extrusionOk="0" h="510" w="561">
                  <a:moveTo>
                    <a:pt x="287" y="1"/>
                  </a:moveTo>
                  <a:cubicBezTo>
                    <a:pt x="263" y="1"/>
                    <a:pt x="227" y="1"/>
                    <a:pt x="203" y="24"/>
                  </a:cubicBezTo>
                  <a:cubicBezTo>
                    <a:pt x="84" y="48"/>
                    <a:pt x="1" y="120"/>
                    <a:pt x="1" y="227"/>
                  </a:cubicBezTo>
                  <a:cubicBezTo>
                    <a:pt x="1" y="262"/>
                    <a:pt x="1" y="298"/>
                    <a:pt x="25" y="334"/>
                  </a:cubicBezTo>
                  <a:cubicBezTo>
                    <a:pt x="49" y="405"/>
                    <a:pt x="108" y="465"/>
                    <a:pt x="180" y="501"/>
                  </a:cubicBezTo>
                  <a:cubicBezTo>
                    <a:pt x="203" y="507"/>
                    <a:pt x="230" y="510"/>
                    <a:pt x="258" y="510"/>
                  </a:cubicBezTo>
                  <a:cubicBezTo>
                    <a:pt x="287" y="510"/>
                    <a:pt x="316" y="507"/>
                    <a:pt x="346" y="501"/>
                  </a:cubicBezTo>
                  <a:cubicBezTo>
                    <a:pt x="394" y="477"/>
                    <a:pt x="418" y="465"/>
                    <a:pt x="453" y="441"/>
                  </a:cubicBezTo>
                  <a:cubicBezTo>
                    <a:pt x="525" y="382"/>
                    <a:pt x="561" y="274"/>
                    <a:pt x="513" y="179"/>
                  </a:cubicBezTo>
                  <a:lnTo>
                    <a:pt x="513" y="167"/>
                  </a:lnTo>
                  <a:cubicBezTo>
                    <a:pt x="465" y="60"/>
                    <a:pt x="382" y="1"/>
                    <a:pt x="2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3325700" y="2843050"/>
              <a:ext cx="34250" cy="258075"/>
            </a:xfrm>
            <a:custGeom>
              <a:rect b="b" l="l" r="r" t="t"/>
              <a:pathLst>
                <a:path extrusionOk="0" h="10323" w="1370">
                  <a:moveTo>
                    <a:pt x="262" y="0"/>
                  </a:moveTo>
                  <a:cubicBezTo>
                    <a:pt x="210" y="23"/>
                    <a:pt x="152" y="31"/>
                    <a:pt x="96" y="31"/>
                  </a:cubicBezTo>
                  <a:cubicBezTo>
                    <a:pt x="63" y="31"/>
                    <a:pt x="31" y="28"/>
                    <a:pt x="1" y="24"/>
                  </a:cubicBezTo>
                  <a:lnTo>
                    <a:pt x="1" y="24"/>
                  </a:lnTo>
                  <a:lnTo>
                    <a:pt x="1096" y="10323"/>
                  </a:lnTo>
                  <a:cubicBezTo>
                    <a:pt x="1167" y="10296"/>
                    <a:pt x="1232" y="10283"/>
                    <a:pt x="1300" y="10283"/>
                  </a:cubicBezTo>
                  <a:cubicBezTo>
                    <a:pt x="1323" y="10283"/>
                    <a:pt x="1346" y="10284"/>
                    <a:pt x="1370" y="10287"/>
                  </a:cubicBez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p14"/>
          <p:cNvSpPr txBox="1"/>
          <p:nvPr>
            <p:ph idx="1" type="subTitle"/>
          </p:nvPr>
        </p:nvSpPr>
        <p:spPr>
          <a:xfrm>
            <a:off x="720000" y="1104400"/>
            <a:ext cx="7704000" cy="3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30" name="Google Shape;430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15"/>
          <p:cNvGrpSpPr/>
          <p:nvPr/>
        </p:nvGrpSpPr>
        <p:grpSpPr>
          <a:xfrm>
            <a:off x="5451129" y="-79"/>
            <a:ext cx="3692518" cy="1746578"/>
            <a:chOff x="2238075" y="1147600"/>
            <a:chExt cx="1906800" cy="901925"/>
          </a:xfrm>
        </p:grpSpPr>
        <p:sp>
          <p:nvSpPr>
            <p:cNvPr id="433" name="Google Shape;433;p15"/>
            <p:cNvSpPr/>
            <p:nvPr/>
          </p:nvSpPr>
          <p:spPr>
            <a:xfrm>
              <a:off x="2925350" y="1181225"/>
              <a:ext cx="175" cy="250"/>
            </a:xfrm>
            <a:custGeom>
              <a:rect b="b" l="l" r="r" t="t"/>
              <a:pathLst>
                <a:path extrusionOk="0" h="10" w="7">
                  <a:moveTo>
                    <a:pt x="1" y="1"/>
                  </a:moveTo>
                  <a:cubicBezTo>
                    <a:pt x="1" y="7"/>
                    <a:pt x="4" y="10"/>
                    <a:pt x="5" y="10"/>
                  </a:cubicBezTo>
                  <a:cubicBezTo>
                    <a:pt x="7" y="10"/>
                    <a:pt x="7" y="7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2925650" y="1181825"/>
              <a:ext cx="325" cy="400"/>
            </a:xfrm>
            <a:custGeom>
              <a:rect b="b" l="l" r="r" t="t"/>
              <a:pathLst>
                <a:path extrusionOk="0" h="16" w="13">
                  <a:moveTo>
                    <a:pt x="1" y="0"/>
                  </a:moveTo>
                  <a:cubicBezTo>
                    <a:pt x="1" y="10"/>
                    <a:pt x="8" y="12"/>
                    <a:pt x="11" y="12"/>
                  </a:cubicBezTo>
                  <a:lnTo>
                    <a:pt x="11" y="12"/>
                  </a:lnTo>
                  <a:cubicBezTo>
                    <a:pt x="10" y="8"/>
                    <a:pt x="7" y="0"/>
                    <a:pt x="1" y="0"/>
                  </a:cubicBezTo>
                  <a:close/>
                  <a:moveTo>
                    <a:pt x="11" y="12"/>
                  </a:moveTo>
                  <a:lnTo>
                    <a:pt x="11" y="12"/>
                  </a:lnTo>
                  <a:cubicBezTo>
                    <a:pt x="12" y="14"/>
                    <a:pt x="12" y="16"/>
                    <a:pt x="12" y="16"/>
                  </a:cubicBezTo>
                  <a:cubicBezTo>
                    <a:pt x="12" y="16"/>
                    <a:pt x="12" y="15"/>
                    <a:pt x="12" y="12"/>
                  </a:cubicBezTo>
                  <a:cubicBezTo>
                    <a:pt x="12" y="12"/>
                    <a:pt x="12" y="12"/>
                    <a:pt x="11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2926250" y="11824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5"/>
            <p:cNvSpPr/>
            <p:nvPr/>
          </p:nvSpPr>
          <p:spPr>
            <a:xfrm>
              <a:off x="2924750" y="1179750"/>
              <a:ext cx="25" cy="300"/>
            </a:xfrm>
            <a:custGeom>
              <a:rect b="b" l="l" r="r" t="t"/>
              <a:pathLst>
                <a:path extrusionOk="0" h="12" w="1">
                  <a:moveTo>
                    <a:pt x="1" y="0"/>
                  </a:moveTo>
                  <a:lnTo>
                    <a:pt x="1" y="0"/>
                  </a:lnTo>
                  <a:lnTo>
                    <a:pt x="1" y="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5"/>
            <p:cNvSpPr/>
            <p:nvPr/>
          </p:nvSpPr>
          <p:spPr>
            <a:xfrm>
              <a:off x="2925350" y="11812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2931900" y="1162175"/>
              <a:ext cx="86650" cy="19375"/>
            </a:xfrm>
            <a:custGeom>
              <a:rect b="b" l="l" r="r" t="t"/>
              <a:pathLst>
                <a:path extrusionOk="0" h="775" w="3466">
                  <a:moveTo>
                    <a:pt x="3465" y="1"/>
                  </a:moveTo>
                  <a:lnTo>
                    <a:pt x="1" y="524"/>
                  </a:lnTo>
                  <a:lnTo>
                    <a:pt x="1" y="608"/>
                  </a:lnTo>
                  <a:lnTo>
                    <a:pt x="274" y="775"/>
                  </a:lnTo>
                  <a:lnTo>
                    <a:pt x="3382" y="298"/>
                  </a:lnTo>
                  <a:lnTo>
                    <a:pt x="346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3024175" y="1148200"/>
              <a:ext cx="134275" cy="20250"/>
            </a:xfrm>
            <a:custGeom>
              <a:rect b="b" l="l" r="r" t="t"/>
              <a:pathLst>
                <a:path extrusionOk="0" h="810" w="5371">
                  <a:moveTo>
                    <a:pt x="3489" y="0"/>
                  </a:moveTo>
                  <a:lnTo>
                    <a:pt x="72" y="512"/>
                  </a:lnTo>
                  <a:lnTo>
                    <a:pt x="1" y="810"/>
                  </a:lnTo>
                  <a:lnTo>
                    <a:pt x="537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3114950" y="1293450"/>
              <a:ext cx="203925" cy="127125"/>
            </a:xfrm>
            <a:custGeom>
              <a:rect b="b" l="l" r="r" t="t"/>
              <a:pathLst>
                <a:path extrusionOk="0" h="5085" w="8157">
                  <a:moveTo>
                    <a:pt x="287" y="0"/>
                  </a:moveTo>
                  <a:lnTo>
                    <a:pt x="1" y="155"/>
                  </a:lnTo>
                  <a:lnTo>
                    <a:pt x="8050" y="5084"/>
                  </a:lnTo>
                  <a:cubicBezTo>
                    <a:pt x="8073" y="4989"/>
                    <a:pt x="8109" y="4918"/>
                    <a:pt x="8157" y="4858"/>
                  </a:cubicBezTo>
                  <a:lnTo>
                    <a:pt x="8109" y="4798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5"/>
            <p:cNvSpPr/>
            <p:nvPr/>
          </p:nvSpPr>
          <p:spPr>
            <a:xfrm>
              <a:off x="2925950" y="1177350"/>
              <a:ext cx="77425" cy="50325"/>
            </a:xfrm>
            <a:custGeom>
              <a:rect b="b" l="l" r="r" t="t"/>
              <a:pathLst>
                <a:path extrusionOk="0" h="2013" w="3097">
                  <a:moveTo>
                    <a:pt x="0" y="179"/>
                  </a:moveTo>
                  <a:cubicBezTo>
                    <a:pt x="25" y="196"/>
                    <a:pt x="44" y="207"/>
                    <a:pt x="66" y="212"/>
                  </a:cubicBezTo>
                  <a:lnTo>
                    <a:pt x="66" y="212"/>
                  </a:lnTo>
                  <a:lnTo>
                    <a:pt x="12" y="179"/>
                  </a:lnTo>
                  <a:close/>
                  <a:moveTo>
                    <a:pt x="239" y="1"/>
                  </a:moveTo>
                  <a:lnTo>
                    <a:pt x="239" y="84"/>
                  </a:lnTo>
                  <a:cubicBezTo>
                    <a:pt x="239" y="150"/>
                    <a:pt x="188" y="216"/>
                    <a:pt x="114" y="216"/>
                  </a:cubicBezTo>
                  <a:cubicBezTo>
                    <a:pt x="108" y="216"/>
                    <a:pt x="102" y="216"/>
                    <a:pt x="96" y="215"/>
                  </a:cubicBezTo>
                  <a:cubicBezTo>
                    <a:pt x="85" y="215"/>
                    <a:pt x="75" y="214"/>
                    <a:pt x="66" y="212"/>
                  </a:cubicBezTo>
                  <a:lnTo>
                    <a:pt x="66" y="212"/>
                  </a:lnTo>
                  <a:lnTo>
                    <a:pt x="3025" y="2013"/>
                  </a:lnTo>
                  <a:lnTo>
                    <a:pt x="3096" y="1727"/>
                  </a:lnTo>
                  <a:lnTo>
                    <a:pt x="512" y="168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3007800" y="1224975"/>
              <a:ext cx="107175" cy="68200"/>
            </a:xfrm>
            <a:custGeom>
              <a:rect b="b" l="l" r="r" t="t"/>
              <a:pathLst>
                <a:path extrusionOk="0" h="2728" w="4287">
                  <a:moveTo>
                    <a:pt x="72" y="1"/>
                  </a:moveTo>
                  <a:lnTo>
                    <a:pt x="1" y="287"/>
                  </a:lnTo>
                  <a:lnTo>
                    <a:pt x="4001" y="2727"/>
                  </a:lnTo>
                  <a:lnTo>
                    <a:pt x="4287" y="2584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5"/>
            <p:cNvSpPr/>
            <p:nvPr/>
          </p:nvSpPr>
          <p:spPr>
            <a:xfrm>
              <a:off x="2924750" y="11800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5"/>
            <p:cNvSpPr/>
            <p:nvPr/>
          </p:nvSpPr>
          <p:spPr>
            <a:xfrm>
              <a:off x="2926250" y="11824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2925350" y="118122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" y="1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2238075" y="1147600"/>
              <a:ext cx="52100" cy="36625"/>
            </a:xfrm>
            <a:custGeom>
              <a:rect b="b" l="l" r="r" t="t"/>
              <a:pathLst>
                <a:path extrusionOk="0" h="1465" w="2084">
                  <a:moveTo>
                    <a:pt x="0" y="0"/>
                  </a:moveTo>
                  <a:lnTo>
                    <a:pt x="1934" y="1433"/>
                  </a:lnTo>
                  <a:lnTo>
                    <a:pt x="1934" y="1433"/>
                  </a:lnTo>
                  <a:cubicBezTo>
                    <a:pt x="1927" y="1424"/>
                    <a:pt x="1921" y="1414"/>
                    <a:pt x="1917" y="1405"/>
                  </a:cubicBezTo>
                  <a:cubicBezTo>
                    <a:pt x="1881" y="1334"/>
                    <a:pt x="1929" y="1250"/>
                    <a:pt x="2012" y="1227"/>
                  </a:cubicBezTo>
                  <a:lnTo>
                    <a:pt x="2084" y="1191"/>
                  </a:lnTo>
                  <a:lnTo>
                    <a:pt x="476" y="0"/>
                  </a:lnTo>
                  <a:close/>
                  <a:moveTo>
                    <a:pt x="1934" y="1433"/>
                  </a:moveTo>
                  <a:lnTo>
                    <a:pt x="1934" y="1433"/>
                  </a:lnTo>
                  <a:cubicBezTo>
                    <a:pt x="1946" y="1450"/>
                    <a:pt x="1961" y="1465"/>
                    <a:pt x="1977" y="1465"/>
                  </a:cubicBezTo>
                  <a:lnTo>
                    <a:pt x="1934" y="143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5"/>
            <p:cNvSpPr/>
            <p:nvPr/>
          </p:nvSpPr>
          <p:spPr>
            <a:xfrm>
              <a:off x="2285400" y="1148200"/>
              <a:ext cx="114625" cy="37225"/>
            </a:xfrm>
            <a:custGeom>
              <a:rect b="b" l="l" r="r" t="t"/>
              <a:pathLst>
                <a:path extrusionOk="0" h="1489" w="4585">
                  <a:moveTo>
                    <a:pt x="3703" y="0"/>
                  </a:moveTo>
                  <a:lnTo>
                    <a:pt x="191" y="1191"/>
                  </a:lnTo>
                  <a:lnTo>
                    <a:pt x="119" y="1214"/>
                  </a:lnTo>
                  <a:cubicBezTo>
                    <a:pt x="36" y="1250"/>
                    <a:pt x="0" y="1322"/>
                    <a:pt x="24" y="1393"/>
                  </a:cubicBezTo>
                  <a:cubicBezTo>
                    <a:pt x="36" y="1429"/>
                    <a:pt x="60" y="1441"/>
                    <a:pt x="72" y="1464"/>
                  </a:cubicBezTo>
                  <a:cubicBezTo>
                    <a:pt x="84" y="1464"/>
                    <a:pt x="84" y="1488"/>
                    <a:pt x="95" y="1488"/>
                  </a:cubicBezTo>
                  <a:lnTo>
                    <a:pt x="203" y="1488"/>
                  </a:lnTo>
                  <a:lnTo>
                    <a:pt x="458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2466075" y="1148200"/>
              <a:ext cx="82475" cy="241125"/>
            </a:xfrm>
            <a:custGeom>
              <a:rect b="b" l="l" r="r" t="t"/>
              <a:pathLst>
                <a:path extrusionOk="0" h="9645" w="3299">
                  <a:moveTo>
                    <a:pt x="0" y="0"/>
                  </a:moveTo>
                  <a:lnTo>
                    <a:pt x="3036" y="9644"/>
                  </a:lnTo>
                  <a:cubicBezTo>
                    <a:pt x="3099" y="9592"/>
                    <a:pt x="3188" y="9558"/>
                    <a:pt x="3265" y="9558"/>
                  </a:cubicBezTo>
                  <a:cubicBezTo>
                    <a:pt x="3276" y="9558"/>
                    <a:pt x="3288" y="9559"/>
                    <a:pt x="3298" y="956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5"/>
            <p:cNvSpPr/>
            <p:nvPr/>
          </p:nvSpPr>
          <p:spPr>
            <a:xfrm>
              <a:off x="2550300" y="1148200"/>
              <a:ext cx="104500" cy="242000"/>
            </a:xfrm>
            <a:custGeom>
              <a:rect b="b" l="l" r="r" t="t"/>
              <a:pathLst>
                <a:path extrusionOk="0" h="9680" w="4180">
                  <a:moveTo>
                    <a:pt x="3870" y="0"/>
                  </a:moveTo>
                  <a:lnTo>
                    <a:pt x="1" y="9549"/>
                  </a:lnTo>
                  <a:lnTo>
                    <a:pt x="13" y="9549"/>
                  </a:lnTo>
                  <a:cubicBezTo>
                    <a:pt x="120" y="9561"/>
                    <a:pt x="191" y="9608"/>
                    <a:pt x="251" y="9680"/>
                  </a:cubicBezTo>
                  <a:lnTo>
                    <a:pt x="418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5"/>
            <p:cNvSpPr/>
            <p:nvPr/>
          </p:nvSpPr>
          <p:spPr>
            <a:xfrm>
              <a:off x="2924750" y="1148200"/>
              <a:ext cx="7175" cy="34850"/>
            </a:xfrm>
            <a:custGeom>
              <a:rect b="b" l="l" r="r" t="t"/>
              <a:pathLst>
                <a:path extrusionOk="0" h="1394" w="287">
                  <a:moveTo>
                    <a:pt x="1" y="0"/>
                  </a:moveTo>
                  <a:lnTo>
                    <a:pt x="1" y="1250"/>
                  </a:lnTo>
                  <a:lnTo>
                    <a:pt x="1" y="1262"/>
                  </a:lnTo>
                  <a:lnTo>
                    <a:pt x="1" y="1274"/>
                  </a:lnTo>
                  <a:lnTo>
                    <a:pt x="1" y="1286"/>
                  </a:lnTo>
                  <a:lnTo>
                    <a:pt x="1" y="1310"/>
                  </a:lnTo>
                  <a:lnTo>
                    <a:pt x="1" y="1322"/>
                  </a:lnTo>
                  <a:lnTo>
                    <a:pt x="1" y="1334"/>
                  </a:lnTo>
                  <a:lnTo>
                    <a:pt x="1" y="1345"/>
                  </a:lnTo>
                  <a:lnTo>
                    <a:pt x="25" y="1357"/>
                  </a:lnTo>
                  <a:cubicBezTo>
                    <a:pt x="48" y="1381"/>
                    <a:pt x="84" y="1393"/>
                    <a:pt x="108" y="1393"/>
                  </a:cubicBezTo>
                  <a:cubicBezTo>
                    <a:pt x="227" y="1393"/>
                    <a:pt x="287" y="1334"/>
                    <a:pt x="287" y="1250"/>
                  </a:cubicBezTo>
                  <a:lnTo>
                    <a:pt x="287" y="1167"/>
                  </a:lnTo>
                  <a:lnTo>
                    <a:pt x="287" y="1083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5"/>
            <p:cNvSpPr/>
            <p:nvPr/>
          </p:nvSpPr>
          <p:spPr>
            <a:xfrm>
              <a:off x="2963750" y="1147900"/>
              <a:ext cx="65800" cy="224750"/>
            </a:xfrm>
            <a:custGeom>
              <a:rect b="b" l="l" r="r" t="t"/>
              <a:pathLst>
                <a:path extrusionOk="0" h="8990" w="2632">
                  <a:moveTo>
                    <a:pt x="2334" y="0"/>
                  </a:moveTo>
                  <a:lnTo>
                    <a:pt x="2179" y="572"/>
                  </a:lnTo>
                  <a:lnTo>
                    <a:pt x="2108" y="869"/>
                  </a:lnTo>
                  <a:lnTo>
                    <a:pt x="1572" y="2917"/>
                  </a:lnTo>
                  <a:lnTo>
                    <a:pt x="1489" y="3203"/>
                  </a:lnTo>
                  <a:lnTo>
                    <a:pt x="1" y="8989"/>
                  </a:lnTo>
                  <a:cubicBezTo>
                    <a:pt x="24" y="8954"/>
                    <a:pt x="48" y="8906"/>
                    <a:pt x="96" y="8882"/>
                  </a:cubicBezTo>
                  <a:lnTo>
                    <a:pt x="382" y="8727"/>
                  </a:lnTo>
                  <a:lnTo>
                    <a:pt x="1763" y="3370"/>
                  </a:lnTo>
                  <a:lnTo>
                    <a:pt x="1834" y="3084"/>
                  </a:lnTo>
                  <a:lnTo>
                    <a:pt x="2418" y="822"/>
                  </a:lnTo>
                  <a:lnTo>
                    <a:pt x="2489" y="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5"/>
            <p:cNvSpPr/>
            <p:nvPr/>
          </p:nvSpPr>
          <p:spPr>
            <a:xfrm>
              <a:off x="3178350" y="1148775"/>
              <a:ext cx="49150" cy="83375"/>
            </a:xfrm>
            <a:custGeom>
              <a:rect b="b" l="l" r="r" t="t"/>
              <a:pathLst>
                <a:path extrusionOk="0" h="3335" w="1966">
                  <a:moveTo>
                    <a:pt x="239" y="1"/>
                  </a:moveTo>
                  <a:cubicBezTo>
                    <a:pt x="180" y="72"/>
                    <a:pt x="84" y="120"/>
                    <a:pt x="1" y="156"/>
                  </a:cubicBezTo>
                  <a:lnTo>
                    <a:pt x="1704" y="3335"/>
                  </a:lnTo>
                  <a:lnTo>
                    <a:pt x="1965" y="3204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5"/>
            <p:cNvSpPr/>
            <p:nvPr/>
          </p:nvSpPr>
          <p:spPr>
            <a:xfrm>
              <a:off x="3226875" y="1235100"/>
              <a:ext cx="97950" cy="179800"/>
            </a:xfrm>
            <a:custGeom>
              <a:rect b="b" l="l" r="r" t="t"/>
              <a:pathLst>
                <a:path extrusionOk="0" h="7192" w="3918">
                  <a:moveTo>
                    <a:pt x="144" y="1"/>
                  </a:moveTo>
                  <a:lnTo>
                    <a:pt x="1" y="72"/>
                  </a:lnTo>
                  <a:cubicBezTo>
                    <a:pt x="144" y="108"/>
                    <a:pt x="227" y="239"/>
                    <a:pt x="203" y="370"/>
                  </a:cubicBezTo>
                  <a:cubicBezTo>
                    <a:pt x="179" y="453"/>
                    <a:pt x="155" y="489"/>
                    <a:pt x="96" y="536"/>
                  </a:cubicBezTo>
                  <a:lnTo>
                    <a:pt x="3632" y="7132"/>
                  </a:lnTo>
                  <a:lnTo>
                    <a:pt x="3668" y="7192"/>
                  </a:lnTo>
                  <a:cubicBezTo>
                    <a:pt x="3727" y="7121"/>
                    <a:pt x="3811" y="7073"/>
                    <a:pt x="3918" y="7061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5"/>
            <p:cNvSpPr/>
            <p:nvPr/>
          </p:nvSpPr>
          <p:spPr>
            <a:xfrm>
              <a:off x="3496850" y="1223200"/>
              <a:ext cx="70575" cy="90500"/>
            </a:xfrm>
            <a:custGeom>
              <a:rect b="b" l="l" r="r" t="t"/>
              <a:pathLst>
                <a:path extrusionOk="0" h="3620" w="2823">
                  <a:moveTo>
                    <a:pt x="179" y="0"/>
                  </a:moveTo>
                  <a:lnTo>
                    <a:pt x="1" y="227"/>
                  </a:lnTo>
                  <a:lnTo>
                    <a:pt x="2691" y="3620"/>
                  </a:lnTo>
                  <a:cubicBezTo>
                    <a:pt x="2680" y="3572"/>
                    <a:pt x="2680" y="3548"/>
                    <a:pt x="2691" y="3501"/>
                  </a:cubicBezTo>
                  <a:cubicBezTo>
                    <a:pt x="2703" y="3429"/>
                    <a:pt x="2751" y="3346"/>
                    <a:pt x="2822" y="3322"/>
                  </a:cubicBez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5"/>
            <p:cNvSpPr/>
            <p:nvPr/>
          </p:nvSpPr>
          <p:spPr>
            <a:xfrm>
              <a:off x="3568875" y="1316375"/>
              <a:ext cx="104225" cy="127100"/>
            </a:xfrm>
            <a:custGeom>
              <a:rect b="b" l="l" r="r" t="t"/>
              <a:pathLst>
                <a:path extrusionOk="0" h="5084" w="4169">
                  <a:moveTo>
                    <a:pt x="275" y="0"/>
                  </a:moveTo>
                  <a:lnTo>
                    <a:pt x="227" y="12"/>
                  </a:lnTo>
                  <a:cubicBezTo>
                    <a:pt x="191" y="24"/>
                    <a:pt x="168" y="36"/>
                    <a:pt x="120" y="60"/>
                  </a:cubicBezTo>
                  <a:lnTo>
                    <a:pt x="1" y="119"/>
                  </a:lnTo>
                  <a:lnTo>
                    <a:pt x="3942" y="5084"/>
                  </a:lnTo>
                  <a:cubicBezTo>
                    <a:pt x="4001" y="5013"/>
                    <a:pt x="4085" y="4953"/>
                    <a:pt x="4168" y="4905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5"/>
            <p:cNvSpPr/>
            <p:nvPr/>
          </p:nvSpPr>
          <p:spPr>
            <a:xfrm>
              <a:off x="3432250" y="1148200"/>
              <a:ext cx="64625" cy="75025"/>
            </a:xfrm>
            <a:custGeom>
              <a:rect b="b" l="l" r="r" t="t"/>
              <a:pathLst>
                <a:path extrusionOk="0" h="3001" w="2585">
                  <a:moveTo>
                    <a:pt x="1" y="0"/>
                  </a:moveTo>
                  <a:lnTo>
                    <a:pt x="2406" y="3000"/>
                  </a:lnTo>
                  <a:lnTo>
                    <a:pt x="2585" y="2774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5"/>
            <p:cNvSpPr/>
            <p:nvPr/>
          </p:nvSpPr>
          <p:spPr>
            <a:xfrm>
              <a:off x="2964350" y="1148200"/>
              <a:ext cx="427150" cy="226525"/>
            </a:xfrm>
            <a:custGeom>
              <a:rect b="b" l="l" r="r" t="t"/>
              <a:pathLst>
                <a:path extrusionOk="0" h="9061" w="17086">
                  <a:moveTo>
                    <a:pt x="16491" y="0"/>
                  </a:moveTo>
                  <a:lnTo>
                    <a:pt x="10502" y="3227"/>
                  </a:lnTo>
                  <a:lnTo>
                    <a:pt x="10252" y="3358"/>
                  </a:lnTo>
                  <a:lnTo>
                    <a:pt x="6025" y="5655"/>
                  </a:lnTo>
                  <a:lnTo>
                    <a:pt x="5739" y="5798"/>
                  </a:lnTo>
                  <a:lnTo>
                    <a:pt x="358" y="8703"/>
                  </a:lnTo>
                  <a:lnTo>
                    <a:pt x="72" y="8846"/>
                  </a:lnTo>
                  <a:cubicBezTo>
                    <a:pt x="24" y="8882"/>
                    <a:pt x="0" y="8930"/>
                    <a:pt x="0" y="8965"/>
                  </a:cubicBezTo>
                  <a:lnTo>
                    <a:pt x="72" y="8965"/>
                  </a:lnTo>
                  <a:cubicBezTo>
                    <a:pt x="143" y="8989"/>
                    <a:pt x="203" y="9013"/>
                    <a:pt x="262" y="9061"/>
                  </a:cubicBezTo>
                  <a:lnTo>
                    <a:pt x="6013" y="5953"/>
                  </a:lnTo>
                  <a:lnTo>
                    <a:pt x="6299" y="5798"/>
                  </a:lnTo>
                  <a:lnTo>
                    <a:pt x="6846" y="5536"/>
                  </a:lnTo>
                  <a:lnTo>
                    <a:pt x="6846" y="5501"/>
                  </a:lnTo>
                  <a:cubicBezTo>
                    <a:pt x="6867" y="5378"/>
                    <a:pt x="6975" y="5291"/>
                    <a:pt x="7095" y="5291"/>
                  </a:cubicBezTo>
                  <a:cubicBezTo>
                    <a:pt x="7115" y="5291"/>
                    <a:pt x="7136" y="5293"/>
                    <a:pt x="7156" y="5298"/>
                  </a:cubicBezTo>
                  <a:cubicBezTo>
                    <a:pt x="7192" y="5298"/>
                    <a:pt x="7216" y="5310"/>
                    <a:pt x="7227" y="5322"/>
                  </a:cubicBezTo>
                  <a:lnTo>
                    <a:pt x="10204" y="3715"/>
                  </a:lnTo>
                  <a:cubicBezTo>
                    <a:pt x="10246" y="3609"/>
                    <a:pt x="10344" y="3532"/>
                    <a:pt x="10457" y="3532"/>
                  </a:cubicBezTo>
                  <a:cubicBezTo>
                    <a:pt x="10472" y="3532"/>
                    <a:pt x="10487" y="3533"/>
                    <a:pt x="10502" y="3536"/>
                  </a:cubicBezTo>
                  <a:lnTo>
                    <a:pt x="10525" y="3536"/>
                  </a:lnTo>
                  <a:lnTo>
                    <a:pt x="10656" y="3465"/>
                  </a:lnTo>
                  <a:lnTo>
                    <a:pt x="170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3321825" y="1432750"/>
              <a:ext cx="8375" cy="4325"/>
            </a:xfrm>
            <a:custGeom>
              <a:rect b="b" l="l" r="r" t="t"/>
              <a:pathLst>
                <a:path extrusionOk="0" h="173" w="335">
                  <a:moveTo>
                    <a:pt x="13" y="0"/>
                  </a:moveTo>
                  <a:lnTo>
                    <a:pt x="13" y="0"/>
                  </a:lnTo>
                  <a:cubicBezTo>
                    <a:pt x="1" y="60"/>
                    <a:pt x="13" y="119"/>
                    <a:pt x="60" y="143"/>
                  </a:cubicBezTo>
                  <a:cubicBezTo>
                    <a:pt x="85" y="163"/>
                    <a:pt x="116" y="173"/>
                    <a:pt x="147" y="173"/>
                  </a:cubicBezTo>
                  <a:cubicBezTo>
                    <a:pt x="189" y="173"/>
                    <a:pt x="230" y="154"/>
                    <a:pt x="251" y="119"/>
                  </a:cubicBezTo>
                  <a:lnTo>
                    <a:pt x="334" y="24"/>
                  </a:lnTo>
                  <a:lnTo>
                    <a:pt x="334" y="24"/>
                  </a:lnTo>
                  <a:cubicBezTo>
                    <a:pt x="291" y="42"/>
                    <a:pt x="234" y="53"/>
                    <a:pt x="184" y="53"/>
                  </a:cubicBezTo>
                  <a:cubicBezTo>
                    <a:pt x="165" y="53"/>
                    <a:pt x="148" y="51"/>
                    <a:pt x="132" y="48"/>
                  </a:cubicBezTo>
                  <a:cubicBezTo>
                    <a:pt x="96" y="24"/>
                    <a:pt x="48" y="12"/>
                    <a:pt x="1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3335825" y="1148200"/>
              <a:ext cx="226825" cy="267000"/>
            </a:xfrm>
            <a:custGeom>
              <a:rect b="b" l="l" r="r" t="t"/>
              <a:pathLst>
                <a:path extrusionOk="0" h="10680" w="9073">
                  <a:moveTo>
                    <a:pt x="8704" y="0"/>
                  </a:moveTo>
                  <a:lnTo>
                    <a:pt x="6442" y="2774"/>
                  </a:lnTo>
                  <a:lnTo>
                    <a:pt x="6251" y="3000"/>
                  </a:lnTo>
                  <a:lnTo>
                    <a:pt x="0" y="10680"/>
                  </a:lnTo>
                  <a:lnTo>
                    <a:pt x="0" y="10680"/>
                  </a:lnTo>
                  <a:lnTo>
                    <a:pt x="560" y="10442"/>
                  </a:lnTo>
                  <a:lnTo>
                    <a:pt x="6442" y="3227"/>
                  </a:lnTo>
                  <a:lnTo>
                    <a:pt x="6620" y="3000"/>
                  </a:lnTo>
                  <a:lnTo>
                    <a:pt x="907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5"/>
            <p:cNvSpPr/>
            <p:nvPr/>
          </p:nvSpPr>
          <p:spPr>
            <a:xfrm>
              <a:off x="3867725" y="1148200"/>
              <a:ext cx="46775" cy="39000"/>
            </a:xfrm>
            <a:custGeom>
              <a:rect b="b" l="l" r="r" t="t"/>
              <a:pathLst>
                <a:path extrusionOk="0" h="1560" w="1871">
                  <a:moveTo>
                    <a:pt x="1" y="0"/>
                  </a:moveTo>
                  <a:lnTo>
                    <a:pt x="1668" y="1560"/>
                  </a:lnTo>
                  <a:cubicBezTo>
                    <a:pt x="1727" y="1488"/>
                    <a:pt x="1787" y="1429"/>
                    <a:pt x="1870" y="1381"/>
                  </a:cubicBezTo>
                  <a:lnTo>
                    <a:pt x="41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5"/>
            <p:cNvSpPr/>
            <p:nvPr/>
          </p:nvSpPr>
          <p:spPr>
            <a:xfrm>
              <a:off x="3688250" y="1330350"/>
              <a:ext cx="105100" cy="114625"/>
            </a:xfrm>
            <a:custGeom>
              <a:rect b="b" l="l" r="r" t="t"/>
              <a:pathLst>
                <a:path extrusionOk="0" h="4585" w="4204">
                  <a:moveTo>
                    <a:pt x="4156" y="1"/>
                  </a:moveTo>
                  <a:lnTo>
                    <a:pt x="0" y="4406"/>
                  </a:lnTo>
                  <a:cubicBezTo>
                    <a:pt x="84" y="4454"/>
                    <a:pt x="143" y="4513"/>
                    <a:pt x="179" y="4585"/>
                  </a:cubicBezTo>
                  <a:lnTo>
                    <a:pt x="238" y="4573"/>
                  </a:lnTo>
                  <a:lnTo>
                    <a:pt x="4203" y="370"/>
                  </a:lnTo>
                  <a:lnTo>
                    <a:pt x="415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3798375" y="1205350"/>
              <a:ext cx="116125" cy="127400"/>
            </a:xfrm>
            <a:custGeom>
              <a:rect b="b" l="l" r="r" t="t"/>
              <a:pathLst>
                <a:path extrusionOk="0" h="5096" w="4645">
                  <a:moveTo>
                    <a:pt x="4442" y="0"/>
                  </a:moveTo>
                  <a:lnTo>
                    <a:pt x="1" y="4715"/>
                  </a:lnTo>
                  <a:lnTo>
                    <a:pt x="48" y="5096"/>
                  </a:lnTo>
                  <a:lnTo>
                    <a:pt x="4644" y="191"/>
                  </a:lnTo>
                  <a:cubicBezTo>
                    <a:pt x="4561" y="155"/>
                    <a:pt x="4489" y="95"/>
                    <a:pt x="444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3335825" y="1313675"/>
              <a:ext cx="235775" cy="107500"/>
            </a:xfrm>
            <a:custGeom>
              <a:rect b="b" l="l" r="r" t="t"/>
              <a:pathLst>
                <a:path extrusionOk="0" h="4300" w="9431">
                  <a:moveTo>
                    <a:pt x="9132" y="1"/>
                  </a:moveTo>
                  <a:lnTo>
                    <a:pt x="560" y="3823"/>
                  </a:lnTo>
                  <a:lnTo>
                    <a:pt x="0" y="4073"/>
                  </a:lnTo>
                  <a:cubicBezTo>
                    <a:pt x="48" y="4132"/>
                    <a:pt x="84" y="4204"/>
                    <a:pt x="96" y="4287"/>
                  </a:cubicBezTo>
                  <a:lnTo>
                    <a:pt x="215" y="4299"/>
                  </a:lnTo>
                  <a:lnTo>
                    <a:pt x="9311" y="239"/>
                  </a:lnTo>
                  <a:lnTo>
                    <a:pt x="9430" y="179"/>
                  </a:lnTo>
                  <a:cubicBezTo>
                    <a:pt x="9406" y="179"/>
                    <a:pt x="9382" y="185"/>
                    <a:pt x="9359" y="185"/>
                  </a:cubicBezTo>
                  <a:cubicBezTo>
                    <a:pt x="9347" y="185"/>
                    <a:pt x="9335" y="183"/>
                    <a:pt x="9323" y="179"/>
                  </a:cubicBezTo>
                  <a:cubicBezTo>
                    <a:pt x="9216" y="168"/>
                    <a:pt x="9144" y="84"/>
                    <a:pt x="9132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5"/>
            <p:cNvSpPr/>
            <p:nvPr/>
          </p:nvSpPr>
          <p:spPr>
            <a:xfrm>
              <a:off x="3573950" y="1221400"/>
              <a:ext cx="200050" cy="95575"/>
            </a:xfrm>
            <a:custGeom>
              <a:rect b="b" l="l" r="r" t="t"/>
              <a:pathLst>
                <a:path extrusionOk="0" h="3823" w="8002">
                  <a:moveTo>
                    <a:pt x="7894" y="1"/>
                  </a:moveTo>
                  <a:lnTo>
                    <a:pt x="4739" y="1418"/>
                  </a:lnTo>
                  <a:cubicBezTo>
                    <a:pt x="4751" y="1453"/>
                    <a:pt x="4751" y="1489"/>
                    <a:pt x="4739" y="1537"/>
                  </a:cubicBezTo>
                  <a:cubicBezTo>
                    <a:pt x="4708" y="1659"/>
                    <a:pt x="4608" y="1747"/>
                    <a:pt x="4490" y="1747"/>
                  </a:cubicBezTo>
                  <a:cubicBezTo>
                    <a:pt x="4470" y="1747"/>
                    <a:pt x="4450" y="1744"/>
                    <a:pt x="4429" y="1739"/>
                  </a:cubicBezTo>
                  <a:cubicBezTo>
                    <a:pt x="4346" y="1727"/>
                    <a:pt x="4287" y="1680"/>
                    <a:pt x="4251" y="1620"/>
                  </a:cubicBezTo>
                  <a:lnTo>
                    <a:pt x="48" y="3478"/>
                  </a:lnTo>
                  <a:cubicBezTo>
                    <a:pt x="108" y="3537"/>
                    <a:pt x="131" y="3597"/>
                    <a:pt x="108" y="3656"/>
                  </a:cubicBezTo>
                  <a:cubicBezTo>
                    <a:pt x="96" y="3739"/>
                    <a:pt x="72" y="3775"/>
                    <a:pt x="0" y="3823"/>
                  </a:cubicBezTo>
                  <a:lnTo>
                    <a:pt x="48" y="3811"/>
                  </a:lnTo>
                  <a:lnTo>
                    <a:pt x="8001" y="263"/>
                  </a:lnTo>
                  <a:cubicBezTo>
                    <a:pt x="7942" y="191"/>
                    <a:pt x="7894" y="108"/>
                    <a:pt x="789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5"/>
            <p:cNvSpPr/>
            <p:nvPr/>
          </p:nvSpPr>
          <p:spPr>
            <a:xfrm>
              <a:off x="3336725" y="1420550"/>
              <a:ext cx="327425" cy="35725"/>
            </a:xfrm>
            <a:custGeom>
              <a:rect b="b" l="l" r="r" t="t"/>
              <a:pathLst>
                <a:path extrusionOk="0" h="1429" w="13097">
                  <a:moveTo>
                    <a:pt x="48" y="0"/>
                  </a:moveTo>
                  <a:cubicBezTo>
                    <a:pt x="60" y="36"/>
                    <a:pt x="60" y="95"/>
                    <a:pt x="48" y="155"/>
                  </a:cubicBezTo>
                  <a:cubicBezTo>
                    <a:pt x="36" y="203"/>
                    <a:pt x="12" y="250"/>
                    <a:pt x="0" y="274"/>
                  </a:cubicBezTo>
                  <a:lnTo>
                    <a:pt x="13073" y="1429"/>
                  </a:lnTo>
                  <a:cubicBezTo>
                    <a:pt x="13073" y="1369"/>
                    <a:pt x="13073" y="1286"/>
                    <a:pt x="13085" y="1215"/>
                  </a:cubicBezTo>
                  <a:cubicBezTo>
                    <a:pt x="13085" y="1191"/>
                    <a:pt x="13097" y="1167"/>
                    <a:pt x="13097" y="1143"/>
                  </a:cubicBezTo>
                  <a:lnTo>
                    <a:pt x="167" y="1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5"/>
            <p:cNvSpPr/>
            <p:nvPr/>
          </p:nvSpPr>
          <p:spPr>
            <a:xfrm>
              <a:off x="3331050" y="1428575"/>
              <a:ext cx="531350" cy="595650"/>
            </a:xfrm>
            <a:custGeom>
              <a:rect b="b" l="l" r="r" t="t"/>
              <a:pathLst>
                <a:path extrusionOk="0" h="23826" w="21254">
                  <a:moveTo>
                    <a:pt x="227" y="1"/>
                  </a:moveTo>
                  <a:cubicBezTo>
                    <a:pt x="179" y="96"/>
                    <a:pt x="96" y="155"/>
                    <a:pt x="1" y="179"/>
                  </a:cubicBezTo>
                  <a:lnTo>
                    <a:pt x="21027" y="23825"/>
                  </a:lnTo>
                  <a:cubicBezTo>
                    <a:pt x="21099" y="23754"/>
                    <a:pt x="21170" y="23694"/>
                    <a:pt x="21254" y="23646"/>
                  </a:cubicBezTo>
                  <a:lnTo>
                    <a:pt x="22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5"/>
            <p:cNvSpPr/>
            <p:nvPr/>
          </p:nvSpPr>
          <p:spPr>
            <a:xfrm>
              <a:off x="3684975" y="1465200"/>
              <a:ext cx="135150" cy="215225"/>
            </a:xfrm>
            <a:custGeom>
              <a:rect b="b" l="l" r="r" t="t"/>
              <a:pathLst>
                <a:path extrusionOk="0" h="8609" w="5406">
                  <a:moveTo>
                    <a:pt x="239" y="0"/>
                  </a:moveTo>
                  <a:cubicBezTo>
                    <a:pt x="179" y="72"/>
                    <a:pt x="96" y="119"/>
                    <a:pt x="0" y="143"/>
                  </a:cubicBezTo>
                  <a:lnTo>
                    <a:pt x="5168" y="8608"/>
                  </a:lnTo>
                  <a:cubicBezTo>
                    <a:pt x="5239" y="8549"/>
                    <a:pt x="5311" y="8513"/>
                    <a:pt x="5406" y="8465"/>
                  </a:cubicBezTo>
                  <a:lnTo>
                    <a:pt x="23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3807000" y="1404475"/>
              <a:ext cx="1525" cy="1800"/>
            </a:xfrm>
            <a:custGeom>
              <a:rect b="b" l="l" r="r" t="t"/>
              <a:pathLst>
                <a:path extrusionOk="0" h="72" w="61">
                  <a:moveTo>
                    <a:pt x="49" y="0"/>
                  </a:moveTo>
                  <a:lnTo>
                    <a:pt x="1" y="12"/>
                  </a:lnTo>
                  <a:cubicBezTo>
                    <a:pt x="33" y="23"/>
                    <a:pt x="56" y="53"/>
                    <a:pt x="60" y="67"/>
                  </a:cubicBezTo>
                  <a:lnTo>
                    <a:pt x="60" y="67"/>
                  </a:lnTo>
                  <a:lnTo>
                    <a:pt x="49" y="0"/>
                  </a:lnTo>
                  <a:close/>
                  <a:moveTo>
                    <a:pt x="60" y="67"/>
                  </a:moveTo>
                  <a:lnTo>
                    <a:pt x="60" y="72"/>
                  </a:lnTo>
                  <a:cubicBezTo>
                    <a:pt x="60" y="71"/>
                    <a:pt x="60" y="69"/>
                    <a:pt x="60" y="67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3802850" y="1412200"/>
              <a:ext cx="39600" cy="263150"/>
            </a:xfrm>
            <a:custGeom>
              <a:rect b="b" l="l" r="r" t="t"/>
              <a:pathLst>
                <a:path extrusionOk="0" h="10526" w="1584">
                  <a:moveTo>
                    <a:pt x="274" y="1"/>
                  </a:moveTo>
                  <a:cubicBezTo>
                    <a:pt x="226" y="108"/>
                    <a:pt x="119" y="179"/>
                    <a:pt x="0" y="179"/>
                  </a:cubicBezTo>
                  <a:lnTo>
                    <a:pt x="1298" y="10478"/>
                  </a:lnTo>
                  <a:cubicBezTo>
                    <a:pt x="1358" y="10478"/>
                    <a:pt x="1417" y="10478"/>
                    <a:pt x="1477" y="10490"/>
                  </a:cubicBezTo>
                  <a:cubicBezTo>
                    <a:pt x="1512" y="10490"/>
                    <a:pt x="1536" y="10502"/>
                    <a:pt x="1572" y="10526"/>
                  </a:cubicBezTo>
                  <a:cubicBezTo>
                    <a:pt x="1584" y="10502"/>
                    <a:pt x="1584" y="10478"/>
                    <a:pt x="1584" y="10443"/>
                  </a:cubicBezTo>
                  <a:lnTo>
                    <a:pt x="27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3779925" y="1231525"/>
              <a:ext cx="27400" cy="168800"/>
            </a:xfrm>
            <a:custGeom>
              <a:rect b="b" l="l" r="r" t="t"/>
              <a:pathLst>
                <a:path extrusionOk="0" h="6752" w="1096">
                  <a:moveTo>
                    <a:pt x="262" y="1"/>
                  </a:moveTo>
                  <a:cubicBezTo>
                    <a:pt x="219" y="18"/>
                    <a:pt x="162" y="29"/>
                    <a:pt x="107" y="29"/>
                  </a:cubicBezTo>
                  <a:cubicBezTo>
                    <a:pt x="87" y="29"/>
                    <a:pt x="67" y="28"/>
                    <a:pt x="48" y="25"/>
                  </a:cubicBezTo>
                  <a:cubicBezTo>
                    <a:pt x="24" y="25"/>
                    <a:pt x="12" y="13"/>
                    <a:pt x="0" y="13"/>
                  </a:cubicBezTo>
                  <a:lnTo>
                    <a:pt x="489" y="3954"/>
                  </a:lnTo>
                  <a:lnTo>
                    <a:pt x="536" y="4323"/>
                  </a:lnTo>
                  <a:lnTo>
                    <a:pt x="834" y="6752"/>
                  </a:lnTo>
                  <a:lnTo>
                    <a:pt x="1096" y="6633"/>
                  </a:lnTo>
                  <a:lnTo>
                    <a:pt x="774" y="4061"/>
                  </a:lnTo>
                  <a:lnTo>
                    <a:pt x="727" y="3680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3692700" y="1340475"/>
              <a:ext cx="254525" cy="111350"/>
            </a:xfrm>
            <a:custGeom>
              <a:rect b="b" l="l" r="r" t="t"/>
              <a:pathLst>
                <a:path extrusionOk="0" h="4454" w="10181">
                  <a:moveTo>
                    <a:pt x="10086" y="0"/>
                  </a:moveTo>
                  <a:lnTo>
                    <a:pt x="4585" y="2275"/>
                  </a:lnTo>
                  <a:lnTo>
                    <a:pt x="4323" y="2394"/>
                  </a:lnTo>
                  <a:lnTo>
                    <a:pt x="60" y="4180"/>
                  </a:lnTo>
                  <a:lnTo>
                    <a:pt x="1" y="4180"/>
                  </a:lnTo>
                  <a:cubicBezTo>
                    <a:pt x="49" y="4251"/>
                    <a:pt x="96" y="4346"/>
                    <a:pt x="108" y="4453"/>
                  </a:cubicBezTo>
                  <a:lnTo>
                    <a:pt x="4168" y="2751"/>
                  </a:lnTo>
                  <a:lnTo>
                    <a:pt x="4168" y="2727"/>
                  </a:lnTo>
                  <a:cubicBezTo>
                    <a:pt x="4202" y="2593"/>
                    <a:pt x="4319" y="2512"/>
                    <a:pt x="4461" y="2512"/>
                  </a:cubicBezTo>
                  <a:cubicBezTo>
                    <a:pt x="4470" y="2512"/>
                    <a:pt x="4480" y="2512"/>
                    <a:pt x="4490" y="2513"/>
                  </a:cubicBezTo>
                  <a:cubicBezTo>
                    <a:pt x="4525" y="2525"/>
                    <a:pt x="4573" y="2548"/>
                    <a:pt x="4609" y="2572"/>
                  </a:cubicBezTo>
                  <a:lnTo>
                    <a:pt x="4644" y="2560"/>
                  </a:lnTo>
                  <a:lnTo>
                    <a:pt x="10181" y="250"/>
                  </a:lnTo>
                  <a:lnTo>
                    <a:pt x="10121" y="203"/>
                  </a:lnTo>
                  <a:lnTo>
                    <a:pt x="10109" y="191"/>
                  </a:lnTo>
                  <a:lnTo>
                    <a:pt x="10109" y="179"/>
                  </a:lnTo>
                  <a:cubicBezTo>
                    <a:pt x="10109" y="179"/>
                    <a:pt x="10109" y="167"/>
                    <a:pt x="10097" y="167"/>
                  </a:cubicBezTo>
                  <a:lnTo>
                    <a:pt x="10097" y="143"/>
                  </a:lnTo>
                  <a:lnTo>
                    <a:pt x="10097" y="131"/>
                  </a:lnTo>
                  <a:lnTo>
                    <a:pt x="10097" y="119"/>
                  </a:lnTo>
                  <a:lnTo>
                    <a:pt x="10097" y="108"/>
                  </a:lnTo>
                  <a:lnTo>
                    <a:pt x="100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3949600" y="1148200"/>
              <a:ext cx="145275" cy="193775"/>
            </a:xfrm>
            <a:custGeom>
              <a:rect b="b" l="l" r="r" t="t"/>
              <a:pathLst>
                <a:path extrusionOk="0" h="7751" w="5811">
                  <a:moveTo>
                    <a:pt x="5477" y="0"/>
                  </a:moveTo>
                  <a:lnTo>
                    <a:pt x="0" y="7418"/>
                  </a:lnTo>
                  <a:lnTo>
                    <a:pt x="48" y="7703"/>
                  </a:lnTo>
                  <a:lnTo>
                    <a:pt x="119" y="7751"/>
                  </a:lnTo>
                  <a:lnTo>
                    <a:pt x="581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3922500" y="1210400"/>
              <a:ext cx="28300" cy="133075"/>
            </a:xfrm>
            <a:custGeom>
              <a:rect b="b" l="l" r="r" t="t"/>
              <a:pathLst>
                <a:path extrusionOk="0" h="5323" w="1132">
                  <a:moveTo>
                    <a:pt x="274" y="0"/>
                  </a:moveTo>
                  <a:cubicBezTo>
                    <a:pt x="191" y="48"/>
                    <a:pt x="96" y="60"/>
                    <a:pt x="1" y="60"/>
                  </a:cubicBezTo>
                  <a:lnTo>
                    <a:pt x="846" y="5203"/>
                  </a:lnTo>
                  <a:lnTo>
                    <a:pt x="855" y="5273"/>
                  </a:lnTo>
                  <a:lnTo>
                    <a:pt x="855" y="5273"/>
                  </a:lnTo>
                  <a:cubicBezTo>
                    <a:pt x="858" y="5248"/>
                    <a:pt x="871" y="5226"/>
                    <a:pt x="894" y="5203"/>
                  </a:cubicBezTo>
                  <a:cubicBezTo>
                    <a:pt x="916" y="5166"/>
                    <a:pt x="963" y="5142"/>
                    <a:pt x="1009" y="5142"/>
                  </a:cubicBezTo>
                  <a:cubicBezTo>
                    <a:pt x="1036" y="5142"/>
                    <a:pt x="1062" y="5150"/>
                    <a:pt x="1084" y="5168"/>
                  </a:cubicBezTo>
                  <a:lnTo>
                    <a:pt x="1132" y="5203"/>
                  </a:lnTo>
                  <a:lnTo>
                    <a:pt x="1084" y="4930"/>
                  </a:lnTo>
                  <a:lnTo>
                    <a:pt x="274" y="0"/>
                  </a:lnTo>
                  <a:close/>
                  <a:moveTo>
                    <a:pt x="855" y="5273"/>
                  </a:moveTo>
                  <a:cubicBezTo>
                    <a:pt x="852" y="5288"/>
                    <a:pt x="853" y="5304"/>
                    <a:pt x="858" y="5322"/>
                  </a:cubicBezTo>
                  <a:lnTo>
                    <a:pt x="858" y="5299"/>
                  </a:lnTo>
                  <a:lnTo>
                    <a:pt x="855" y="527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4062400" y="1422025"/>
              <a:ext cx="82475" cy="66100"/>
            </a:xfrm>
            <a:custGeom>
              <a:rect b="b" l="l" r="r" t="t"/>
              <a:pathLst>
                <a:path extrusionOk="0" h="2644" w="3299">
                  <a:moveTo>
                    <a:pt x="84" y="1"/>
                  </a:moveTo>
                  <a:lnTo>
                    <a:pt x="1" y="298"/>
                  </a:lnTo>
                  <a:lnTo>
                    <a:pt x="3299" y="2644"/>
                  </a:lnTo>
                  <a:lnTo>
                    <a:pt x="3299" y="2299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3943925" y="1338950"/>
              <a:ext cx="113725" cy="85775"/>
            </a:xfrm>
            <a:custGeom>
              <a:rect b="b" l="l" r="r" t="t"/>
              <a:pathLst>
                <a:path extrusionOk="0" h="3431" w="4549">
                  <a:moveTo>
                    <a:pt x="152" y="0"/>
                  </a:moveTo>
                  <a:cubicBezTo>
                    <a:pt x="106" y="0"/>
                    <a:pt x="59" y="24"/>
                    <a:pt x="37" y="61"/>
                  </a:cubicBezTo>
                  <a:cubicBezTo>
                    <a:pt x="1" y="85"/>
                    <a:pt x="1" y="133"/>
                    <a:pt x="1" y="180"/>
                  </a:cubicBezTo>
                  <a:lnTo>
                    <a:pt x="1" y="192"/>
                  </a:lnTo>
                  <a:lnTo>
                    <a:pt x="1" y="204"/>
                  </a:lnTo>
                  <a:lnTo>
                    <a:pt x="1" y="216"/>
                  </a:lnTo>
                  <a:cubicBezTo>
                    <a:pt x="1" y="216"/>
                    <a:pt x="1" y="240"/>
                    <a:pt x="13" y="240"/>
                  </a:cubicBezTo>
                  <a:lnTo>
                    <a:pt x="13" y="252"/>
                  </a:lnTo>
                  <a:lnTo>
                    <a:pt x="37" y="264"/>
                  </a:lnTo>
                  <a:lnTo>
                    <a:pt x="96" y="311"/>
                  </a:lnTo>
                  <a:lnTo>
                    <a:pt x="4466" y="3431"/>
                  </a:lnTo>
                  <a:lnTo>
                    <a:pt x="4549" y="3157"/>
                  </a:lnTo>
                  <a:lnTo>
                    <a:pt x="310" y="121"/>
                  </a:lnTo>
                  <a:lnTo>
                    <a:pt x="239" y="73"/>
                  </a:lnTo>
                  <a:lnTo>
                    <a:pt x="227" y="26"/>
                  </a:lnTo>
                  <a:cubicBezTo>
                    <a:pt x="205" y="8"/>
                    <a:pt x="179" y="0"/>
                    <a:pt x="1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3988275" y="1670575"/>
              <a:ext cx="3300" cy="2400"/>
            </a:xfrm>
            <a:custGeom>
              <a:rect b="b" l="l" r="r" t="t"/>
              <a:pathLst>
                <a:path extrusionOk="0" h="96" w="132">
                  <a:moveTo>
                    <a:pt x="25" y="0"/>
                  </a:moveTo>
                  <a:lnTo>
                    <a:pt x="1" y="96"/>
                  </a:lnTo>
                  <a:cubicBezTo>
                    <a:pt x="60" y="96"/>
                    <a:pt x="120" y="72"/>
                    <a:pt x="132" y="12"/>
                  </a:cubicBezTo>
                  <a:cubicBezTo>
                    <a:pt x="108" y="12"/>
                    <a:pt x="72" y="12"/>
                    <a:pt x="2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3997500" y="1148200"/>
              <a:ext cx="147075" cy="480725"/>
            </a:xfrm>
            <a:custGeom>
              <a:rect b="b" l="l" r="r" t="t"/>
              <a:pathLst>
                <a:path extrusionOk="0" h="19229" w="5883">
                  <a:moveTo>
                    <a:pt x="5585" y="0"/>
                  </a:moveTo>
                  <a:lnTo>
                    <a:pt x="2442" y="10775"/>
                  </a:lnTo>
                  <a:lnTo>
                    <a:pt x="2358" y="11049"/>
                  </a:lnTo>
                  <a:lnTo>
                    <a:pt x="1" y="19133"/>
                  </a:lnTo>
                  <a:cubicBezTo>
                    <a:pt x="96" y="19145"/>
                    <a:pt x="191" y="19181"/>
                    <a:pt x="275" y="19229"/>
                  </a:cubicBezTo>
                  <a:lnTo>
                    <a:pt x="2597" y="11228"/>
                  </a:lnTo>
                  <a:lnTo>
                    <a:pt x="2680" y="10954"/>
                  </a:lnTo>
                  <a:lnTo>
                    <a:pt x="588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3833500" y="1736350"/>
              <a:ext cx="39925" cy="281600"/>
            </a:xfrm>
            <a:custGeom>
              <a:rect b="b" l="l" r="r" t="t"/>
              <a:pathLst>
                <a:path extrusionOk="0" h="11264" w="1597">
                  <a:moveTo>
                    <a:pt x="286" y="1"/>
                  </a:moveTo>
                  <a:cubicBezTo>
                    <a:pt x="214" y="37"/>
                    <a:pt x="148" y="53"/>
                    <a:pt x="73" y="53"/>
                  </a:cubicBezTo>
                  <a:cubicBezTo>
                    <a:pt x="50" y="53"/>
                    <a:pt x="26" y="51"/>
                    <a:pt x="1" y="48"/>
                  </a:cubicBezTo>
                  <a:lnTo>
                    <a:pt x="1" y="48"/>
                  </a:lnTo>
                  <a:lnTo>
                    <a:pt x="1310" y="11264"/>
                  </a:lnTo>
                  <a:cubicBezTo>
                    <a:pt x="1369" y="11256"/>
                    <a:pt x="1428" y="11247"/>
                    <a:pt x="1487" y="11247"/>
                  </a:cubicBezTo>
                  <a:cubicBezTo>
                    <a:pt x="1511" y="11247"/>
                    <a:pt x="1536" y="11249"/>
                    <a:pt x="1560" y="11252"/>
                  </a:cubicBezTo>
                  <a:lnTo>
                    <a:pt x="1596" y="112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3873400" y="1667900"/>
              <a:ext cx="115500" cy="351550"/>
            </a:xfrm>
            <a:custGeom>
              <a:rect b="b" l="l" r="r" t="t"/>
              <a:pathLst>
                <a:path extrusionOk="0" h="14062" w="4620">
                  <a:moveTo>
                    <a:pt x="4358" y="0"/>
                  </a:moveTo>
                  <a:lnTo>
                    <a:pt x="0" y="14014"/>
                  </a:lnTo>
                  <a:cubicBezTo>
                    <a:pt x="36" y="14038"/>
                    <a:pt x="71" y="14038"/>
                    <a:pt x="119" y="14062"/>
                  </a:cubicBezTo>
                  <a:lnTo>
                    <a:pt x="417" y="13657"/>
                  </a:lnTo>
                  <a:lnTo>
                    <a:pt x="4596" y="226"/>
                  </a:lnTo>
                  <a:lnTo>
                    <a:pt x="4620" y="107"/>
                  </a:lnTo>
                  <a:cubicBezTo>
                    <a:pt x="4536" y="84"/>
                    <a:pt x="4441" y="60"/>
                    <a:pt x="435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4009425" y="1573825"/>
              <a:ext cx="135450" cy="64925"/>
            </a:xfrm>
            <a:custGeom>
              <a:rect b="b" l="l" r="r" t="t"/>
              <a:pathLst>
                <a:path extrusionOk="0" h="2597" w="5418">
                  <a:moveTo>
                    <a:pt x="5418" y="1"/>
                  </a:moveTo>
                  <a:lnTo>
                    <a:pt x="0" y="2358"/>
                  </a:lnTo>
                  <a:cubicBezTo>
                    <a:pt x="72" y="2442"/>
                    <a:pt x="131" y="2525"/>
                    <a:pt x="167" y="2596"/>
                  </a:cubicBezTo>
                  <a:lnTo>
                    <a:pt x="5418" y="310"/>
                  </a:lnTo>
                  <a:lnTo>
                    <a:pt x="541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3864450" y="1649725"/>
              <a:ext cx="108075" cy="53925"/>
            </a:xfrm>
            <a:custGeom>
              <a:rect b="b" l="l" r="r" t="t"/>
              <a:pathLst>
                <a:path extrusionOk="0" h="2157" w="4323">
                  <a:moveTo>
                    <a:pt x="4263" y="1"/>
                  </a:moveTo>
                  <a:lnTo>
                    <a:pt x="1" y="1870"/>
                  </a:lnTo>
                  <a:cubicBezTo>
                    <a:pt x="25" y="1966"/>
                    <a:pt x="37" y="2061"/>
                    <a:pt x="37" y="2156"/>
                  </a:cubicBezTo>
                  <a:lnTo>
                    <a:pt x="4323" y="275"/>
                  </a:lnTo>
                  <a:cubicBezTo>
                    <a:pt x="4299" y="191"/>
                    <a:pt x="4263" y="96"/>
                    <a:pt x="426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3876375" y="1648550"/>
              <a:ext cx="268500" cy="374775"/>
            </a:xfrm>
            <a:custGeom>
              <a:rect b="b" l="l" r="r" t="t"/>
              <a:pathLst>
                <a:path extrusionOk="0" h="14991" w="10740">
                  <a:moveTo>
                    <a:pt x="10740" y="0"/>
                  </a:moveTo>
                  <a:lnTo>
                    <a:pt x="298" y="14419"/>
                  </a:lnTo>
                  <a:lnTo>
                    <a:pt x="0" y="14824"/>
                  </a:lnTo>
                  <a:cubicBezTo>
                    <a:pt x="83" y="14859"/>
                    <a:pt x="155" y="14919"/>
                    <a:pt x="214" y="14990"/>
                  </a:cubicBezTo>
                  <a:lnTo>
                    <a:pt x="10740" y="477"/>
                  </a:lnTo>
                  <a:lnTo>
                    <a:pt x="1074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3970725" y="1626200"/>
              <a:ext cx="44675" cy="45050"/>
            </a:xfrm>
            <a:custGeom>
              <a:rect b="b" l="l" r="r" t="t"/>
              <a:pathLst>
                <a:path extrusionOk="0" h="1802" w="1787">
                  <a:moveTo>
                    <a:pt x="842" y="1"/>
                  </a:moveTo>
                  <a:cubicBezTo>
                    <a:pt x="463" y="1"/>
                    <a:pt x="105" y="307"/>
                    <a:pt x="12" y="728"/>
                  </a:cubicBezTo>
                  <a:cubicBezTo>
                    <a:pt x="0" y="799"/>
                    <a:pt x="0" y="882"/>
                    <a:pt x="0" y="954"/>
                  </a:cubicBezTo>
                  <a:cubicBezTo>
                    <a:pt x="0" y="1061"/>
                    <a:pt x="36" y="1144"/>
                    <a:pt x="60" y="1240"/>
                  </a:cubicBezTo>
                  <a:cubicBezTo>
                    <a:pt x="131" y="1430"/>
                    <a:pt x="262" y="1573"/>
                    <a:pt x="453" y="1680"/>
                  </a:cubicBezTo>
                  <a:cubicBezTo>
                    <a:pt x="524" y="1728"/>
                    <a:pt x="608" y="1752"/>
                    <a:pt x="715" y="1787"/>
                  </a:cubicBezTo>
                  <a:cubicBezTo>
                    <a:pt x="750" y="1787"/>
                    <a:pt x="786" y="1799"/>
                    <a:pt x="822" y="1799"/>
                  </a:cubicBezTo>
                  <a:cubicBezTo>
                    <a:pt x="844" y="1801"/>
                    <a:pt x="867" y="1802"/>
                    <a:pt x="889" y="1802"/>
                  </a:cubicBezTo>
                  <a:cubicBezTo>
                    <a:pt x="1304" y="1802"/>
                    <a:pt x="1683" y="1491"/>
                    <a:pt x="1751" y="1073"/>
                  </a:cubicBezTo>
                  <a:cubicBezTo>
                    <a:pt x="1786" y="871"/>
                    <a:pt x="1751" y="680"/>
                    <a:pt x="1679" y="525"/>
                  </a:cubicBezTo>
                  <a:cubicBezTo>
                    <a:pt x="1643" y="430"/>
                    <a:pt x="1596" y="359"/>
                    <a:pt x="1512" y="287"/>
                  </a:cubicBezTo>
                  <a:cubicBezTo>
                    <a:pt x="1453" y="228"/>
                    <a:pt x="1382" y="168"/>
                    <a:pt x="1298" y="120"/>
                  </a:cubicBezTo>
                  <a:cubicBezTo>
                    <a:pt x="1215" y="73"/>
                    <a:pt x="1120" y="49"/>
                    <a:pt x="1024" y="25"/>
                  </a:cubicBezTo>
                  <a:cubicBezTo>
                    <a:pt x="964" y="9"/>
                    <a:pt x="902" y="1"/>
                    <a:pt x="84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3799275" y="1673800"/>
              <a:ext cx="66400" cy="63775"/>
            </a:xfrm>
            <a:custGeom>
              <a:rect b="b" l="l" r="r" t="t"/>
              <a:pathLst>
                <a:path extrusionOk="0" h="2551" w="2656">
                  <a:moveTo>
                    <a:pt x="1366" y="0"/>
                  </a:moveTo>
                  <a:cubicBezTo>
                    <a:pt x="1186" y="0"/>
                    <a:pt x="1002" y="38"/>
                    <a:pt x="846" y="121"/>
                  </a:cubicBezTo>
                  <a:cubicBezTo>
                    <a:pt x="762" y="169"/>
                    <a:pt x="679" y="205"/>
                    <a:pt x="608" y="264"/>
                  </a:cubicBezTo>
                  <a:cubicBezTo>
                    <a:pt x="369" y="443"/>
                    <a:pt x="191" y="717"/>
                    <a:pt x="131" y="1038"/>
                  </a:cubicBezTo>
                  <a:cubicBezTo>
                    <a:pt x="0" y="1729"/>
                    <a:pt x="465" y="2396"/>
                    <a:pt x="1143" y="2527"/>
                  </a:cubicBezTo>
                  <a:cubicBezTo>
                    <a:pt x="1215" y="2550"/>
                    <a:pt x="1286" y="2550"/>
                    <a:pt x="1370" y="2550"/>
                  </a:cubicBezTo>
                  <a:cubicBezTo>
                    <a:pt x="1453" y="2550"/>
                    <a:pt x="1560" y="2527"/>
                    <a:pt x="1643" y="2515"/>
                  </a:cubicBezTo>
                  <a:cubicBezTo>
                    <a:pt x="2120" y="2407"/>
                    <a:pt x="2525" y="2026"/>
                    <a:pt x="2632" y="1503"/>
                  </a:cubicBezTo>
                  <a:cubicBezTo>
                    <a:pt x="2644" y="1395"/>
                    <a:pt x="2655" y="1300"/>
                    <a:pt x="2644" y="1193"/>
                  </a:cubicBezTo>
                  <a:cubicBezTo>
                    <a:pt x="2644" y="1086"/>
                    <a:pt x="2620" y="1003"/>
                    <a:pt x="2596" y="907"/>
                  </a:cubicBezTo>
                  <a:cubicBezTo>
                    <a:pt x="2489" y="502"/>
                    <a:pt x="2144" y="169"/>
                    <a:pt x="1715" y="50"/>
                  </a:cubicBezTo>
                  <a:cubicBezTo>
                    <a:pt x="1679" y="26"/>
                    <a:pt x="1655" y="26"/>
                    <a:pt x="1620" y="14"/>
                  </a:cubicBezTo>
                  <a:cubicBezTo>
                    <a:pt x="1560" y="2"/>
                    <a:pt x="1501" y="2"/>
                    <a:pt x="1441" y="2"/>
                  </a:cubicBezTo>
                  <a:cubicBezTo>
                    <a:pt x="1416" y="1"/>
                    <a:pt x="1391" y="0"/>
                    <a:pt x="136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2952150" y="1372925"/>
              <a:ext cx="24425" cy="22850"/>
            </a:xfrm>
            <a:custGeom>
              <a:rect b="b" l="l" r="r" t="t"/>
              <a:pathLst>
                <a:path extrusionOk="0" h="914" w="977">
                  <a:moveTo>
                    <a:pt x="488" y="0"/>
                  </a:moveTo>
                  <a:cubicBezTo>
                    <a:pt x="262" y="0"/>
                    <a:pt x="72" y="143"/>
                    <a:pt x="36" y="369"/>
                  </a:cubicBezTo>
                  <a:cubicBezTo>
                    <a:pt x="0" y="619"/>
                    <a:pt x="155" y="857"/>
                    <a:pt x="417" y="905"/>
                  </a:cubicBezTo>
                  <a:cubicBezTo>
                    <a:pt x="446" y="911"/>
                    <a:pt x="474" y="913"/>
                    <a:pt x="503" y="913"/>
                  </a:cubicBezTo>
                  <a:cubicBezTo>
                    <a:pt x="719" y="913"/>
                    <a:pt x="911" y="757"/>
                    <a:pt x="953" y="536"/>
                  </a:cubicBezTo>
                  <a:cubicBezTo>
                    <a:pt x="977" y="357"/>
                    <a:pt x="905" y="191"/>
                    <a:pt x="774" y="84"/>
                  </a:cubicBezTo>
                  <a:cubicBezTo>
                    <a:pt x="715" y="36"/>
                    <a:pt x="655" y="12"/>
                    <a:pt x="57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3905825" y="1180125"/>
              <a:ext cx="33975" cy="32075"/>
            </a:xfrm>
            <a:custGeom>
              <a:rect b="b" l="l" r="r" t="t"/>
              <a:pathLst>
                <a:path extrusionOk="0" h="1283" w="1359">
                  <a:moveTo>
                    <a:pt x="669" y="0"/>
                  </a:moveTo>
                  <a:cubicBezTo>
                    <a:pt x="558" y="0"/>
                    <a:pt x="445" y="29"/>
                    <a:pt x="346" y="92"/>
                  </a:cubicBezTo>
                  <a:cubicBezTo>
                    <a:pt x="263" y="128"/>
                    <a:pt x="203" y="211"/>
                    <a:pt x="144" y="283"/>
                  </a:cubicBezTo>
                  <a:cubicBezTo>
                    <a:pt x="96" y="354"/>
                    <a:pt x="48" y="426"/>
                    <a:pt x="37" y="521"/>
                  </a:cubicBezTo>
                  <a:cubicBezTo>
                    <a:pt x="1" y="699"/>
                    <a:pt x="48" y="878"/>
                    <a:pt x="144" y="1009"/>
                  </a:cubicBezTo>
                  <a:cubicBezTo>
                    <a:pt x="203" y="1104"/>
                    <a:pt x="275" y="1164"/>
                    <a:pt x="346" y="1200"/>
                  </a:cubicBezTo>
                  <a:cubicBezTo>
                    <a:pt x="406" y="1235"/>
                    <a:pt x="465" y="1259"/>
                    <a:pt x="549" y="1259"/>
                  </a:cubicBezTo>
                  <a:cubicBezTo>
                    <a:pt x="584" y="1283"/>
                    <a:pt x="632" y="1283"/>
                    <a:pt x="668" y="1283"/>
                  </a:cubicBezTo>
                  <a:cubicBezTo>
                    <a:pt x="763" y="1283"/>
                    <a:pt x="858" y="1247"/>
                    <a:pt x="941" y="1223"/>
                  </a:cubicBezTo>
                  <a:cubicBezTo>
                    <a:pt x="1120" y="1128"/>
                    <a:pt x="1263" y="961"/>
                    <a:pt x="1287" y="759"/>
                  </a:cubicBezTo>
                  <a:cubicBezTo>
                    <a:pt x="1358" y="414"/>
                    <a:pt x="1120" y="68"/>
                    <a:pt x="775" y="9"/>
                  </a:cubicBezTo>
                  <a:cubicBezTo>
                    <a:pt x="740" y="3"/>
                    <a:pt x="705" y="0"/>
                    <a:pt x="66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3663250" y="1438025"/>
              <a:ext cx="32175" cy="31950"/>
            </a:xfrm>
            <a:custGeom>
              <a:rect b="b" l="l" r="r" t="t"/>
              <a:pathLst>
                <a:path extrusionOk="0" h="1278" w="1287">
                  <a:moveTo>
                    <a:pt x="636" y="1"/>
                  </a:moveTo>
                  <a:cubicBezTo>
                    <a:pt x="545" y="1"/>
                    <a:pt x="457" y="26"/>
                    <a:pt x="381" y="51"/>
                  </a:cubicBezTo>
                  <a:cubicBezTo>
                    <a:pt x="286" y="99"/>
                    <a:pt x="215" y="158"/>
                    <a:pt x="155" y="230"/>
                  </a:cubicBezTo>
                  <a:cubicBezTo>
                    <a:pt x="95" y="289"/>
                    <a:pt x="60" y="373"/>
                    <a:pt x="36" y="456"/>
                  </a:cubicBezTo>
                  <a:cubicBezTo>
                    <a:pt x="36" y="468"/>
                    <a:pt x="24" y="504"/>
                    <a:pt x="24" y="528"/>
                  </a:cubicBezTo>
                  <a:cubicBezTo>
                    <a:pt x="0" y="611"/>
                    <a:pt x="0" y="682"/>
                    <a:pt x="24" y="742"/>
                  </a:cubicBezTo>
                  <a:cubicBezTo>
                    <a:pt x="60" y="1004"/>
                    <a:pt x="262" y="1218"/>
                    <a:pt x="548" y="1266"/>
                  </a:cubicBezTo>
                  <a:cubicBezTo>
                    <a:pt x="584" y="1274"/>
                    <a:pt x="622" y="1278"/>
                    <a:pt x="660" y="1278"/>
                  </a:cubicBezTo>
                  <a:cubicBezTo>
                    <a:pt x="737" y="1278"/>
                    <a:pt x="814" y="1262"/>
                    <a:pt x="869" y="1230"/>
                  </a:cubicBezTo>
                  <a:cubicBezTo>
                    <a:pt x="965" y="1206"/>
                    <a:pt x="1048" y="1147"/>
                    <a:pt x="1108" y="1087"/>
                  </a:cubicBezTo>
                  <a:cubicBezTo>
                    <a:pt x="1203" y="992"/>
                    <a:pt x="1262" y="873"/>
                    <a:pt x="1274" y="742"/>
                  </a:cubicBezTo>
                  <a:cubicBezTo>
                    <a:pt x="1286" y="682"/>
                    <a:pt x="1286" y="611"/>
                    <a:pt x="1274" y="551"/>
                  </a:cubicBezTo>
                  <a:cubicBezTo>
                    <a:pt x="1262" y="456"/>
                    <a:pt x="1227" y="349"/>
                    <a:pt x="1167" y="278"/>
                  </a:cubicBezTo>
                  <a:cubicBezTo>
                    <a:pt x="1119" y="206"/>
                    <a:pt x="1060" y="147"/>
                    <a:pt x="988" y="99"/>
                  </a:cubicBezTo>
                  <a:cubicBezTo>
                    <a:pt x="917" y="51"/>
                    <a:pt x="846" y="27"/>
                    <a:pt x="750" y="16"/>
                  </a:cubicBezTo>
                  <a:cubicBezTo>
                    <a:pt x="712" y="5"/>
                    <a:pt x="674" y="1"/>
                    <a:pt x="6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3771300" y="1209975"/>
              <a:ext cx="23525" cy="22375"/>
            </a:xfrm>
            <a:custGeom>
              <a:rect b="b" l="l" r="r" t="t"/>
              <a:pathLst>
                <a:path extrusionOk="0" h="895" w="941">
                  <a:moveTo>
                    <a:pt x="474" y="1"/>
                  </a:moveTo>
                  <a:cubicBezTo>
                    <a:pt x="258" y="1"/>
                    <a:pt x="56" y="167"/>
                    <a:pt x="12" y="363"/>
                  </a:cubicBezTo>
                  <a:cubicBezTo>
                    <a:pt x="12" y="398"/>
                    <a:pt x="0" y="446"/>
                    <a:pt x="0" y="470"/>
                  </a:cubicBezTo>
                  <a:cubicBezTo>
                    <a:pt x="0" y="577"/>
                    <a:pt x="48" y="660"/>
                    <a:pt x="107" y="744"/>
                  </a:cubicBezTo>
                  <a:cubicBezTo>
                    <a:pt x="167" y="779"/>
                    <a:pt x="238" y="839"/>
                    <a:pt x="334" y="875"/>
                  </a:cubicBezTo>
                  <a:cubicBezTo>
                    <a:pt x="345" y="875"/>
                    <a:pt x="357" y="887"/>
                    <a:pt x="369" y="887"/>
                  </a:cubicBezTo>
                  <a:cubicBezTo>
                    <a:pt x="409" y="891"/>
                    <a:pt x="444" y="894"/>
                    <a:pt x="477" y="894"/>
                  </a:cubicBezTo>
                  <a:cubicBezTo>
                    <a:pt x="524" y="894"/>
                    <a:pt x="566" y="889"/>
                    <a:pt x="607" y="875"/>
                  </a:cubicBezTo>
                  <a:cubicBezTo>
                    <a:pt x="762" y="815"/>
                    <a:pt x="881" y="696"/>
                    <a:pt x="893" y="529"/>
                  </a:cubicBezTo>
                  <a:cubicBezTo>
                    <a:pt x="941" y="291"/>
                    <a:pt x="774" y="53"/>
                    <a:pt x="536" y="6"/>
                  </a:cubicBezTo>
                  <a:cubicBezTo>
                    <a:pt x="515" y="2"/>
                    <a:pt x="495" y="1"/>
                    <a:pt x="47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3896300" y="1404575"/>
              <a:ext cx="24750" cy="22450"/>
            </a:xfrm>
            <a:custGeom>
              <a:rect b="b" l="l" r="r" t="t"/>
              <a:pathLst>
                <a:path extrusionOk="0" h="898" w="990">
                  <a:moveTo>
                    <a:pt x="502" y="0"/>
                  </a:moveTo>
                  <a:cubicBezTo>
                    <a:pt x="294" y="0"/>
                    <a:pt x="102" y="155"/>
                    <a:pt x="60" y="365"/>
                  </a:cubicBezTo>
                  <a:cubicBezTo>
                    <a:pt x="1" y="603"/>
                    <a:pt x="168" y="842"/>
                    <a:pt x="418" y="889"/>
                  </a:cubicBezTo>
                  <a:cubicBezTo>
                    <a:pt x="445" y="895"/>
                    <a:pt x="473" y="897"/>
                    <a:pt x="500" y="897"/>
                  </a:cubicBezTo>
                  <a:cubicBezTo>
                    <a:pt x="708" y="897"/>
                    <a:pt x="899" y="743"/>
                    <a:pt x="941" y="532"/>
                  </a:cubicBezTo>
                  <a:cubicBezTo>
                    <a:pt x="989" y="294"/>
                    <a:pt x="822" y="56"/>
                    <a:pt x="584" y="8"/>
                  </a:cubicBezTo>
                  <a:cubicBezTo>
                    <a:pt x="557" y="3"/>
                    <a:pt x="529" y="0"/>
                    <a:pt x="50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3314975" y="1411675"/>
              <a:ext cx="23550" cy="22800"/>
            </a:xfrm>
            <a:custGeom>
              <a:rect b="b" l="l" r="r" t="t"/>
              <a:pathLst>
                <a:path extrusionOk="0" h="912" w="942">
                  <a:moveTo>
                    <a:pt x="485" y="1"/>
                  </a:moveTo>
                  <a:cubicBezTo>
                    <a:pt x="456" y="1"/>
                    <a:pt x="430" y="4"/>
                    <a:pt x="406" y="10"/>
                  </a:cubicBezTo>
                  <a:cubicBezTo>
                    <a:pt x="322" y="22"/>
                    <a:pt x="227" y="81"/>
                    <a:pt x="156" y="141"/>
                  </a:cubicBezTo>
                  <a:cubicBezTo>
                    <a:pt x="96" y="200"/>
                    <a:pt x="60" y="272"/>
                    <a:pt x="49" y="367"/>
                  </a:cubicBezTo>
                  <a:cubicBezTo>
                    <a:pt x="1" y="570"/>
                    <a:pt x="108" y="772"/>
                    <a:pt x="287" y="855"/>
                  </a:cubicBezTo>
                  <a:cubicBezTo>
                    <a:pt x="334" y="867"/>
                    <a:pt x="358" y="891"/>
                    <a:pt x="406" y="903"/>
                  </a:cubicBezTo>
                  <a:cubicBezTo>
                    <a:pt x="441" y="909"/>
                    <a:pt x="474" y="912"/>
                    <a:pt x="505" y="912"/>
                  </a:cubicBezTo>
                  <a:cubicBezTo>
                    <a:pt x="537" y="912"/>
                    <a:pt x="566" y="909"/>
                    <a:pt x="596" y="903"/>
                  </a:cubicBezTo>
                  <a:cubicBezTo>
                    <a:pt x="620" y="903"/>
                    <a:pt x="632" y="891"/>
                    <a:pt x="644" y="891"/>
                  </a:cubicBezTo>
                  <a:cubicBezTo>
                    <a:pt x="739" y="831"/>
                    <a:pt x="822" y="772"/>
                    <a:pt x="870" y="677"/>
                  </a:cubicBezTo>
                  <a:cubicBezTo>
                    <a:pt x="870" y="665"/>
                    <a:pt x="882" y="653"/>
                    <a:pt x="882" y="653"/>
                  </a:cubicBezTo>
                  <a:cubicBezTo>
                    <a:pt x="906" y="605"/>
                    <a:pt x="918" y="570"/>
                    <a:pt x="930" y="534"/>
                  </a:cubicBezTo>
                  <a:cubicBezTo>
                    <a:pt x="942" y="474"/>
                    <a:pt x="942" y="427"/>
                    <a:pt x="930" y="367"/>
                  </a:cubicBezTo>
                  <a:cubicBezTo>
                    <a:pt x="918" y="296"/>
                    <a:pt x="882" y="212"/>
                    <a:pt x="834" y="153"/>
                  </a:cubicBezTo>
                  <a:cubicBezTo>
                    <a:pt x="787" y="81"/>
                    <a:pt x="680" y="22"/>
                    <a:pt x="572" y="10"/>
                  </a:cubicBezTo>
                  <a:cubicBezTo>
                    <a:pt x="543" y="4"/>
                    <a:pt x="513" y="1"/>
                    <a:pt x="48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3166450" y="1148200"/>
              <a:ext cx="18475" cy="4700"/>
            </a:xfrm>
            <a:custGeom>
              <a:rect b="b" l="l" r="r" t="t"/>
              <a:pathLst>
                <a:path extrusionOk="0" h="188" w="739">
                  <a:moveTo>
                    <a:pt x="1" y="0"/>
                  </a:moveTo>
                  <a:cubicBezTo>
                    <a:pt x="60" y="83"/>
                    <a:pt x="155" y="155"/>
                    <a:pt x="275" y="179"/>
                  </a:cubicBezTo>
                  <a:cubicBezTo>
                    <a:pt x="304" y="185"/>
                    <a:pt x="334" y="188"/>
                    <a:pt x="364" y="188"/>
                  </a:cubicBezTo>
                  <a:cubicBezTo>
                    <a:pt x="394" y="188"/>
                    <a:pt x="423" y="185"/>
                    <a:pt x="453" y="179"/>
                  </a:cubicBezTo>
                  <a:cubicBezTo>
                    <a:pt x="548" y="155"/>
                    <a:pt x="632" y="95"/>
                    <a:pt x="691" y="24"/>
                  </a:cubicBezTo>
                  <a:cubicBezTo>
                    <a:pt x="715" y="24"/>
                    <a:pt x="727" y="12"/>
                    <a:pt x="73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2536325" y="1386900"/>
              <a:ext cx="23825" cy="22275"/>
            </a:xfrm>
            <a:custGeom>
              <a:rect b="b" l="l" r="r" t="t"/>
              <a:pathLst>
                <a:path extrusionOk="0" h="891" w="953">
                  <a:moveTo>
                    <a:pt x="512" y="1"/>
                  </a:moveTo>
                  <a:cubicBezTo>
                    <a:pt x="405" y="1"/>
                    <a:pt x="322" y="25"/>
                    <a:pt x="238" y="72"/>
                  </a:cubicBezTo>
                  <a:cubicBezTo>
                    <a:pt x="143" y="132"/>
                    <a:pt x="84" y="239"/>
                    <a:pt x="48" y="358"/>
                  </a:cubicBezTo>
                  <a:cubicBezTo>
                    <a:pt x="0" y="596"/>
                    <a:pt x="167" y="834"/>
                    <a:pt x="405" y="882"/>
                  </a:cubicBezTo>
                  <a:cubicBezTo>
                    <a:pt x="432" y="887"/>
                    <a:pt x="460" y="890"/>
                    <a:pt x="487" y="890"/>
                  </a:cubicBezTo>
                  <a:cubicBezTo>
                    <a:pt x="696" y="890"/>
                    <a:pt x="887" y="735"/>
                    <a:pt x="929" y="525"/>
                  </a:cubicBezTo>
                  <a:cubicBezTo>
                    <a:pt x="953" y="370"/>
                    <a:pt x="917" y="227"/>
                    <a:pt x="810" y="120"/>
                  </a:cubicBezTo>
                  <a:cubicBezTo>
                    <a:pt x="750" y="72"/>
                    <a:pt x="655" y="37"/>
                    <a:pt x="56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3852550" y="2017750"/>
              <a:ext cx="33950" cy="31775"/>
            </a:xfrm>
            <a:custGeom>
              <a:rect b="b" l="l" r="r" t="t"/>
              <a:pathLst>
                <a:path extrusionOk="0" h="1271" w="1358">
                  <a:moveTo>
                    <a:pt x="691" y="0"/>
                  </a:moveTo>
                  <a:cubicBezTo>
                    <a:pt x="640" y="0"/>
                    <a:pt x="590" y="6"/>
                    <a:pt x="548" y="20"/>
                  </a:cubicBezTo>
                  <a:cubicBezTo>
                    <a:pt x="489" y="44"/>
                    <a:pt x="441" y="56"/>
                    <a:pt x="394" y="79"/>
                  </a:cubicBezTo>
                  <a:cubicBezTo>
                    <a:pt x="310" y="127"/>
                    <a:pt x="227" y="187"/>
                    <a:pt x="191" y="258"/>
                  </a:cubicBezTo>
                  <a:cubicBezTo>
                    <a:pt x="132" y="341"/>
                    <a:pt x="84" y="425"/>
                    <a:pt x="72" y="520"/>
                  </a:cubicBezTo>
                  <a:cubicBezTo>
                    <a:pt x="1" y="853"/>
                    <a:pt x="239" y="1199"/>
                    <a:pt x="572" y="1258"/>
                  </a:cubicBezTo>
                  <a:cubicBezTo>
                    <a:pt x="614" y="1267"/>
                    <a:pt x="655" y="1271"/>
                    <a:pt x="696" y="1271"/>
                  </a:cubicBezTo>
                  <a:cubicBezTo>
                    <a:pt x="996" y="1271"/>
                    <a:pt x="1270" y="1051"/>
                    <a:pt x="1322" y="758"/>
                  </a:cubicBezTo>
                  <a:cubicBezTo>
                    <a:pt x="1358" y="556"/>
                    <a:pt x="1310" y="365"/>
                    <a:pt x="1191" y="234"/>
                  </a:cubicBezTo>
                  <a:cubicBezTo>
                    <a:pt x="1108" y="163"/>
                    <a:pt x="1036" y="91"/>
                    <a:pt x="953" y="56"/>
                  </a:cubicBezTo>
                  <a:cubicBezTo>
                    <a:pt x="917" y="44"/>
                    <a:pt x="870" y="20"/>
                    <a:pt x="834" y="8"/>
                  </a:cubicBezTo>
                  <a:lnTo>
                    <a:pt x="798" y="8"/>
                  </a:lnTo>
                  <a:cubicBezTo>
                    <a:pt x="764" y="3"/>
                    <a:pt x="727" y="0"/>
                    <a:pt x="69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3796600" y="1402900"/>
              <a:ext cx="13700" cy="13525"/>
            </a:xfrm>
            <a:custGeom>
              <a:rect b="b" l="l" r="r" t="t"/>
              <a:pathLst>
                <a:path extrusionOk="0" h="541" w="548">
                  <a:moveTo>
                    <a:pt x="290" y="0"/>
                  </a:moveTo>
                  <a:cubicBezTo>
                    <a:pt x="164" y="0"/>
                    <a:pt x="55" y="89"/>
                    <a:pt x="12" y="206"/>
                  </a:cubicBezTo>
                  <a:lnTo>
                    <a:pt x="12" y="242"/>
                  </a:lnTo>
                  <a:cubicBezTo>
                    <a:pt x="0" y="397"/>
                    <a:pt x="72" y="528"/>
                    <a:pt x="226" y="540"/>
                  </a:cubicBezTo>
                  <a:lnTo>
                    <a:pt x="250" y="540"/>
                  </a:lnTo>
                  <a:cubicBezTo>
                    <a:pt x="259" y="540"/>
                    <a:pt x="267" y="541"/>
                    <a:pt x="276" y="541"/>
                  </a:cubicBezTo>
                  <a:cubicBezTo>
                    <a:pt x="385" y="541"/>
                    <a:pt x="480" y="471"/>
                    <a:pt x="524" y="361"/>
                  </a:cubicBezTo>
                  <a:cubicBezTo>
                    <a:pt x="524" y="349"/>
                    <a:pt x="536" y="325"/>
                    <a:pt x="536" y="313"/>
                  </a:cubicBezTo>
                  <a:cubicBezTo>
                    <a:pt x="548" y="242"/>
                    <a:pt x="536" y="170"/>
                    <a:pt x="488" y="123"/>
                  </a:cubicBezTo>
                  <a:cubicBezTo>
                    <a:pt x="476" y="99"/>
                    <a:pt x="465" y="87"/>
                    <a:pt x="453" y="63"/>
                  </a:cubicBezTo>
                  <a:cubicBezTo>
                    <a:pt x="417" y="28"/>
                    <a:pt x="369" y="16"/>
                    <a:pt x="334" y="4"/>
                  </a:cubicBezTo>
                  <a:cubicBezTo>
                    <a:pt x="319" y="1"/>
                    <a:pt x="304" y="0"/>
                    <a:pt x="29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3563825" y="1305250"/>
              <a:ext cx="12825" cy="13225"/>
            </a:xfrm>
            <a:custGeom>
              <a:rect b="b" l="l" r="r" t="t"/>
              <a:pathLst>
                <a:path extrusionOk="0" h="529" w="513">
                  <a:moveTo>
                    <a:pt x="253" y="0"/>
                  </a:moveTo>
                  <a:cubicBezTo>
                    <a:pt x="208" y="0"/>
                    <a:pt x="161" y="13"/>
                    <a:pt x="108" y="40"/>
                  </a:cubicBezTo>
                  <a:cubicBezTo>
                    <a:pt x="60" y="64"/>
                    <a:pt x="12" y="124"/>
                    <a:pt x="1" y="219"/>
                  </a:cubicBezTo>
                  <a:lnTo>
                    <a:pt x="1" y="338"/>
                  </a:lnTo>
                  <a:lnTo>
                    <a:pt x="1" y="350"/>
                  </a:lnTo>
                  <a:cubicBezTo>
                    <a:pt x="24" y="433"/>
                    <a:pt x="96" y="516"/>
                    <a:pt x="191" y="528"/>
                  </a:cubicBezTo>
                  <a:lnTo>
                    <a:pt x="298" y="528"/>
                  </a:lnTo>
                  <a:cubicBezTo>
                    <a:pt x="322" y="516"/>
                    <a:pt x="370" y="505"/>
                    <a:pt x="393" y="481"/>
                  </a:cubicBezTo>
                  <a:cubicBezTo>
                    <a:pt x="441" y="445"/>
                    <a:pt x="489" y="397"/>
                    <a:pt x="501" y="326"/>
                  </a:cubicBezTo>
                  <a:cubicBezTo>
                    <a:pt x="513" y="266"/>
                    <a:pt x="501" y="183"/>
                    <a:pt x="477" y="147"/>
                  </a:cubicBezTo>
                  <a:cubicBezTo>
                    <a:pt x="441" y="88"/>
                    <a:pt x="370" y="28"/>
                    <a:pt x="298" y="4"/>
                  </a:cubicBezTo>
                  <a:cubicBezTo>
                    <a:pt x="283" y="2"/>
                    <a:pt x="268" y="0"/>
                    <a:pt x="25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3679325" y="1251700"/>
              <a:ext cx="13400" cy="13375"/>
            </a:xfrm>
            <a:custGeom>
              <a:rect b="b" l="l" r="r" t="t"/>
              <a:pathLst>
                <a:path extrusionOk="0" h="535" w="536">
                  <a:moveTo>
                    <a:pt x="290" y="0"/>
                  </a:moveTo>
                  <a:cubicBezTo>
                    <a:pt x="155" y="0"/>
                    <a:pt x="46" y="99"/>
                    <a:pt x="24" y="218"/>
                  </a:cubicBezTo>
                  <a:cubicBezTo>
                    <a:pt x="0" y="289"/>
                    <a:pt x="24" y="349"/>
                    <a:pt x="48" y="408"/>
                  </a:cubicBezTo>
                  <a:cubicBezTo>
                    <a:pt x="95" y="468"/>
                    <a:pt x="155" y="515"/>
                    <a:pt x="226" y="527"/>
                  </a:cubicBezTo>
                  <a:cubicBezTo>
                    <a:pt x="248" y="532"/>
                    <a:pt x="270" y="535"/>
                    <a:pt x="291" y="535"/>
                  </a:cubicBezTo>
                  <a:cubicBezTo>
                    <a:pt x="416" y="535"/>
                    <a:pt x="516" y="447"/>
                    <a:pt x="536" y="325"/>
                  </a:cubicBezTo>
                  <a:lnTo>
                    <a:pt x="536" y="206"/>
                  </a:lnTo>
                  <a:cubicBezTo>
                    <a:pt x="512" y="111"/>
                    <a:pt x="441" y="39"/>
                    <a:pt x="334" y="3"/>
                  </a:cubicBezTo>
                  <a:cubicBezTo>
                    <a:pt x="319" y="1"/>
                    <a:pt x="304" y="0"/>
                    <a:pt x="29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3144725" y="1163875"/>
              <a:ext cx="14600" cy="13400"/>
            </a:xfrm>
            <a:custGeom>
              <a:rect b="b" l="l" r="r" t="t"/>
              <a:pathLst>
                <a:path extrusionOk="0" h="536" w="584">
                  <a:moveTo>
                    <a:pt x="294" y="0"/>
                  </a:moveTo>
                  <a:cubicBezTo>
                    <a:pt x="163" y="0"/>
                    <a:pt x="57" y="81"/>
                    <a:pt x="36" y="218"/>
                  </a:cubicBezTo>
                  <a:cubicBezTo>
                    <a:pt x="1" y="361"/>
                    <a:pt x="96" y="504"/>
                    <a:pt x="239" y="528"/>
                  </a:cubicBezTo>
                  <a:cubicBezTo>
                    <a:pt x="261" y="533"/>
                    <a:pt x="282" y="535"/>
                    <a:pt x="303" y="535"/>
                  </a:cubicBezTo>
                  <a:cubicBezTo>
                    <a:pt x="429" y="535"/>
                    <a:pt x="528" y="448"/>
                    <a:pt x="548" y="326"/>
                  </a:cubicBezTo>
                  <a:cubicBezTo>
                    <a:pt x="584" y="171"/>
                    <a:pt x="489" y="40"/>
                    <a:pt x="346" y="4"/>
                  </a:cubicBezTo>
                  <a:cubicBezTo>
                    <a:pt x="328" y="1"/>
                    <a:pt x="311" y="0"/>
                    <a:pt x="29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3218550" y="1236775"/>
              <a:ext cx="14300" cy="13050"/>
            </a:xfrm>
            <a:custGeom>
              <a:rect b="b" l="l" r="r" t="t"/>
              <a:pathLst>
                <a:path extrusionOk="0" h="522" w="572">
                  <a:moveTo>
                    <a:pt x="284" y="1"/>
                  </a:moveTo>
                  <a:cubicBezTo>
                    <a:pt x="173" y="1"/>
                    <a:pt x="78" y="69"/>
                    <a:pt x="36" y="184"/>
                  </a:cubicBezTo>
                  <a:cubicBezTo>
                    <a:pt x="36" y="207"/>
                    <a:pt x="24" y="219"/>
                    <a:pt x="24" y="219"/>
                  </a:cubicBezTo>
                  <a:cubicBezTo>
                    <a:pt x="0" y="350"/>
                    <a:pt x="84" y="481"/>
                    <a:pt x="238" y="517"/>
                  </a:cubicBezTo>
                  <a:cubicBezTo>
                    <a:pt x="255" y="520"/>
                    <a:pt x="272" y="521"/>
                    <a:pt x="289" y="521"/>
                  </a:cubicBezTo>
                  <a:cubicBezTo>
                    <a:pt x="343" y="521"/>
                    <a:pt x="395" y="506"/>
                    <a:pt x="441" y="469"/>
                  </a:cubicBezTo>
                  <a:cubicBezTo>
                    <a:pt x="488" y="422"/>
                    <a:pt x="536" y="386"/>
                    <a:pt x="548" y="303"/>
                  </a:cubicBezTo>
                  <a:cubicBezTo>
                    <a:pt x="572" y="172"/>
                    <a:pt x="488" y="41"/>
                    <a:pt x="357" y="5"/>
                  </a:cubicBezTo>
                  <a:lnTo>
                    <a:pt x="334" y="5"/>
                  </a:lnTo>
                  <a:cubicBezTo>
                    <a:pt x="317" y="2"/>
                    <a:pt x="300" y="1"/>
                    <a:pt x="28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3135200" y="1280250"/>
              <a:ext cx="13725" cy="13400"/>
            </a:xfrm>
            <a:custGeom>
              <a:rect b="b" l="l" r="r" t="t"/>
              <a:pathLst>
                <a:path extrusionOk="0" h="536" w="549">
                  <a:moveTo>
                    <a:pt x="277" y="0"/>
                  </a:moveTo>
                  <a:cubicBezTo>
                    <a:pt x="158" y="0"/>
                    <a:pt x="34" y="81"/>
                    <a:pt x="12" y="219"/>
                  </a:cubicBezTo>
                  <a:lnTo>
                    <a:pt x="12" y="242"/>
                  </a:lnTo>
                  <a:cubicBezTo>
                    <a:pt x="1" y="385"/>
                    <a:pt x="84" y="504"/>
                    <a:pt x="215" y="528"/>
                  </a:cubicBezTo>
                  <a:cubicBezTo>
                    <a:pt x="237" y="533"/>
                    <a:pt x="259" y="536"/>
                    <a:pt x="280" y="536"/>
                  </a:cubicBezTo>
                  <a:cubicBezTo>
                    <a:pt x="405" y="536"/>
                    <a:pt x="506" y="448"/>
                    <a:pt x="536" y="326"/>
                  </a:cubicBezTo>
                  <a:cubicBezTo>
                    <a:pt x="548" y="207"/>
                    <a:pt x="501" y="100"/>
                    <a:pt x="393" y="40"/>
                  </a:cubicBezTo>
                  <a:cubicBezTo>
                    <a:pt x="370" y="28"/>
                    <a:pt x="358" y="4"/>
                    <a:pt x="322" y="4"/>
                  </a:cubicBezTo>
                  <a:cubicBezTo>
                    <a:pt x="307" y="2"/>
                    <a:pt x="292" y="0"/>
                    <a:pt x="27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0" name="Google Shape;500;p15"/>
          <p:cNvSpPr txBox="1"/>
          <p:nvPr>
            <p:ph type="title"/>
          </p:nvPr>
        </p:nvSpPr>
        <p:spPr>
          <a:xfrm>
            <a:off x="768725" y="2303700"/>
            <a:ext cx="40896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01" name="Google Shape;501;p15"/>
          <p:cNvGrpSpPr/>
          <p:nvPr/>
        </p:nvGrpSpPr>
        <p:grpSpPr>
          <a:xfrm rot="10800000">
            <a:off x="-12" y="-3"/>
            <a:ext cx="3941609" cy="1021956"/>
            <a:chOff x="2582150" y="3714800"/>
            <a:chExt cx="2689050" cy="697200"/>
          </a:xfrm>
        </p:grpSpPr>
        <p:sp>
          <p:nvSpPr>
            <p:cNvPr id="502" name="Google Shape;502;p15"/>
            <p:cNvSpPr/>
            <p:nvPr/>
          </p:nvSpPr>
          <p:spPr>
            <a:xfrm>
              <a:off x="3636750" y="44021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3640625" y="4406925"/>
              <a:ext cx="19375" cy="4475"/>
            </a:xfrm>
            <a:custGeom>
              <a:rect b="b" l="l" r="r" t="t"/>
              <a:pathLst>
                <a:path extrusionOk="0" h="179" w="775">
                  <a:moveTo>
                    <a:pt x="393" y="0"/>
                  </a:moveTo>
                  <a:lnTo>
                    <a:pt x="36" y="108"/>
                  </a:lnTo>
                  <a:lnTo>
                    <a:pt x="0" y="179"/>
                  </a:lnTo>
                  <a:lnTo>
                    <a:pt x="774" y="17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3634075" y="4403950"/>
              <a:ext cx="25" cy="625"/>
            </a:xfrm>
            <a:custGeom>
              <a:rect b="b" l="l" r="r" t="t"/>
              <a:pathLst>
                <a:path extrusionOk="0" h="25" w="1">
                  <a:moveTo>
                    <a:pt x="0" y="24"/>
                  </a:moveTo>
                  <a:lnTo>
                    <a:pt x="0" y="24"/>
                  </a:lnTo>
                  <a:lnTo>
                    <a:pt x="0" y="24"/>
                  </a:ln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3635275" y="44030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3746875" y="4334600"/>
              <a:ext cx="142325" cy="46150"/>
            </a:xfrm>
            <a:custGeom>
              <a:rect b="b" l="l" r="r" t="t"/>
              <a:pathLst>
                <a:path extrusionOk="0" h="1846" w="5693">
                  <a:moveTo>
                    <a:pt x="5418" y="0"/>
                  </a:moveTo>
                  <a:lnTo>
                    <a:pt x="1" y="1488"/>
                  </a:lnTo>
                  <a:lnTo>
                    <a:pt x="1" y="1846"/>
                  </a:lnTo>
                  <a:lnTo>
                    <a:pt x="5692" y="262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3891850" y="4256600"/>
              <a:ext cx="273575" cy="81875"/>
            </a:xfrm>
            <a:custGeom>
              <a:rect b="b" l="l" r="r" t="t"/>
              <a:pathLst>
                <a:path extrusionOk="0" h="3275" w="10943">
                  <a:moveTo>
                    <a:pt x="10883" y="1"/>
                  </a:moveTo>
                  <a:lnTo>
                    <a:pt x="0" y="3013"/>
                  </a:lnTo>
                  <a:lnTo>
                    <a:pt x="286" y="3275"/>
                  </a:lnTo>
                  <a:lnTo>
                    <a:pt x="10883" y="358"/>
                  </a:lnTo>
                  <a:lnTo>
                    <a:pt x="10942" y="298"/>
                  </a:lnTo>
                  <a:cubicBezTo>
                    <a:pt x="10894" y="215"/>
                    <a:pt x="10883" y="108"/>
                    <a:pt x="1088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5"/>
            <p:cNvSpPr/>
            <p:nvPr/>
          </p:nvSpPr>
          <p:spPr>
            <a:xfrm>
              <a:off x="3634375" y="4403350"/>
              <a:ext cx="325" cy="325"/>
            </a:xfrm>
            <a:custGeom>
              <a:rect b="b" l="l" r="r" t="t"/>
              <a:pathLst>
                <a:path extrusionOk="0" h="13" w="13">
                  <a:moveTo>
                    <a:pt x="0" y="12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3635275" y="4402450"/>
              <a:ext cx="300" cy="625"/>
            </a:xfrm>
            <a:custGeom>
              <a:rect b="b" l="l" r="r" t="t"/>
              <a:pathLst>
                <a:path extrusionOk="0" h="25" w="12">
                  <a:moveTo>
                    <a:pt x="12" y="1"/>
                  </a:moveTo>
                  <a:cubicBezTo>
                    <a:pt x="12" y="1"/>
                    <a:pt x="0" y="25"/>
                    <a:pt x="12" y="1"/>
                  </a:cubicBez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3636750" y="4373575"/>
              <a:ext cx="101825" cy="35750"/>
            </a:xfrm>
            <a:custGeom>
              <a:rect b="b" l="l" r="r" t="t"/>
              <a:pathLst>
                <a:path extrusionOk="0" h="1430" w="4073">
                  <a:moveTo>
                    <a:pt x="4073" y="1"/>
                  </a:moveTo>
                  <a:lnTo>
                    <a:pt x="12" y="1120"/>
                  </a:lnTo>
                  <a:lnTo>
                    <a:pt x="1" y="1120"/>
                  </a:lnTo>
                  <a:cubicBezTo>
                    <a:pt x="24" y="1132"/>
                    <a:pt x="60" y="1132"/>
                    <a:pt x="96" y="1132"/>
                  </a:cubicBezTo>
                  <a:cubicBezTo>
                    <a:pt x="191" y="1156"/>
                    <a:pt x="251" y="1251"/>
                    <a:pt x="215" y="1334"/>
                  </a:cubicBezTo>
                  <a:lnTo>
                    <a:pt x="191" y="1430"/>
                  </a:lnTo>
                  <a:lnTo>
                    <a:pt x="548" y="1322"/>
                  </a:lnTo>
                  <a:lnTo>
                    <a:pt x="4061" y="358"/>
                  </a:lnTo>
                  <a:lnTo>
                    <a:pt x="40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3635850" y="4402150"/>
              <a:ext cx="925" cy="325"/>
            </a:xfrm>
            <a:custGeom>
              <a:rect b="b" l="l" r="r" t="t"/>
              <a:pathLst>
                <a:path extrusionOk="0" h="13" w="37">
                  <a:moveTo>
                    <a:pt x="37" y="1"/>
                  </a:moveTo>
                  <a:cubicBezTo>
                    <a:pt x="13" y="1"/>
                    <a:pt x="1" y="1"/>
                    <a:pt x="1" y="13"/>
                  </a:cubicBezTo>
                  <a:cubicBezTo>
                    <a:pt x="1" y="13"/>
                    <a:pt x="13" y="1"/>
                    <a:pt x="3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5"/>
            <p:cNvSpPr/>
            <p:nvPr/>
          </p:nvSpPr>
          <p:spPr>
            <a:xfrm>
              <a:off x="3634075" y="4403950"/>
              <a:ext cx="325" cy="925"/>
            </a:xfrm>
            <a:custGeom>
              <a:rect b="b" l="l" r="r" t="t"/>
              <a:pathLst>
                <a:path extrusionOk="0" h="37" w="13">
                  <a:moveTo>
                    <a:pt x="12" y="0"/>
                  </a:moveTo>
                  <a:lnTo>
                    <a:pt x="12" y="0"/>
                  </a:lnTo>
                  <a:cubicBezTo>
                    <a:pt x="6" y="14"/>
                    <a:pt x="3" y="19"/>
                    <a:pt x="1" y="24"/>
                  </a:cubicBezTo>
                  <a:lnTo>
                    <a:pt x="1" y="24"/>
                  </a:lnTo>
                  <a:cubicBezTo>
                    <a:pt x="12" y="24"/>
                    <a:pt x="12" y="23"/>
                    <a:pt x="12" y="0"/>
                  </a:cubicBezTo>
                  <a:close/>
                  <a:moveTo>
                    <a:pt x="1" y="24"/>
                  </a:moveTo>
                  <a:cubicBezTo>
                    <a:pt x="1" y="24"/>
                    <a:pt x="1" y="24"/>
                    <a:pt x="0" y="24"/>
                  </a:cubicBezTo>
                  <a:lnTo>
                    <a:pt x="0" y="36"/>
                  </a:lnTo>
                  <a:cubicBezTo>
                    <a:pt x="0" y="31"/>
                    <a:pt x="0" y="28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2599425" y="4199450"/>
              <a:ext cx="104800" cy="112250"/>
            </a:xfrm>
            <a:custGeom>
              <a:rect b="b" l="l" r="r" t="t"/>
              <a:pathLst>
                <a:path extrusionOk="0" h="4490" w="4192">
                  <a:moveTo>
                    <a:pt x="3929" y="1"/>
                  </a:moveTo>
                  <a:lnTo>
                    <a:pt x="0" y="4394"/>
                  </a:lnTo>
                  <a:cubicBezTo>
                    <a:pt x="84" y="4394"/>
                    <a:pt x="167" y="4430"/>
                    <a:pt x="250" y="4489"/>
                  </a:cubicBezTo>
                  <a:lnTo>
                    <a:pt x="417" y="4418"/>
                  </a:lnTo>
                  <a:lnTo>
                    <a:pt x="4191" y="203"/>
                  </a:lnTo>
                  <a:lnTo>
                    <a:pt x="39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2778900" y="4187850"/>
              <a:ext cx="124150" cy="53600"/>
            </a:xfrm>
            <a:custGeom>
              <a:rect b="b" l="l" r="r" t="t"/>
              <a:pathLst>
                <a:path extrusionOk="0" h="2144" w="4966">
                  <a:moveTo>
                    <a:pt x="4942" y="0"/>
                  </a:moveTo>
                  <a:cubicBezTo>
                    <a:pt x="4930" y="0"/>
                    <a:pt x="4918" y="0"/>
                    <a:pt x="4918" y="12"/>
                  </a:cubicBezTo>
                  <a:cubicBezTo>
                    <a:pt x="4930" y="12"/>
                    <a:pt x="4942" y="12"/>
                    <a:pt x="4942" y="0"/>
                  </a:cubicBezTo>
                  <a:close/>
                  <a:moveTo>
                    <a:pt x="4918" y="12"/>
                  </a:moveTo>
                  <a:lnTo>
                    <a:pt x="1" y="1834"/>
                  </a:lnTo>
                  <a:cubicBezTo>
                    <a:pt x="84" y="1917"/>
                    <a:pt x="120" y="2024"/>
                    <a:pt x="144" y="2143"/>
                  </a:cubicBezTo>
                  <a:lnTo>
                    <a:pt x="4966" y="358"/>
                  </a:lnTo>
                  <a:lnTo>
                    <a:pt x="4882" y="310"/>
                  </a:lnTo>
                  <a:cubicBezTo>
                    <a:pt x="4811" y="250"/>
                    <a:pt x="4799" y="155"/>
                    <a:pt x="4847" y="72"/>
                  </a:cubicBezTo>
                  <a:cubicBezTo>
                    <a:pt x="4859" y="48"/>
                    <a:pt x="4882" y="36"/>
                    <a:pt x="4918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2905125" y="4188150"/>
              <a:ext cx="900" cy="625"/>
            </a:xfrm>
            <a:custGeom>
              <a:rect b="b" l="l" r="r" t="t"/>
              <a:pathLst>
                <a:path extrusionOk="0" h="25" w="36">
                  <a:moveTo>
                    <a:pt x="0" y="0"/>
                  </a:moveTo>
                  <a:cubicBezTo>
                    <a:pt x="12" y="0"/>
                    <a:pt x="12" y="24"/>
                    <a:pt x="36" y="24"/>
                  </a:cubicBezTo>
                  <a:cubicBezTo>
                    <a:pt x="12" y="24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5"/>
            <p:cNvSpPr/>
            <p:nvPr/>
          </p:nvSpPr>
          <p:spPr>
            <a:xfrm>
              <a:off x="2903925" y="4187850"/>
              <a:ext cx="925" cy="25"/>
            </a:xfrm>
            <a:custGeom>
              <a:rect b="b" l="l" r="r" t="t"/>
              <a:pathLst>
                <a:path extrusionOk="0" h="1" w="37">
                  <a:moveTo>
                    <a:pt x="0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5"/>
            <p:cNvSpPr/>
            <p:nvPr/>
          </p:nvSpPr>
          <p:spPr>
            <a:xfrm>
              <a:off x="2903325" y="4187850"/>
              <a:ext cx="625" cy="25"/>
            </a:xfrm>
            <a:custGeom>
              <a:rect b="b" l="l" r="r" t="t"/>
              <a:pathLst>
                <a:path extrusionOk="0" h="1" w="25">
                  <a:moveTo>
                    <a:pt x="1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2906000" y="41887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5"/>
            <p:cNvSpPr/>
            <p:nvPr/>
          </p:nvSpPr>
          <p:spPr>
            <a:xfrm>
              <a:off x="2898575" y="4188150"/>
              <a:ext cx="179200" cy="127725"/>
            </a:xfrm>
            <a:custGeom>
              <a:rect b="b" l="l" r="r" t="t"/>
              <a:pathLst>
                <a:path extrusionOk="0" h="5109" w="7168">
                  <a:moveTo>
                    <a:pt x="155" y="0"/>
                  </a:moveTo>
                  <a:cubicBezTo>
                    <a:pt x="143" y="0"/>
                    <a:pt x="131" y="0"/>
                    <a:pt x="131" y="24"/>
                  </a:cubicBezTo>
                  <a:cubicBezTo>
                    <a:pt x="95" y="24"/>
                    <a:pt x="83" y="36"/>
                    <a:pt x="60" y="60"/>
                  </a:cubicBezTo>
                  <a:cubicBezTo>
                    <a:pt x="0" y="143"/>
                    <a:pt x="24" y="238"/>
                    <a:pt x="95" y="298"/>
                  </a:cubicBezTo>
                  <a:lnTo>
                    <a:pt x="179" y="346"/>
                  </a:lnTo>
                  <a:lnTo>
                    <a:pt x="7049" y="5108"/>
                  </a:lnTo>
                  <a:cubicBezTo>
                    <a:pt x="7049" y="5084"/>
                    <a:pt x="7037" y="5049"/>
                    <a:pt x="7037" y="5025"/>
                  </a:cubicBezTo>
                  <a:cubicBezTo>
                    <a:pt x="7049" y="4918"/>
                    <a:pt x="7096" y="4834"/>
                    <a:pt x="7168" y="4787"/>
                  </a:cubicBezTo>
                  <a:lnTo>
                    <a:pt x="298" y="24"/>
                  </a:lnTo>
                  <a:cubicBezTo>
                    <a:pt x="274" y="24"/>
                    <a:pt x="274" y="0"/>
                    <a:pt x="26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2605375" y="4242625"/>
              <a:ext cx="151825" cy="76225"/>
            </a:xfrm>
            <a:custGeom>
              <a:rect b="b" l="l" r="r" t="t"/>
              <a:pathLst>
                <a:path extrusionOk="0" h="3049" w="6073">
                  <a:moveTo>
                    <a:pt x="5870" y="0"/>
                  </a:moveTo>
                  <a:lnTo>
                    <a:pt x="155" y="2679"/>
                  </a:lnTo>
                  <a:lnTo>
                    <a:pt x="0" y="2750"/>
                  </a:lnTo>
                  <a:cubicBezTo>
                    <a:pt x="84" y="2822"/>
                    <a:pt x="143" y="2929"/>
                    <a:pt x="155" y="3048"/>
                  </a:cubicBezTo>
                  <a:lnTo>
                    <a:pt x="6073" y="286"/>
                  </a:lnTo>
                  <a:cubicBezTo>
                    <a:pt x="6037" y="226"/>
                    <a:pt x="6013" y="167"/>
                    <a:pt x="5989" y="107"/>
                  </a:cubicBezTo>
                  <a:lnTo>
                    <a:pt x="587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5"/>
            <p:cNvSpPr/>
            <p:nvPr/>
          </p:nvSpPr>
          <p:spPr>
            <a:xfrm>
              <a:off x="2768500" y="4252150"/>
              <a:ext cx="210450" cy="159250"/>
            </a:xfrm>
            <a:custGeom>
              <a:rect b="b" l="l" r="r" t="t"/>
              <a:pathLst>
                <a:path extrusionOk="0" h="6370" w="8418">
                  <a:moveTo>
                    <a:pt x="381" y="0"/>
                  </a:moveTo>
                  <a:cubicBezTo>
                    <a:pt x="286" y="95"/>
                    <a:pt x="155" y="155"/>
                    <a:pt x="0" y="155"/>
                  </a:cubicBezTo>
                  <a:lnTo>
                    <a:pt x="7858" y="6370"/>
                  </a:lnTo>
                  <a:lnTo>
                    <a:pt x="8418" y="637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5"/>
            <p:cNvSpPr/>
            <p:nvPr/>
          </p:nvSpPr>
          <p:spPr>
            <a:xfrm>
              <a:off x="2694975" y="4191125"/>
              <a:ext cx="62225" cy="54200"/>
            </a:xfrm>
            <a:custGeom>
              <a:rect b="b" l="l" r="r" t="t"/>
              <a:pathLst>
                <a:path extrusionOk="0" h="2168" w="2489">
                  <a:moveTo>
                    <a:pt x="131" y="0"/>
                  </a:moveTo>
                  <a:cubicBezTo>
                    <a:pt x="95" y="24"/>
                    <a:pt x="72" y="36"/>
                    <a:pt x="60" y="60"/>
                  </a:cubicBezTo>
                  <a:cubicBezTo>
                    <a:pt x="0" y="143"/>
                    <a:pt x="12" y="238"/>
                    <a:pt x="84" y="298"/>
                  </a:cubicBezTo>
                  <a:lnTo>
                    <a:pt x="107" y="322"/>
                  </a:lnTo>
                  <a:lnTo>
                    <a:pt x="369" y="524"/>
                  </a:lnTo>
                  <a:lnTo>
                    <a:pt x="2286" y="2060"/>
                  </a:lnTo>
                  <a:lnTo>
                    <a:pt x="2429" y="2167"/>
                  </a:lnTo>
                  <a:cubicBezTo>
                    <a:pt x="2405" y="2108"/>
                    <a:pt x="2405" y="2060"/>
                    <a:pt x="2405" y="2001"/>
                  </a:cubicBezTo>
                  <a:cubicBezTo>
                    <a:pt x="2405" y="1929"/>
                    <a:pt x="2441" y="1846"/>
                    <a:pt x="2489" y="1774"/>
                  </a:cubicBezTo>
                  <a:lnTo>
                    <a:pt x="655" y="322"/>
                  </a:lnTo>
                  <a:cubicBezTo>
                    <a:pt x="596" y="405"/>
                    <a:pt x="500" y="453"/>
                    <a:pt x="405" y="453"/>
                  </a:cubicBezTo>
                  <a:cubicBezTo>
                    <a:pt x="250" y="453"/>
                    <a:pt x="143" y="298"/>
                    <a:pt x="167" y="155"/>
                  </a:cubicBezTo>
                  <a:cubicBezTo>
                    <a:pt x="167" y="96"/>
                    <a:pt x="191" y="48"/>
                    <a:pt x="2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3016725" y="4319125"/>
              <a:ext cx="67000" cy="92275"/>
            </a:xfrm>
            <a:custGeom>
              <a:rect b="b" l="l" r="r" t="t"/>
              <a:pathLst>
                <a:path extrusionOk="0" h="3691" w="2680">
                  <a:moveTo>
                    <a:pt x="2680" y="119"/>
                  </a:moveTo>
                  <a:lnTo>
                    <a:pt x="2675" y="126"/>
                  </a:lnTo>
                  <a:lnTo>
                    <a:pt x="2675" y="126"/>
                  </a:lnTo>
                  <a:cubicBezTo>
                    <a:pt x="2677" y="124"/>
                    <a:pt x="2679" y="122"/>
                    <a:pt x="2680" y="119"/>
                  </a:cubicBezTo>
                  <a:close/>
                  <a:moveTo>
                    <a:pt x="2370" y="0"/>
                  </a:moveTo>
                  <a:lnTo>
                    <a:pt x="1" y="3560"/>
                  </a:lnTo>
                  <a:cubicBezTo>
                    <a:pt x="96" y="3596"/>
                    <a:pt x="168" y="3631"/>
                    <a:pt x="227" y="3691"/>
                  </a:cubicBezTo>
                  <a:lnTo>
                    <a:pt x="310" y="3691"/>
                  </a:lnTo>
                  <a:lnTo>
                    <a:pt x="2675" y="126"/>
                  </a:lnTo>
                  <a:lnTo>
                    <a:pt x="2675" y="126"/>
                  </a:lnTo>
                  <a:cubicBezTo>
                    <a:pt x="2661" y="143"/>
                    <a:pt x="2628" y="143"/>
                    <a:pt x="2596" y="143"/>
                  </a:cubicBezTo>
                  <a:cubicBezTo>
                    <a:pt x="2501" y="143"/>
                    <a:pt x="2418" y="83"/>
                    <a:pt x="2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3084000" y="4036650"/>
              <a:ext cx="186075" cy="275050"/>
            </a:xfrm>
            <a:custGeom>
              <a:rect b="b" l="l" r="r" t="t"/>
              <a:pathLst>
                <a:path extrusionOk="0" h="11002" w="7443">
                  <a:moveTo>
                    <a:pt x="7168" y="0"/>
                  </a:moveTo>
                  <a:lnTo>
                    <a:pt x="1" y="10811"/>
                  </a:lnTo>
                  <a:cubicBezTo>
                    <a:pt x="108" y="10847"/>
                    <a:pt x="203" y="10918"/>
                    <a:pt x="227" y="11001"/>
                  </a:cubicBezTo>
                  <a:cubicBezTo>
                    <a:pt x="239" y="11001"/>
                    <a:pt x="263" y="10989"/>
                    <a:pt x="286" y="10989"/>
                  </a:cubicBezTo>
                  <a:lnTo>
                    <a:pt x="7442" y="179"/>
                  </a:lnTo>
                  <a:cubicBezTo>
                    <a:pt x="7323" y="155"/>
                    <a:pt x="7240" y="95"/>
                    <a:pt x="71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3088475" y="4311375"/>
              <a:ext cx="161950" cy="100025"/>
            </a:xfrm>
            <a:custGeom>
              <a:rect b="b" l="l" r="r" t="t"/>
              <a:pathLst>
                <a:path extrusionOk="0" h="4001" w="6478">
                  <a:moveTo>
                    <a:pt x="107" y="0"/>
                  </a:moveTo>
                  <a:cubicBezTo>
                    <a:pt x="96" y="0"/>
                    <a:pt x="72" y="0"/>
                    <a:pt x="48" y="12"/>
                  </a:cubicBezTo>
                  <a:cubicBezTo>
                    <a:pt x="60" y="60"/>
                    <a:pt x="84" y="108"/>
                    <a:pt x="60" y="155"/>
                  </a:cubicBezTo>
                  <a:cubicBezTo>
                    <a:pt x="60" y="215"/>
                    <a:pt x="36" y="250"/>
                    <a:pt x="0" y="298"/>
                  </a:cubicBezTo>
                  <a:lnTo>
                    <a:pt x="24" y="310"/>
                  </a:lnTo>
                  <a:lnTo>
                    <a:pt x="5834" y="4001"/>
                  </a:lnTo>
                  <a:lnTo>
                    <a:pt x="6477" y="4001"/>
                  </a:lnTo>
                  <a:lnTo>
                    <a:pt x="203" y="36"/>
                  </a:lnTo>
                  <a:cubicBezTo>
                    <a:pt x="167" y="12"/>
                    <a:pt x="143" y="0"/>
                    <a:pt x="10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5"/>
            <p:cNvSpPr/>
            <p:nvPr/>
          </p:nvSpPr>
          <p:spPr>
            <a:xfrm>
              <a:off x="3271525" y="4040200"/>
              <a:ext cx="47350" cy="371200"/>
            </a:xfrm>
            <a:custGeom>
              <a:rect b="b" l="l" r="r" t="t"/>
              <a:pathLst>
                <a:path extrusionOk="0" h="14848" w="1894">
                  <a:moveTo>
                    <a:pt x="334" y="1"/>
                  </a:moveTo>
                  <a:cubicBezTo>
                    <a:pt x="255" y="51"/>
                    <a:pt x="159" y="75"/>
                    <a:pt x="60" y="75"/>
                  </a:cubicBezTo>
                  <a:cubicBezTo>
                    <a:pt x="40" y="75"/>
                    <a:pt x="20" y="74"/>
                    <a:pt x="1" y="72"/>
                  </a:cubicBezTo>
                  <a:lnTo>
                    <a:pt x="1" y="72"/>
                  </a:lnTo>
                  <a:lnTo>
                    <a:pt x="1548" y="14848"/>
                  </a:lnTo>
                  <a:lnTo>
                    <a:pt x="1894" y="1484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3632275" y="4401925"/>
              <a:ext cx="10750" cy="9475"/>
            </a:xfrm>
            <a:custGeom>
              <a:rect b="b" l="l" r="r" t="t"/>
              <a:pathLst>
                <a:path extrusionOk="0" h="379" w="430">
                  <a:moveTo>
                    <a:pt x="227" y="1"/>
                  </a:moveTo>
                  <a:cubicBezTo>
                    <a:pt x="209" y="1"/>
                    <a:pt x="191" y="4"/>
                    <a:pt x="180" y="10"/>
                  </a:cubicBezTo>
                  <a:cubicBezTo>
                    <a:pt x="156" y="10"/>
                    <a:pt x="156" y="22"/>
                    <a:pt x="144" y="22"/>
                  </a:cubicBezTo>
                  <a:lnTo>
                    <a:pt x="132" y="22"/>
                  </a:lnTo>
                  <a:lnTo>
                    <a:pt x="120" y="46"/>
                  </a:lnTo>
                  <a:lnTo>
                    <a:pt x="96" y="57"/>
                  </a:lnTo>
                  <a:lnTo>
                    <a:pt x="84" y="69"/>
                  </a:lnTo>
                  <a:lnTo>
                    <a:pt x="84" y="81"/>
                  </a:lnTo>
                  <a:cubicBezTo>
                    <a:pt x="84" y="105"/>
                    <a:pt x="72" y="105"/>
                    <a:pt x="72" y="117"/>
                  </a:cubicBezTo>
                  <a:lnTo>
                    <a:pt x="1" y="379"/>
                  </a:lnTo>
                  <a:lnTo>
                    <a:pt x="334" y="379"/>
                  </a:lnTo>
                  <a:lnTo>
                    <a:pt x="370" y="308"/>
                  </a:lnTo>
                  <a:lnTo>
                    <a:pt x="394" y="224"/>
                  </a:lnTo>
                  <a:cubicBezTo>
                    <a:pt x="430" y="129"/>
                    <a:pt x="370" y="46"/>
                    <a:pt x="275" y="10"/>
                  </a:cubicBezTo>
                  <a:cubicBezTo>
                    <a:pt x="263" y="4"/>
                    <a:pt x="245" y="1"/>
                    <a:pt x="22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5"/>
            <p:cNvSpPr/>
            <p:nvPr/>
          </p:nvSpPr>
          <p:spPr>
            <a:xfrm>
              <a:off x="3737350" y="4195300"/>
              <a:ext cx="14325" cy="216100"/>
            </a:xfrm>
            <a:custGeom>
              <a:rect b="b" l="l" r="r" t="t"/>
              <a:pathLst>
                <a:path extrusionOk="0" h="8644" w="573">
                  <a:moveTo>
                    <a:pt x="227" y="0"/>
                  </a:moveTo>
                  <a:lnTo>
                    <a:pt x="37" y="7156"/>
                  </a:lnTo>
                  <a:lnTo>
                    <a:pt x="25" y="7513"/>
                  </a:lnTo>
                  <a:lnTo>
                    <a:pt x="1" y="8644"/>
                  </a:lnTo>
                  <a:lnTo>
                    <a:pt x="346" y="8644"/>
                  </a:lnTo>
                  <a:lnTo>
                    <a:pt x="382" y="7418"/>
                  </a:lnTo>
                  <a:lnTo>
                    <a:pt x="394" y="7060"/>
                  </a:lnTo>
                  <a:lnTo>
                    <a:pt x="572" y="429"/>
                  </a:lnTo>
                  <a:lnTo>
                    <a:pt x="287" y="167"/>
                  </a:lnTo>
                  <a:cubicBezTo>
                    <a:pt x="239" y="119"/>
                    <a:pt x="227" y="60"/>
                    <a:pt x="23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5"/>
            <p:cNvSpPr/>
            <p:nvPr/>
          </p:nvSpPr>
          <p:spPr>
            <a:xfrm>
              <a:off x="4021625" y="4264050"/>
              <a:ext cx="149750" cy="147350"/>
            </a:xfrm>
            <a:custGeom>
              <a:rect b="b" l="l" r="r" t="t"/>
              <a:pathLst>
                <a:path extrusionOk="0" h="5894" w="5990">
                  <a:moveTo>
                    <a:pt x="5751" y="0"/>
                  </a:moveTo>
                  <a:lnTo>
                    <a:pt x="5692" y="60"/>
                  </a:lnTo>
                  <a:lnTo>
                    <a:pt x="0" y="5894"/>
                  </a:lnTo>
                  <a:lnTo>
                    <a:pt x="477" y="5894"/>
                  </a:lnTo>
                  <a:lnTo>
                    <a:pt x="5989" y="238"/>
                  </a:lnTo>
                  <a:cubicBezTo>
                    <a:pt x="5882" y="179"/>
                    <a:pt x="5799" y="108"/>
                    <a:pt x="575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5"/>
            <p:cNvSpPr/>
            <p:nvPr/>
          </p:nvSpPr>
          <p:spPr>
            <a:xfrm>
              <a:off x="4484475" y="4346500"/>
              <a:ext cx="96475" cy="64900"/>
            </a:xfrm>
            <a:custGeom>
              <a:rect b="b" l="l" r="r" t="t"/>
              <a:pathLst>
                <a:path extrusionOk="0" h="2596" w="3859">
                  <a:moveTo>
                    <a:pt x="3668" y="0"/>
                  </a:moveTo>
                  <a:lnTo>
                    <a:pt x="1" y="2596"/>
                  </a:lnTo>
                  <a:lnTo>
                    <a:pt x="584" y="2596"/>
                  </a:lnTo>
                  <a:lnTo>
                    <a:pt x="3858" y="262"/>
                  </a:lnTo>
                  <a:cubicBezTo>
                    <a:pt x="3787" y="191"/>
                    <a:pt x="3715" y="96"/>
                    <a:pt x="36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5"/>
            <p:cNvSpPr/>
            <p:nvPr/>
          </p:nvSpPr>
          <p:spPr>
            <a:xfrm>
              <a:off x="3743025" y="4194700"/>
              <a:ext cx="230700" cy="216425"/>
            </a:xfrm>
            <a:custGeom>
              <a:rect b="b" l="l" r="r" t="t"/>
              <a:pathLst>
                <a:path extrusionOk="0" h="8657" w="9228">
                  <a:moveTo>
                    <a:pt x="369" y="0"/>
                  </a:moveTo>
                  <a:cubicBezTo>
                    <a:pt x="309" y="26"/>
                    <a:pt x="243" y="46"/>
                    <a:pt x="179" y="46"/>
                  </a:cubicBezTo>
                  <a:cubicBezTo>
                    <a:pt x="155" y="46"/>
                    <a:pt x="131" y="43"/>
                    <a:pt x="107" y="36"/>
                  </a:cubicBezTo>
                  <a:cubicBezTo>
                    <a:pt x="72" y="36"/>
                    <a:pt x="48" y="24"/>
                    <a:pt x="12" y="24"/>
                  </a:cubicBezTo>
                  <a:cubicBezTo>
                    <a:pt x="0" y="84"/>
                    <a:pt x="12" y="143"/>
                    <a:pt x="60" y="191"/>
                  </a:cubicBezTo>
                  <a:lnTo>
                    <a:pt x="345" y="453"/>
                  </a:lnTo>
                  <a:lnTo>
                    <a:pt x="5584" y="5572"/>
                  </a:lnTo>
                  <a:lnTo>
                    <a:pt x="5870" y="5846"/>
                  </a:lnTo>
                  <a:lnTo>
                    <a:pt x="8739" y="8656"/>
                  </a:lnTo>
                  <a:lnTo>
                    <a:pt x="9227" y="8656"/>
                  </a:lnTo>
                  <a:lnTo>
                    <a:pt x="7144" y="6620"/>
                  </a:lnTo>
                  <a:cubicBezTo>
                    <a:pt x="7120" y="6620"/>
                    <a:pt x="7102" y="6625"/>
                    <a:pt x="7078" y="6625"/>
                  </a:cubicBezTo>
                  <a:cubicBezTo>
                    <a:pt x="7066" y="6625"/>
                    <a:pt x="7053" y="6624"/>
                    <a:pt x="7037" y="6620"/>
                  </a:cubicBezTo>
                  <a:cubicBezTo>
                    <a:pt x="6858" y="6596"/>
                    <a:pt x="6739" y="6453"/>
                    <a:pt x="6751" y="6275"/>
                  </a:cubicBezTo>
                  <a:lnTo>
                    <a:pt x="6751" y="6239"/>
                  </a:lnTo>
                  <a:lnTo>
                    <a:pt x="6239" y="5739"/>
                  </a:lnTo>
                  <a:lnTo>
                    <a:pt x="5953" y="5465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5"/>
            <p:cNvSpPr/>
            <p:nvPr/>
          </p:nvSpPr>
          <p:spPr>
            <a:xfrm>
              <a:off x="4185325" y="4269100"/>
              <a:ext cx="69975" cy="142300"/>
            </a:xfrm>
            <a:custGeom>
              <a:rect b="b" l="l" r="r" t="t"/>
              <a:pathLst>
                <a:path extrusionOk="0" h="5692" w="2799">
                  <a:moveTo>
                    <a:pt x="1" y="1"/>
                  </a:moveTo>
                  <a:lnTo>
                    <a:pt x="2430" y="5692"/>
                  </a:lnTo>
                  <a:lnTo>
                    <a:pt x="2799" y="5692"/>
                  </a:lnTo>
                  <a:lnTo>
                    <a:pt x="572" y="4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5"/>
            <p:cNvSpPr/>
            <p:nvPr/>
          </p:nvSpPr>
          <p:spPr>
            <a:xfrm>
              <a:off x="4174625" y="4240475"/>
              <a:ext cx="9550" cy="5725"/>
            </a:xfrm>
            <a:custGeom>
              <a:rect b="b" l="l" r="r" t="t"/>
              <a:pathLst>
                <a:path extrusionOk="0" h="229" w="382">
                  <a:moveTo>
                    <a:pt x="180" y="1"/>
                  </a:moveTo>
                  <a:cubicBezTo>
                    <a:pt x="159" y="1"/>
                    <a:pt x="138" y="5"/>
                    <a:pt x="119" y="15"/>
                  </a:cubicBezTo>
                  <a:lnTo>
                    <a:pt x="107" y="15"/>
                  </a:lnTo>
                  <a:cubicBezTo>
                    <a:pt x="48" y="38"/>
                    <a:pt x="0" y="98"/>
                    <a:pt x="0" y="169"/>
                  </a:cubicBezTo>
                  <a:cubicBezTo>
                    <a:pt x="60" y="158"/>
                    <a:pt x="119" y="158"/>
                    <a:pt x="167" y="158"/>
                  </a:cubicBezTo>
                  <a:cubicBezTo>
                    <a:pt x="250" y="158"/>
                    <a:pt x="322" y="193"/>
                    <a:pt x="381" y="229"/>
                  </a:cubicBezTo>
                  <a:lnTo>
                    <a:pt x="322" y="98"/>
                  </a:lnTo>
                  <a:cubicBezTo>
                    <a:pt x="304" y="36"/>
                    <a:pt x="241" y="1"/>
                    <a:pt x="18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5"/>
            <p:cNvSpPr/>
            <p:nvPr/>
          </p:nvSpPr>
          <p:spPr>
            <a:xfrm>
              <a:off x="4599075" y="4353050"/>
              <a:ext cx="37825" cy="58350"/>
            </a:xfrm>
            <a:custGeom>
              <a:rect b="b" l="l" r="r" t="t"/>
              <a:pathLst>
                <a:path extrusionOk="0" h="2334" w="1513">
                  <a:moveTo>
                    <a:pt x="274" y="0"/>
                  </a:moveTo>
                  <a:cubicBezTo>
                    <a:pt x="203" y="72"/>
                    <a:pt x="96" y="119"/>
                    <a:pt x="0" y="155"/>
                  </a:cubicBezTo>
                  <a:lnTo>
                    <a:pt x="1120" y="2334"/>
                  </a:lnTo>
                  <a:lnTo>
                    <a:pt x="1513" y="2334"/>
                  </a:lnTo>
                  <a:lnTo>
                    <a:pt x="334" y="48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5"/>
            <p:cNvSpPr/>
            <p:nvPr/>
          </p:nvSpPr>
          <p:spPr>
            <a:xfrm>
              <a:off x="4185025" y="4263750"/>
              <a:ext cx="182500" cy="147650"/>
            </a:xfrm>
            <a:custGeom>
              <a:rect b="b" l="l" r="r" t="t"/>
              <a:pathLst>
                <a:path extrusionOk="0" h="5906" w="7300">
                  <a:moveTo>
                    <a:pt x="179" y="0"/>
                  </a:moveTo>
                  <a:cubicBezTo>
                    <a:pt x="132" y="96"/>
                    <a:pt x="72" y="155"/>
                    <a:pt x="1" y="215"/>
                  </a:cubicBezTo>
                  <a:lnTo>
                    <a:pt x="549" y="691"/>
                  </a:lnTo>
                  <a:lnTo>
                    <a:pt x="6776" y="5906"/>
                  </a:lnTo>
                  <a:lnTo>
                    <a:pt x="7299" y="5906"/>
                  </a:lnTo>
                  <a:lnTo>
                    <a:pt x="299" y="36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4189800" y="4255125"/>
              <a:ext cx="386375" cy="83950"/>
            </a:xfrm>
            <a:custGeom>
              <a:rect b="b" l="l" r="r" t="t"/>
              <a:pathLst>
                <a:path extrusionOk="0" h="3358" w="15455">
                  <a:moveTo>
                    <a:pt x="36" y="0"/>
                  </a:moveTo>
                  <a:lnTo>
                    <a:pt x="36" y="0"/>
                  </a:lnTo>
                  <a:cubicBezTo>
                    <a:pt x="48" y="48"/>
                    <a:pt x="48" y="107"/>
                    <a:pt x="48" y="155"/>
                  </a:cubicBezTo>
                  <a:cubicBezTo>
                    <a:pt x="48" y="214"/>
                    <a:pt x="24" y="286"/>
                    <a:pt x="0" y="334"/>
                  </a:cubicBezTo>
                  <a:lnTo>
                    <a:pt x="143" y="381"/>
                  </a:lnTo>
                  <a:lnTo>
                    <a:pt x="15395" y="3358"/>
                  </a:lnTo>
                  <a:lnTo>
                    <a:pt x="15395" y="3262"/>
                  </a:lnTo>
                  <a:cubicBezTo>
                    <a:pt x="15407" y="3179"/>
                    <a:pt x="15419" y="3084"/>
                    <a:pt x="15455" y="3012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5"/>
            <p:cNvSpPr/>
            <p:nvPr/>
          </p:nvSpPr>
          <p:spPr>
            <a:xfrm>
              <a:off x="4185925" y="3740775"/>
              <a:ext cx="804900" cy="513475"/>
            </a:xfrm>
            <a:custGeom>
              <a:rect b="b" l="l" r="r" t="t"/>
              <a:pathLst>
                <a:path extrusionOk="0" h="20539" w="32196">
                  <a:moveTo>
                    <a:pt x="32017" y="0"/>
                  </a:moveTo>
                  <a:lnTo>
                    <a:pt x="1" y="20265"/>
                  </a:lnTo>
                  <a:cubicBezTo>
                    <a:pt x="84" y="20324"/>
                    <a:pt x="155" y="20431"/>
                    <a:pt x="191" y="20538"/>
                  </a:cubicBezTo>
                  <a:lnTo>
                    <a:pt x="32195" y="274"/>
                  </a:lnTo>
                  <a:cubicBezTo>
                    <a:pt x="32124" y="203"/>
                    <a:pt x="32052" y="95"/>
                    <a:pt x="3201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5"/>
            <p:cNvSpPr/>
            <p:nvPr/>
          </p:nvSpPr>
          <p:spPr>
            <a:xfrm>
              <a:off x="4604725" y="4122375"/>
              <a:ext cx="224450" cy="207175"/>
            </a:xfrm>
            <a:custGeom>
              <a:rect b="b" l="l" r="r" t="t"/>
              <a:pathLst>
                <a:path extrusionOk="0" h="8287" w="8978">
                  <a:moveTo>
                    <a:pt x="8752" y="0"/>
                  </a:moveTo>
                  <a:lnTo>
                    <a:pt x="1" y="8037"/>
                  </a:lnTo>
                  <a:cubicBezTo>
                    <a:pt x="96" y="8108"/>
                    <a:pt x="167" y="8191"/>
                    <a:pt x="227" y="8287"/>
                  </a:cubicBezTo>
                  <a:lnTo>
                    <a:pt x="8978" y="250"/>
                  </a:lnTo>
                  <a:cubicBezTo>
                    <a:pt x="8907" y="167"/>
                    <a:pt x="8811" y="95"/>
                    <a:pt x="87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5"/>
            <p:cNvSpPr/>
            <p:nvPr/>
          </p:nvSpPr>
          <p:spPr>
            <a:xfrm>
              <a:off x="4727950" y="4136950"/>
              <a:ext cx="125650" cy="274450"/>
            </a:xfrm>
            <a:custGeom>
              <a:rect b="b" l="l" r="r" t="t"/>
              <a:pathLst>
                <a:path extrusionOk="0" h="10978" w="5026">
                  <a:moveTo>
                    <a:pt x="4704" y="0"/>
                  </a:moveTo>
                  <a:lnTo>
                    <a:pt x="1" y="10978"/>
                  </a:lnTo>
                  <a:lnTo>
                    <a:pt x="370" y="10978"/>
                  </a:lnTo>
                  <a:lnTo>
                    <a:pt x="5025" y="119"/>
                  </a:lnTo>
                  <a:lnTo>
                    <a:pt x="5025" y="48"/>
                  </a:lnTo>
                  <a:lnTo>
                    <a:pt x="4906" y="48"/>
                  </a:lnTo>
                  <a:cubicBezTo>
                    <a:pt x="4835" y="24"/>
                    <a:pt x="4763" y="24"/>
                    <a:pt x="470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5"/>
            <p:cNvSpPr/>
            <p:nvPr/>
          </p:nvSpPr>
          <p:spPr>
            <a:xfrm>
              <a:off x="4605925" y="4346200"/>
              <a:ext cx="86650" cy="65200"/>
            </a:xfrm>
            <a:custGeom>
              <a:rect b="b" l="l" r="r" t="t"/>
              <a:pathLst>
                <a:path extrusionOk="0" h="2608" w="3466">
                  <a:moveTo>
                    <a:pt x="203" y="0"/>
                  </a:moveTo>
                  <a:cubicBezTo>
                    <a:pt x="167" y="108"/>
                    <a:pt x="84" y="203"/>
                    <a:pt x="0" y="274"/>
                  </a:cubicBezTo>
                  <a:lnTo>
                    <a:pt x="60" y="322"/>
                  </a:lnTo>
                  <a:lnTo>
                    <a:pt x="2917" y="2608"/>
                  </a:lnTo>
                  <a:lnTo>
                    <a:pt x="3465" y="2608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5"/>
            <p:cNvSpPr/>
            <p:nvPr/>
          </p:nvSpPr>
          <p:spPr>
            <a:xfrm>
              <a:off x="5016400" y="4244400"/>
              <a:ext cx="9250" cy="167000"/>
            </a:xfrm>
            <a:custGeom>
              <a:rect b="b" l="l" r="r" t="t"/>
              <a:pathLst>
                <a:path extrusionOk="0" h="6680" w="370">
                  <a:moveTo>
                    <a:pt x="333" y="1"/>
                  </a:moveTo>
                  <a:cubicBezTo>
                    <a:pt x="262" y="27"/>
                    <a:pt x="177" y="41"/>
                    <a:pt x="89" y="41"/>
                  </a:cubicBezTo>
                  <a:cubicBezTo>
                    <a:pt x="60" y="41"/>
                    <a:pt x="30" y="39"/>
                    <a:pt x="0" y="36"/>
                  </a:cubicBezTo>
                  <a:lnTo>
                    <a:pt x="0" y="36"/>
                  </a:lnTo>
                  <a:lnTo>
                    <a:pt x="24" y="6680"/>
                  </a:lnTo>
                  <a:lnTo>
                    <a:pt x="369" y="6680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5021450" y="4188150"/>
              <a:ext cx="3300" cy="3900"/>
            </a:xfrm>
            <a:custGeom>
              <a:rect b="b" l="l" r="r" t="t"/>
              <a:pathLst>
                <a:path extrusionOk="0" h="156" w="132">
                  <a:moveTo>
                    <a:pt x="0" y="0"/>
                  </a:moveTo>
                  <a:lnTo>
                    <a:pt x="0" y="119"/>
                  </a:lnTo>
                  <a:lnTo>
                    <a:pt x="12" y="119"/>
                  </a:lnTo>
                  <a:cubicBezTo>
                    <a:pt x="48" y="143"/>
                    <a:pt x="96" y="155"/>
                    <a:pt x="131" y="155"/>
                  </a:cubicBezTo>
                  <a:cubicBezTo>
                    <a:pt x="120" y="84"/>
                    <a:pt x="72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5"/>
            <p:cNvSpPr/>
            <p:nvPr/>
          </p:nvSpPr>
          <p:spPr>
            <a:xfrm>
              <a:off x="4864275" y="3750900"/>
              <a:ext cx="138450" cy="315225"/>
            </a:xfrm>
            <a:custGeom>
              <a:rect b="b" l="l" r="r" t="t"/>
              <a:pathLst>
                <a:path extrusionOk="0" h="12609" w="5538">
                  <a:moveTo>
                    <a:pt x="5216" y="0"/>
                  </a:moveTo>
                  <a:lnTo>
                    <a:pt x="1" y="12490"/>
                  </a:lnTo>
                  <a:cubicBezTo>
                    <a:pt x="132" y="12513"/>
                    <a:pt x="227" y="12549"/>
                    <a:pt x="322" y="12609"/>
                  </a:cubicBezTo>
                  <a:lnTo>
                    <a:pt x="5537" y="95"/>
                  </a:lnTo>
                  <a:lnTo>
                    <a:pt x="5514" y="95"/>
                  </a:lnTo>
                  <a:cubicBezTo>
                    <a:pt x="5406" y="83"/>
                    <a:pt x="5299" y="48"/>
                    <a:pt x="521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5"/>
            <p:cNvSpPr/>
            <p:nvPr/>
          </p:nvSpPr>
          <p:spPr>
            <a:xfrm>
              <a:off x="5003300" y="3753275"/>
              <a:ext cx="18175" cy="439050"/>
            </a:xfrm>
            <a:custGeom>
              <a:rect b="b" l="l" r="r" t="t"/>
              <a:pathLst>
                <a:path extrusionOk="0" h="17562" w="727">
                  <a:moveTo>
                    <a:pt x="143" y="0"/>
                  </a:moveTo>
                  <a:cubicBezTo>
                    <a:pt x="111" y="0"/>
                    <a:pt x="74" y="6"/>
                    <a:pt x="42" y="6"/>
                  </a:cubicBezTo>
                  <a:cubicBezTo>
                    <a:pt x="27" y="6"/>
                    <a:pt x="12" y="4"/>
                    <a:pt x="0" y="0"/>
                  </a:cubicBezTo>
                  <a:lnTo>
                    <a:pt x="0" y="0"/>
                  </a:lnTo>
                  <a:lnTo>
                    <a:pt x="381" y="17562"/>
                  </a:lnTo>
                  <a:cubicBezTo>
                    <a:pt x="457" y="17545"/>
                    <a:pt x="539" y="17528"/>
                    <a:pt x="622" y="17528"/>
                  </a:cubicBezTo>
                  <a:cubicBezTo>
                    <a:pt x="657" y="17528"/>
                    <a:pt x="692" y="17531"/>
                    <a:pt x="726" y="17538"/>
                  </a:cubicBezTo>
                  <a:lnTo>
                    <a:pt x="726" y="17419"/>
                  </a:lnTo>
                  <a:lnTo>
                    <a:pt x="357" y="572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4886325" y="4112250"/>
              <a:ext cx="111625" cy="96750"/>
            </a:xfrm>
            <a:custGeom>
              <a:rect b="b" l="l" r="r" t="t"/>
              <a:pathLst>
                <a:path extrusionOk="0" h="3870" w="4465">
                  <a:moveTo>
                    <a:pt x="155" y="0"/>
                  </a:moveTo>
                  <a:cubicBezTo>
                    <a:pt x="107" y="107"/>
                    <a:pt x="60" y="226"/>
                    <a:pt x="0" y="322"/>
                  </a:cubicBezTo>
                  <a:lnTo>
                    <a:pt x="4310" y="3870"/>
                  </a:lnTo>
                  <a:cubicBezTo>
                    <a:pt x="4346" y="3774"/>
                    <a:pt x="4393" y="3667"/>
                    <a:pt x="4465" y="3572"/>
                  </a:cubicBezTo>
                  <a:lnTo>
                    <a:pt x="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5"/>
            <p:cNvSpPr/>
            <p:nvPr/>
          </p:nvSpPr>
          <p:spPr>
            <a:xfrm>
              <a:off x="5032450" y="4235775"/>
              <a:ext cx="207800" cy="173550"/>
            </a:xfrm>
            <a:custGeom>
              <a:rect b="b" l="l" r="r" t="t"/>
              <a:pathLst>
                <a:path extrusionOk="0" h="6942" w="8312">
                  <a:moveTo>
                    <a:pt x="275" y="0"/>
                  </a:moveTo>
                  <a:cubicBezTo>
                    <a:pt x="191" y="96"/>
                    <a:pt x="96" y="167"/>
                    <a:pt x="1" y="226"/>
                  </a:cubicBezTo>
                  <a:lnTo>
                    <a:pt x="8121" y="6942"/>
                  </a:lnTo>
                  <a:cubicBezTo>
                    <a:pt x="8169" y="6834"/>
                    <a:pt x="8240" y="6751"/>
                    <a:pt x="8312" y="6668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5"/>
            <p:cNvSpPr/>
            <p:nvPr/>
          </p:nvSpPr>
          <p:spPr>
            <a:xfrm>
              <a:off x="5006875" y="3750000"/>
              <a:ext cx="242600" cy="651600"/>
            </a:xfrm>
            <a:custGeom>
              <a:rect b="b" l="l" r="r" t="t"/>
              <a:pathLst>
                <a:path extrusionOk="0" h="26064" w="9704">
                  <a:moveTo>
                    <a:pt x="333" y="0"/>
                  </a:moveTo>
                  <a:cubicBezTo>
                    <a:pt x="226" y="60"/>
                    <a:pt x="107" y="107"/>
                    <a:pt x="0" y="119"/>
                  </a:cubicBezTo>
                  <a:lnTo>
                    <a:pt x="214" y="679"/>
                  </a:lnTo>
                  <a:lnTo>
                    <a:pt x="9394" y="26063"/>
                  </a:lnTo>
                  <a:cubicBezTo>
                    <a:pt x="9489" y="26004"/>
                    <a:pt x="9585" y="25944"/>
                    <a:pt x="9704" y="25920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5"/>
            <p:cNvSpPr/>
            <p:nvPr/>
          </p:nvSpPr>
          <p:spPr>
            <a:xfrm>
              <a:off x="4991100" y="4191000"/>
              <a:ext cx="56575" cy="53975"/>
            </a:xfrm>
            <a:custGeom>
              <a:rect b="b" l="l" r="r" t="t"/>
              <a:pathLst>
                <a:path extrusionOk="0" h="2159" w="2263">
                  <a:moveTo>
                    <a:pt x="1125" y="1"/>
                  </a:moveTo>
                  <a:cubicBezTo>
                    <a:pt x="1037" y="1"/>
                    <a:pt x="950" y="14"/>
                    <a:pt x="869" y="41"/>
                  </a:cubicBezTo>
                  <a:cubicBezTo>
                    <a:pt x="631" y="101"/>
                    <a:pt x="429" y="232"/>
                    <a:pt x="274" y="422"/>
                  </a:cubicBezTo>
                  <a:cubicBezTo>
                    <a:pt x="202" y="517"/>
                    <a:pt x="143" y="624"/>
                    <a:pt x="119" y="720"/>
                  </a:cubicBezTo>
                  <a:cubicBezTo>
                    <a:pt x="83" y="803"/>
                    <a:pt x="71" y="886"/>
                    <a:pt x="60" y="982"/>
                  </a:cubicBezTo>
                  <a:cubicBezTo>
                    <a:pt x="0" y="1577"/>
                    <a:pt x="441" y="2113"/>
                    <a:pt x="1024" y="2148"/>
                  </a:cubicBezTo>
                  <a:cubicBezTo>
                    <a:pt x="1061" y="2156"/>
                    <a:pt x="1098" y="2159"/>
                    <a:pt x="1134" y="2159"/>
                  </a:cubicBezTo>
                  <a:cubicBezTo>
                    <a:pt x="1216" y="2159"/>
                    <a:pt x="1295" y="2145"/>
                    <a:pt x="1369" y="2137"/>
                  </a:cubicBezTo>
                  <a:cubicBezTo>
                    <a:pt x="1464" y="2113"/>
                    <a:pt x="1572" y="2077"/>
                    <a:pt x="1679" y="2017"/>
                  </a:cubicBezTo>
                  <a:cubicBezTo>
                    <a:pt x="1750" y="1958"/>
                    <a:pt x="1845" y="1887"/>
                    <a:pt x="1929" y="1791"/>
                  </a:cubicBezTo>
                  <a:cubicBezTo>
                    <a:pt x="2084" y="1636"/>
                    <a:pt x="2167" y="1422"/>
                    <a:pt x="2203" y="1184"/>
                  </a:cubicBezTo>
                  <a:cubicBezTo>
                    <a:pt x="2262" y="636"/>
                    <a:pt x="1881" y="148"/>
                    <a:pt x="1345" y="29"/>
                  </a:cubicBezTo>
                  <a:cubicBezTo>
                    <a:pt x="1310" y="5"/>
                    <a:pt x="1274" y="5"/>
                    <a:pt x="1226" y="5"/>
                  </a:cubicBezTo>
                  <a:lnTo>
                    <a:pt x="1214" y="5"/>
                  </a:lnTo>
                  <a:cubicBezTo>
                    <a:pt x="1185" y="2"/>
                    <a:pt x="1155" y="1"/>
                    <a:pt x="11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5"/>
            <p:cNvSpPr/>
            <p:nvPr/>
          </p:nvSpPr>
          <p:spPr>
            <a:xfrm>
              <a:off x="4815775" y="4062050"/>
              <a:ext cx="78000" cy="76425"/>
            </a:xfrm>
            <a:custGeom>
              <a:rect b="b" l="l" r="r" t="t"/>
              <a:pathLst>
                <a:path extrusionOk="0" h="3057" w="3120">
                  <a:moveTo>
                    <a:pt x="1541" y="0"/>
                  </a:moveTo>
                  <a:cubicBezTo>
                    <a:pt x="769" y="0"/>
                    <a:pt x="102" y="595"/>
                    <a:pt x="24" y="1389"/>
                  </a:cubicBezTo>
                  <a:cubicBezTo>
                    <a:pt x="0" y="1770"/>
                    <a:pt x="107" y="2151"/>
                    <a:pt x="322" y="2425"/>
                  </a:cubicBezTo>
                  <a:cubicBezTo>
                    <a:pt x="405" y="2520"/>
                    <a:pt x="476" y="2604"/>
                    <a:pt x="548" y="2687"/>
                  </a:cubicBezTo>
                  <a:cubicBezTo>
                    <a:pt x="727" y="2842"/>
                    <a:pt x="953" y="2949"/>
                    <a:pt x="1191" y="3008"/>
                  </a:cubicBezTo>
                  <a:cubicBezTo>
                    <a:pt x="1262" y="3020"/>
                    <a:pt x="1322" y="3044"/>
                    <a:pt x="1393" y="3056"/>
                  </a:cubicBezTo>
                  <a:lnTo>
                    <a:pt x="1512" y="3056"/>
                  </a:lnTo>
                  <a:cubicBezTo>
                    <a:pt x="1523" y="3056"/>
                    <a:pt x="1534" y="3056"/>
                    <a:pt x="1545" y="3056"/>
                  </a:cubicBezTo>
                  <a:cubicBezTo>
                    <a:pt x="2068" y="3056"/>
                    <a:pt x="2554" y="2773"/>
                    <a:pt x="2822" y="2353"/>
                  </a:cubicBezTo>
                  <a:cubicBezTo>
                    <a:pt x="2882" y="2246"/>
                    <a:pt x="2941" y="2151"/>
                    <a:pt x="2977" y="2044"/>
                  </a:cubicBezTo>
                  <a:cubicBezTo>
                    <a:pt x="3013" y="1913"/>
                    <a:pt x="3048" y="1770"/>
                    <a:pt x="3060" y="1651"/>
                  </a:cubicBezTo>
                  <a:cubicBezTo>
                    <a:pt x="3120" y="1032"/>
                    <a:pt x="2798" y="448"/>
                    <a:pt x="2274" y="163"/>
                  </a:cubicBezTo>
                  <a:cubicBezTo>
                    <a:pt x="2167" y="103"/>
                    <a:pt x="2072" y="79"/>
                    <a:pt x="1965" y="44"/>
                  </a:cubicBezTo>
                  <a:cubicBezTo>
                    <a:pt x="1870" y="20"/>
                    <a:pt x="1786" y="8"/>
                    <a:pt x="1691" y="8"/>
                  </a:cubicBezTo>
                  <a:cubicBezTo>
                    <a:pt x="1640" y="3"/>
                    <a:pt x="1590" y="0"/>
                    <a:pt x="15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5"/>
            <p:cNvSpPr/>
            <p:nvPr/>
          </p:nvSpPr>
          <p:spPr>
            <a:xfrm>
              <a:off x="2997100" y="4406875"/>
              <a:ext cx="25600" cy="5125"/>
            </a:xfrm>
            <a:custGeom>
              <a:rect b="b" l="l" r="r" t="t"/>
              <a:pathLst>
                <a:path extrusionOk="0" h="205" w="1024">
                  <a:moveTo>
                    <a:pt x="540" y="1"/>
                  </a:moveTo>
                  <a:cubicBezTo>
                    <a:pt x="336" y="1"/>
                    <a:pt x="153" y="63"/>
                    <a:pt x="0" y="205"/>
                  </a:cubicBezTo>
                  <a:lnTo>
                    <a:pt x="1024" y="205"/>
                  </a:lnTo>
                  <a:cubicBezTo>
                    <a:pt x="964" y="145"/>
                    <a:pt x="881" y="98"/>
                    <a:pt x="798" y="62"/>
                  </a:cubicBezTo>
                  <a:cubicBezTo>
                    <a:pt x="726" y="26"/>
                    <a:pt x="655" y="2"/>
                    <a:pt x="595" y="2"/>
                  </a:cubicBezTo>
                  <a:cubicBezTo>
                    <a:pt x="577" y="1"/>
                    <a:pt x="558" y="1"/>
                    <a:pt x="5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2698250" y="4188575"/>
              <a:ext cx="14300" cy="13925"/>
            </a:xfrm>
            <a:custGeom>
              <a:rect b="b" l="l" r="r" t="t"/>
              <a:pathLst>
                <a:path extrusionOk="0" h="557" w="572">
                  <a:moveTo>
                    <a:pt x="264" y="1"/>
                  </a:moveTo>
                  <a:cubicBezTo>
                    <a:pt x="193" y="1"/>
                    <a:pt x="120" y="42"/>
                    <a:pt x="72" y="90"/>
                  </a:cubicBezTo>
                  <a:cubicBezTo>
                    <a:pt x="48" y="138"/>
                    <a:pt x="12" y="186"/>
                    <a:pt x="12" y="245"/>
                  </a:cubicBezTo>
                  <a:cubicBezTo>
                    <a:pt x="0" y="400"/>
                    <a:pt x="107" y="555"/>
                    <a:pt x="250" y="555"/>
                  </a:cubicBezTo>
                  <a:cubicBezTo>
                    <a:pt x="259" y="556"/>
                    <a:pt x="269" y="556"/>
                    <a:pt x="278" y="556"/>
                  </a:cubicBezTo>
                  <a:cubicBezTo>
                    <a:pt x="375" y="556"/>
                    <a:pt x="469" y="500"/>
                    <a:pt x="512" y="424"/>
                  </a:cubicBezTo>
                  <a:cubicBezTo>
                    <a:pt x="524" y="388"/>
                    <a:pt x="536" y="340"/>
                    <a:pt x="548" y="305"/>
                  </a:cubicBezTo>
                  <a:cubicBezTo>
                    <a:pt x="572" y="150"/>
                    <a:pt x="465" y="19"/>
                    <a:pt x="310" y="7"/>
                  </a:cubicBezTo>
                  <a:cubicBezTo>
                    <a:pt x="295" y="3"/>
                    <a:pt x="279" y="1"/>
                    <a:pt x="26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5"/>
            <p:cNvSpPr/>
            <p:nvPr/>
          </p:nvSpPr>
          <p:spPr>
            <a:xfrm>
              <a:off x="3732600" y="4168050"/>
              <a:ext cx="29200" cy="27800"/>
            </a:xfrm>
            <a:custGeom>
              <a:rect b="b" l="l" r="r" t="t"/>
              <a:pathLst>
                <a:path extrusionOk="0" h="1112" w="1168">
                  <a:moveTo>
                    <a:pt x="567" y="0"/>
                  </a:moveTo>
                  <a:cubicBezTo>
                    <a:pt x="300" y="0"/>
                    <a:pt x="69" y="223"/>
                    <a:pt x="36" y="495"/>
                  </a:cubicBezTo>
                  <a:cubicBezTo>
                    <a:pt x="0" y="757"/>
                    <a:pt x="179" y="995"/>
                    <a:pt x="417" y="1078"/>
                  </a:cubicBezTo>
                  <a:lnTo>
                    <a:pt x="429" y="1078"/>
                  </a:lnTo>
                  <a:cubicBezTo>
                    <a:pt x="465" y="1090"/>
                    <a:pt x="489" y="1102"/>
                    <a:pt x="524" y="1102"/>
                  </a:cubicBezTo>
                  <a:cubicBezTo>
                    <a:pt x="549" y="1109"/>
                    <a:pt x="574" y="1112"/>
                    <a:pt x="600" y="1112"/>
                  </a:cubicBezTo>
                  <a:cubicBezTo>
                    <a:pt x="661" y="1112"/>
                    <a:pt x="724" y="1095"/>
                    <a:pt x="774" y="1078"/>
                  </a:cubicBezTo>
                  <a:cubicBezTo>
                    <a:pt x="965" y="1007"/>
                    <a:pt x="1108" y="840"/>
                    <a:pt x="1131" y="614"/>
                  </a:cubicBezTo>
                  <a:cubicBezTo>
                    <a:pt x="1167" y="316"/>
                    <a:pt x="941" y="54"/>
                    <a:pt x="643" y="7"/>
                  </a:cubicBezTo>
                  <a:cubicBezTo>
                    <a:pt x="618" y="2"/>
                    <a:pt x="592" y="0"/>
                    <a:pt x="5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5"/>
            <p:cNvSpPr/>
            <p:nvPr/>
          </p:nvSpPr>
          <p:spPr>
            <a:xfrm>
              <a:off x="4574675" y="4319825"/>
              <a:ext cx="37825" cy="38250"/>
            </a:xfrm>
            <a:custGeom>
              <a:rect b="b" l="l" r="r" t="t"/>
              <a:pathLst>
                <a:path extrusionOk="0" h="1530" w="1513">
                  <a:moveTo>
                    <a:pt x="731" y="0"/>
                  </a:moveTo>
                  <a:cubicBezTo>
                    <a:pt x="438" y="0"/>
                    <a:pt x="177" y="180"/>
                    <a:pt x="60" y="436"/>
                  </a:cubicBezTo>
                  <a:cubicBezTo>
                    <a:pt x="24" y="508"/>
                    <a:pt x="0" y="603"/>
                    <a:pt x="0" y="686"/>
                  </a:cubicBezTo>
                  <a:lnTo>
                    <a:pt x="0" y="782"/>
                  </a:lnTo>
                  <a:cubicBezTo>
                    <a:pt x="0" y="889"/>
                    <a:pt x="24" y="984"/>
                    <a:pt x="60" y="1079"/>
                  </a:cubicBezTo>
                  <a:cubicBezTo>
                    <a:pt x="95" y="1186"/>
                    <a:pt x="179" y="1270"/>
                    <a:pt x="262" y="1341"/>
                  </a:cubicBezTo>
                  <a:cubicBezTo>
                    <a:pt x="381" y="1448"/>
                    <a:pt x="524" y="1508"/>
                    <a:pt x="679" y="1520"/>
                  </a:cubicBezTo>
                  <a:cubicBezTo>
                    <a:pt x="710" y="1527"/>
                    <a:pt x="742" y="1530"/>
                    <a:pt x="772" y="1530"/>
                  </a:cubicBezTo>
                  <a:cubicBezTo>
                    <a:pt x="847" y="1530"/>
                    <a:pt x="918" y="1513"/>
                    <a:pt x="976" y="1496"/>
                  </a:cubicBezTo>
                  <a:cubicBezTo>
                    <a:pt x="1084" y="1460"/>
                    <a:pt x="1167" y="1401"/>
                    <a:pt x="1250" y="1341"/>
                  </a:cubicBezTo>
                  <a:cubicBezTo>
                    <a:pt x="1334" y="1270"/>
                    <a:pt x="1393" y="1186"/>
                    <a:pt x="1441" y="1079"/>
                  </a:cubicBezTo>
                  <a:cubicBezTo>
                    <a:pt x="1465" y="1008"/>
                    <a:pt x="1488" y="925"/>
                    <a:pt x="1500" y="853"/>
                  </a:cubicBezTo>
                  <a:cubicBezTo>
                    <a:pt x="1512" y="686"/>
                    <a:pt x="1488" y="544"/>
                    <a:pt x="1417" y="424"/>
                  </a:cubicBezTo>
                  <a:cubicBezTo>
                    <a:pt x="1369" y="293"/>
                    <a:pt x="1298" y="198"/>
                    <a:pt x="1203" y="139"/>
                  </a:cubicBezTo>
                  <a:cubicBezTo>
                    <a:pt x="1096" y="67"/>
                    <a:pt x="965" y="8"/>
                    <a:pt x="834" y="8"/>
                  </a:cubicBezTo>
                  <a:cubicBezTo>
                    <a:pt x="799" y="3"/>
                    <a:pt x="765" y="0"/>
                    <a:pt x="73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5"/>
            <p:cNvSpPr/>
            <p:nvPr/>
          </p:nvSpPr>
          <p:spPr>
            <a:xfrm>
              <a:off x="4163600" y="4245300"/>
              <a:ext cx="27400" cy="26400"/>
            </a:xfrm>
            <a:custGeom>
              <a:rect b="b" l="l" r="r" t="t"/>
              <a:pathLst>
                <a:path extrusionOk="0" h="1056" w="1096">
                  <a:moveTo>
                    <a:pt x="608" y="0"/>
                  </a:moveTo>
                  <a:cubicBezTo>
                    <a:pt x="548" y="0"/>
                    <a:pt x="501" y="0"/>
                    <a:pt x="453" y="12"/>
                  </a:cubicBezTo>
                  <a:cubicBezTo>
                    <a:pt x="215" y="60"/>
                    <a:pt x="36" y="250"/>
                    <a:pt x="24" y="488"/>
                  </a:cubicBezTo>
                  <a:cubicBezTo>
                    <a:pt x="1" y="560"/>
                    <a:pt x="24" y="667"/>
                    <a:pt x="72" y="750"/>
                  </a:cubicBezTo>
                  <a:cubicBezTo>
                    <a:pt x="120" y="858"/>
                    <a:pt x="203" y="953"/>
                    <a:pt x="310" y="988"/>
                  </a:cubicBezTo>
                  <a:cubicBezTo>
                    <a:pt x="370" y="1024"/>
                    <a:pt x="429" y="1036"/>
                    <a:pt x="501" y="1048"/>
                  </a:cubicBezTo>
                  <a:cubicBezTo>
                    <a:pt x="528" y="1053"/>
                    <a:pt x="555" y="1055"/>
                    <a:pt x="581" y="1055"/>
                  </a:cubicBezTo>
                  <a:cubicBezTo>
                    <a:pt x="681" y="1055"/>
                    <a:pt x="773" y="1021"/>
                    <a:pt x="858" y="965"/>
                  </a:cubicBezTo>
                  <a:lnTo>
                    <a:pt x="870" y="965"/>
                  </a:lnTo>
                  <a:cubicBezTo>
                    <a:pt x="941" y="905"/>
                    <a:pt x="1013" y="846"/>
                    <a:pt x="1048" y="750"/>
                  </a:cubicBezTo>
                  <a:cubicBezTo>
                    <a:pt x="1084" y="691"/>
                    <a:pt x="1096" y="631"/>
                    <a:pt x="1096" y="572"/>
                  </a:cubicBezTo>
                  <a:cubicBezTo>
                    <a:pt x="1096" y="512"/>
                    <a:pt x="1096" y="465"/>
                    <a:pt x="1084" y="429"/>
                  </a:cubicBezTo>
                  <a:cubicBezTo>
                    <a:pt x="1084" y="417"/>
                    <a:pt x="1084" y="393"/>
                    <a:pt x="1072" y="381"/>
                  </a:cubicBezTo>
                  <a:cubicBezTo>
                    <a:pt x="1036" y="262"/>
                    <a:pt x="965" y="179"/>
                    <a:pt x="870" y="96"/>
                  </a:cubicBezTo>
                  <a:cubicBezTo>
                    <a:pt x="858" y="84"/>
                    <a:pt x="846" y="72"/>
                    <a:pt x="834" y="72"/>
                  </a:cubicBezTo>
                  <a:cubicBezTo>
                    <a:pt x="751" y="24"/>
                    <a:pt x="679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5"/>
            <p:cNvSpPr/>
            <p:nvPr/>
          </p:nvSpPr>
          <p:spPr>
            <a:xfrm>
              <a:off x="2754800" y="4228775"/>
              <a:ext cx="27100" cy="27250"/>
            </a:xfrm>
            <a:custGeom>
              <a:rect b="b" l="l" r="r" t="t"/>
              <a:pathLst>
                <a:path extrusionOk="0" h="1090" w="1084">
                  <a:moveTo>
                    <a:pt x="516" y="0"/>
                  </a:moveTo>
                  <a:cubicBezTo>
                    <a:pt x="325" y="0"/>
                    <a:pt x="166" y="111"/>
                    <a:pt x="72" y="268"/>
                  </a:cubicBezTo>
                  <a:cubicBezTo>
                    <a:pt x="36" y="328"/>
                    <a:pt x="12" y="399"/>
                    <a:pt x="0" y="495"/>
                  </a:cubicBezTo>
                  <a:cubicBezTo>
                    <a:pt x="0" y="554"/>
                    <a:pt x="0" y="614"/>
                    <a:pt x="12" y="661"/>
                  </a:cubicBezTo>
                  <a:cubicBezTo>
                    <a:pt x="36" y="721"/>
                    <a:pt x="60" y="780"/>
                    <a:pt x="96" y="840"/>
                  </a:cubicBezTo>
                  <a:cubicBezTo>
                    <a:pt x="179" y="971"/>
                    <a:pt x="310" y="1054"/>
                    <a:pt x="489" y="1090"/>
                  </a:cubicBezTo>
                  <a:lnTo>
                    <a:pt x="548" y="1090"/>
                  </a:lnTo>
                  <a:cubicBezTo>
                    <a:pt x="703" y="1090"/>
                    <a:pt x="834" y="1030"/>
                    <a:pt x="929" y="935"/>
                  </a:cubicBezTo>
                  <a:cubicBezTo>
                    <a:pt x="1012" y="852"/>
                    <a:pt x="1084" y="733"/>
                    <a:pt x="1084" y="602"/>
                  </a:cubicBezTo>
                  <a:lnTo>
                    <a:pt x="1084" y="506"/>
                  </a:lnTo>
                  <a:cubicBezTo>
                    <a:pt x="1084" y="387"/>
                    <a:pt x="1048" y="280"/>
                    <a:pt x="965" y="197"/>
                  </a:cubicBezTo>
                  <a:cubicBezTo>
                    <a:pt x="881" y="90"/>
                    <a:pt x="750" y="18"/>
                    <a:pt x="596" y="6"/>
                  </a:cubicBezTo>
                  <a:cubicBezTo>
                    <a:pt x="569" y="2"/>
                    <a:pt x="542" y="0"/>
                    <a:pt x="5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5"/>
            <p:cNvSpPr/>
            <p:nvPr/>
          </p:nvSpPr>
          <p:spPr>
            <a:xfrm>
              <a:off x="2582150" y="4308350"/>
              <a:ext cx="28000" cy="27250"/>
            </a:xfrm>
            <a:custGeom>
              <a:rect b="b" l="l" r="r" t="t"/>
              <a:pathLst>
                <a:path extrusionOk="0" h="1090" w="1120">
                  <a:moveTo>
                    <a:pt x="575" y="1"/>
                  </a:moveTo>
                  <a:cubicBezTo>
                    <a:pt x="296" y="1"/>
                    <a:pt x="58" y="208"/>
                    <a:pt x="25" y="491"/>
                  </a:cubicBezTo>
                  <a:cubicBezTo>
                    <a:pt x="1" y="788"/>
                    <a:pt x="215" y="1062"/>
                    <a:pt x="525" y="1086"/>
                  </a:cubicBezTo>
                  <a:cubicBezTo>
                    <a:pt x="545" y="1088"/>
                    <a:pt x="566" y="1090"/>
                    <a:pt x="586" y="1090"/>
                  </a:cubicBezTo>
                  <a:cubicBezTo>
                    <a:pt x="858" y="1090"/>
                    <a:pt x="1087" y="875"/>
                    <a:pt x="1120" y="598"/>
                  </a:cubicBezTo>
                  <a:cubicBezTo>
                    <a:pt x="1120" y="538"/>
                    <a:pt x="1120" y="479"/>
                    <a:pt x="1096" y="431"/>
                  </a:cubicBezTo>
                  <a:cubicBezTo>
                    <a:pt x="1072" y="312"/>
                    <a:pt x="1013" y="217"/>
                    <a:pt x="941" y="133"/>
                  </a:cubicBezTo>
                  <a:cubicBezTo>
                    <a:pt x="858" y="74"/>
                    <a:pt x="775" y="26"/>
                    <a:pt x="679" y="14"/>
                  </a:cubicBezTo>
                  <a:cubicBezTo>
                    <a:pt x="667" y="14"/>
                    <a:pt x="656" y="2"/>
                    <a:pt x="620" y="2"/>
                  </a:cubicBezTo>
                  <a:cubicBezTo>
                    <a:pt x="605" y="1"/>
                    <a:pt x="590" y="1"/>
                    <a:pt x="57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5"/>
            <p:cNvSpPr/>
            <p:nvPr/>
          </p:nvSpPr>
          <p:spPr>
            <a:xfrm>
              <a:off x="3259325" y="4015150"/>
              <a:ext cx="28300" cy="26950"/>
            </a:xfrm>
            <a:custGeom>
              <a:rect b="b" l="l" r="r" t="t"/>
              <a:pathLst>
                <a:path extrusionOk="0" h="1078" w="1132">
                  <a:moveTo>
                    <a:pt x="563" y="1"/>
                  </a:moveTo>
                  <a:cubicBezTo>
                    <a:pt x="284" y="1"/>
                    <a:pt x="46" y="208"/>
                    <a:pt x="12" y="491"/>
                  </a:cubicBezTo>
                  <a:cubicBezTo>
                    <a:pt x="0" y="646"/>
                    <a:pt x="48" y="777"/>
                    <a:pt x="155" y="896"/>
                  </a:cubicBezTo>
                  <a:cubicBezTo>
                    <a:pt x="215" y="967"/>
                    <a:pt x="310" y="1027"/>
                    <a:pt x="429" y="1062"/>
                  </a:cubicBezTo>
                  <a:cubicBezTo>
                    <a:pt x="453" y="1062"/>
                    <a:pt x="477" y="1074"/>
                    <a:pt x="489" y="1074"/>
                  </a:cubicBezTo>
                  <a:lnTo>
                    <a:pt x="512" y="1074"/>
                  </a:lnTo>
                  <a:cubicBezTo>
                    <a:pt x="533" y="1076"/>
                    <a:pt x="553" y="1077"/>
                    <a:pt x="572" y="1077"/>
                  </a:cubicBezTo>
                  <a:cubicBezTo>
                    <a:pt x="665" y="1077"/>
                    <a:pt x="745" y="1054"/>
                    <a:pt x="834" y="1015"/>
                  </a:cubicBezTo>
                  <a:cubicBezTo>
                    <a:pt x="989" y="931"/>
                    <a:pt x="1084" y="777"/>
                    <a:pt x="1108" y="598"/>
                  </a:cubicBezTo>
                  <a:cubicBezTo>
                    <a:pt x="1132" y="300"/>
                    <a:pt x="905" y="38"/>
                    <a:pt x="608" y="3"/>
                  </a:cubicBezTo>
                  <a:cubicBezTo>
                    <a:pt x="593" y="2"/>
                    <a:pt x="577" y="1"/>
                    <a:pt x="5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5"/>
            <p:cNvSpPr/>
            <p:nvPr/>
          </p:nvSpPr>
          <p:spPr>
            <a:xfrm>
              <a:off x="5234575" y="4397850"/>
              <a:ext cx="36625" cy="13550"/>
            </a:xfrm>
            <a:custGeom>
              <a:rect b="b" l="l" r="r" t="t"/>
              <a:pathLst>
                <a:path extrusionOk="0" h="542" w="1465">
                  <a:moveTo>
                    <a:pt x="736" y="1"/>
                  </a:moveTo>
                  <a:cubicBezTo>
                    <a:pt x="686" y="1"/>
                    <a:pt x="635" y="6"/>
                    <a:pt x="596" y="6"/>
                  </a:cubicBezTo>
                  <a:cubicBezTo>
                    <a:pt x="477" y="30"/>
                    <a:pt x="381" y="66"/>
                    <a:pt x="286" y="149"/>
                  </a:cubicBezTo>
                  <a:cubicBezTo>
                    <a:pt x="262" y="161"/>
                    <a:pt x="238" y="173"/>
                    <a:pt x="227" y="185"/>
                  </a:cubicBezTo>
                  <a:cubicBezTo>
                    <a:pt x="143" y="268"/>
                    <a:pt x="84" y="351"/>
                    <a:pt x="36" y="459"/>
                  </a:cubicBezTo>
                  <a:cubicBezTo>
                    <a:pt x="24" y="482"/>
                    <a:pt x="24" y="518"/>
                    <a:pt x="0" y="542"/>
                  </a:cubicBezTo>
                  <a:lnTo>
                    <a:pt x="1465" y="542"/>
                  </a:lnTo>
                  <a:cubicBezTo>
                    <a:pt x="1370" y="268"/>
                    <a:pt x="1120" y="42"/>
                    <a:pt x="810" y="6"/>
                  </a:cubicBezTo>
                  <a:cubicBezTo>
                    <a:pt x="786" y="2"/>
                    <a:pt x="761" y="1"/>
                    <a:pt x="7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5"/>
            <p:cNvSpPr/>
            <p:nvPr/>
          </p:nvSpPr>
          <p:spPr>
            <a:xfrm>
              <a:off x="4984250" y="3714800"/>
              <a:ext cx="39600" cy="38200"/>
            </a:xfrm>
            <a:custGeom>
              <a:rect b="b" l="l" r="r" t="t"/>
              <a:pathLst>
                <a:path extrusionOk="0" h="1528" w="1584">
                  <a:moveTo>
                    <a:pt x="778" y="0"/>
                  </a:moveTo>
                  <a:cubicBezTo>
                    <a:pt x="388" y="0"/>
                    <a:pt x="46" y="289"/>
                    <a:pt x="12" y="694"/>
                  </a:cubicBezTo>
                  <a:cubicBezTo>
                    <a:pt x="0" y="813"/>
                    <a:pt x="12" y="932"/>
                    <a:pt x="60" y="1039"/>
                  </a:cubicBezTo>
                  <a:cubicBezTo>
                    <a:pt x="119" y="1134"/>
                    <a:pt x="179" y="1242"/>
                    <a:pt x="274" y="1313"/>
                  </a:cubicBezTo>
                  <a:cubicBezTo>
                    <a:pt x="310" y="1361"/>
                    <a:pt x="369" y="1408"/>
                    <a:pt x="417" y="1432"/>
                  </a:cubicBezTo>
                  <a:cubicBezTo>
                    <a:pt x="512" y="1480"/>
                    <a:pt x="607" y="1527"/>
                    <a:pt x="715" y="1527"/>
                  </a:cubicBezTo>
                  <a:lnTo>
                    <a:pt x="893" y="1527"/>
                  </a:lnTo>
                  <a:cubicBezTo>
                    <a:pt x="1012" y="1515"/>
                    <a:pt x="1119" y="1468"/>
                    <a:pt x="1203" y="1408"/>
                  </a:cubicBezTo>
                  <a:cubicBezTo>
                    <a:pt x="1381" y="1289"/>
                    <a:pt x="1524" y="1075"/>
                    <a:pt x="1536" y="837"/>
                  </a:cubicBezTo>
                  <a:cubicBezTo>
                    <a:pt x="1584" y="420"/>
                    <a:pt x="1286" y="39"/>
                    <a:pt x="846" y="3"/>
                  </a:cubicBezTo>
                  <a:cubicBezTo>
                    <a:pt x="823" y="1"/>
                    <a:pt x="800" y="0"/>
                    <a:pt x="77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5"/>
            <p:cNvSpPr/>
            <p:nvPr/>
          </p:nvSpPr>
          <p:spPr>
            <a:xfrm>
              <a:off x="3074475" y="4307150"/>
              <a:ext cx="15500" cy="15550"/>
            </a:xfrm>
            <a:custGeom>
              <a:rect b="b" l="l" r="r" t="t"/>
              <a:pathLst>
                <a:path extrusionOk="0" h="622" w="620">
                  <a:moveTo>
                    <a:pt x="328" y="0"/>
                  </a:moveTo>
                  <a:cubicBezTo>
                    <a:pt x="264" y="0"/>
                    <a:pt x="195" y="30"/>
                    <a:pt x="144" y="50"/>
                  </a:cubicBezTo>
                  <a:cubicBezTo>
                    <a:pt x="72" y="86"/>
                    <a:pt x="13" y="169"/>
                    <a:pt x="1" y="277"/>
                  </a:cubicBezTo>
                  <a:cubicBezTo>
                    <a:pt x="1" y="300"/>
                    <a:pt x="1" y="336"/>
                    <a:pt x="13" y="360"/>
                  </a:cubicBezTo>
                  <a:cubicBezTo>
                    <a:pt x="24" y="408"/>
                    <a:pt x="48" y="455"/>
                    <a:pt x="60" y="479"/>
                  </a:cubicBezTo>
                  <a:cubicBezTo>
                    <a:pt x="96" y="562"/>
                    <a:pt x="191" y="622"/>
                    <a:pt x="286" y="622"/>
                  </a:cubicBezTo>
                  <a:lnTo>
                    <a:pt x="382" y="622"/>
                  </a:lnTo>
                  <a:cubicBezTo>
                    <a:pt x="465" y="598"/>
                    <a:pt x="536" y="562"/>
                    <a:pt x="560" y="503"/>
                  </a:cubicBezTo>
                  <a:cubicBezTo>
                    <a:pt x="596" y="455"/>
                    <a:pt x="620" y="408"/>
                    <a:pt x="620" y="348"/>
                  </a:cubicBezTo>
                  <a:cubicBezTo>
                    <a:pt x="620" y="300"/>
                    <a:pt x="620" y="265"/>
                    <a:pt x="608" y="217"/>
                  </a:cubicBezTo>
                  <a:cubicBezTo>
                    <a:pt x="584" y="110"/>
                    <a:pt x="489" y="38"/>
                    <a:pt x="382" y="27"/>
                  </a:cubicBezTo>
                  <a:cubicBezTo>
                    <a:pt x="370" y="27"/>
                    <a:pt x="358" y="27"/>
                    <a:pt x="358" y="3"/>
                  </a:cubicBezTo>
                  <a:cubicBezTo>
                    <a:pt x="348" y="1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5"/>
            <p:cNvSpPr/>
            <p:nvPr/>
          </p:nvSpPr>
          <p:spPr>
            <a:xfrm>
              <a:off x="3911200" y="4344925"/>
              <a:ext cx="16375" cy="15575"/>
            </a:xfrm>
            <a:custGeom>
              <a:rect b="b" l="l" r="r" t="t"/>
              <a:pathLst>
                <a:path extrusionOk="0" h="623" w="655">
                  <a:moveTo>
                    <a:pt x="312" y="1"/>
                  </a:moveTo>
                  <a:cubicBezTo>
                    <a:pt x="167" y="1"/>
                    <a:pt x="55" y="103"/>
                    <a:pt x="12" y="254"/>
                  </a:cubicBezTo>
                  <a:lnTo>
                    <a:pt x="12" y="278"/>
                  </a:lnTo>
                  <a:cubicBezTo>
                    <a:pt x="0" y="456"/>
                    <a:pt x="119" y="611"/>
                    <a:pt x="298" y="623"/>
                  </a:cubicBezTo>
                  <a:lnTo>
                    <a:pt x="405" y="623"/>
                  </a:lnTo>
                  <a:cubicBezTo>
                    <a:pt x="524" y="599"/>
                    <a:pt x="631" y="492"/>
                    <a:pt x="643" y="337"/>
                  </a:cubicBezTo>
                  <a:cubicBezTo>
                    <a:pt x="655" y="159"/>
                    <a:pt x="536" y="16"/>
                    <a:pt x="357" y="4"/>
                  </a:cubicBezTo>
                  <a:cubicBezTo>
                    <a:pt x="342" y="2"/>
                    <a:pt x="327" y="1"/>
                    <a:pt x="31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6"/>
          <p:cNvSpPr/>
          <p:nvPr/>
        </p:nvSpPr>
        <p:spPr>
          <a:xfrm>
            <a:off x="0" y="4845825"/>
            <a:ext cx="9144000" cy="2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6"/>
          <p:cNvSpPr txBox="1"/>
          <p:nvPr>
            <p:ph hasCustomPrompt="1" type="title"/>
          </p:nvPr>
        </p:nvSpPr>
        <p:spPr>
          <a:xfrm>
            <a:off x="1025700" y="1411294"/>
            <a:ext cx="7092600" cy="17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65" name="Google Shape;565;p16"/>
          <p:cNvSpPr txBox="1"/>
          <p:nvPr>
            <p:ph idx="1" type="subTitle"/>
          </p:nvPr>
        </p:nvSpPr>
        <p:spPr>
          <a:xfrm>
            <a:off x="1283925" y="3235106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566" name="Google Shape;566;p16"/>
          <p:cNvGrpSpPr/>
          <p:nvPr/>
        </p:nvGrpSpPr>
        <p:grpSpPr>
          <a:xfrm flipH="1" rot="10800000">
            <a:off x="5136556" y="3277534"/>
            <a:ext cx="4037062" cy="1568292"/>
            <a:chOff x="874500" y="1324100"/>
            <a:chExt cx="2298225" cy="892800"/>
          </a:xfrm>
        </p:grpSpPr>
        <p:sp>
          <p:nvSpPr>
            <p:cNvPr id="567" name="Google Shape;567;p16"/>
            <p:cNvSpPr/>
            <p:nvPr/>
          </p:nvSpPr>
          <p:spPr>
            <a:xfrm>
              <a:off x="3108700" y="1324100"/>
              <a:ext cx="64025" cy="42300"/>
            </a:xfrm>
            <a:custGeom>
              <a:rect b="b" l="l" r="r" t="t"/>
              <a:pathLst>
                <a:path extrusionOk="0" h="1692" w="2561">
                  <a:moveTo>
                    <a:pt x="1918" y="1"/>
                  </a:moveTo>
                  <a:lnTo>
                    <a:pt x="1918" y="12"/>
                  </a:lnTo>
                  <a:lnTo>
                    <a:pt x="25" y="1334"/>
                  </a:lnTo>
                  <a:lnTo>
                    <a:pt x="1" y="1417"/>
                  </a:lnTo>
                  <a:cubicBezTo>
                    <a:pt x="72" y="1489"/>
                    <a:pt x="132" y="1572"/>
                    <a:pt x="156" y="1691"/>
                  </a:cubicBezTo>
                  <a:lnTo>
                    <a:pt x="256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3100375" y="1324400"/>
              <a:ext cx="24425" cy="35450"/>
            </a:xfrm>
            <a:custGeom>
              <a:rect b="b" l="l" r="r" t="t"/>
              <a:pathLst>
                <a:path extrusionOk="0" h="1418" w="977">
                  <a:moveTo>
                    <a:pt x="572" y="0"/>
                  </a:moveTo>
                  <a:lnTo>
                    <a:pt x="1" y="1263"/>
                  </a:lnTo>
                  <a:cubicBezTo>
                    <a:pt x="120" y="1286"/>
                    <a:pt x="239" y="1346"/>
                    <a:pt x="334" y="1417"/>
                  </a:cubicBezTo>
                  <a:lnTo>
                    <a:pt x="358" y="1346"/>
                  </a:lnTo>
                  <a:lnTo>
                    <a:pt x="977" y="12"/>
                  </a:lnTo>
                  <a:lnTo>
                    <a:pt x="572" y="12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2658050" y="1324100"/>
              <a:ext cx="77725" cy="101225"/>
            </a:xfrm>
            <a:custGeom>
              <a:rect b="b" l="l" r="r" t="t"/>
              <a:pathLst>
                <a:path extrusionOk="0" h="4049" w="3109">
                  <a:moveTo>
                    <a:pt x="2668" y="1"/>
                  </a:moveTo>
                  <a:lnTo>
                    <a:pt x="1" y="3834"/>
                  </a:lnTo>
                  <a:cubicBezTo>
                    <a:pt x="120" y="3894"/>
                    <a:pt x="227" y="3953"/>
                    <a:pt x="298" y="4049"/>
                  </a:cubicBezTo>
                  <a:lnTo>
                    <a:pt x="310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3039950" y="1324100"/>
              <a:ext cx="46750" cy="37525"/>
            </a:xfrm>
            <a:custGeom>
              <a:rect b="b" l="l" r="r" t="t"/>
              <a:pathLst>
                <a:path extrusionOk="0" h="1501" w="1870">
                  <a:moveTo>
                    <a:pt x="1" y="1"/>
                  </a:moveTo>
                  <a:lnTo>
                    <a:pt x="1" y="12"/>
                  </a:lnTo>
                  <a:lnTo>
                    <a:pt x="1144" y="1239"/>
                  </a:lnTo>
                  <a:lnTo>
                    <a:pt x="1870" y="1501"/>
                  </a:lnTo>
                  <a:lnTo>
                    <a:pt x="1870" y="1489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3095625" y="1382750"/>
              <a:ext cx="10725" cy="6125"/>
            </a:xfrm>
            <a:custGeom>
              <a:rect b="b" l="l" r="r" t="t"/>
              <a:pathLst>
                <a:path extrusionOk="0" h="245" w="429">
                  <a:moveTo>
                    <a:pt x="405" y="0"/>
                  </a:moveTo>
                  <a:lnTo>
                    <a:pt x="405" y="0"/>
                  </a:lnTo>
                  <a:cubicBezTo>
                    <a:pt x="357" y="36"/>
                    <a:pt x="298" y="48"/>
                    <a:pt x="250" y="60"/>
                  </a:cubicBezTo>
                  <a:cubicBezTo>
                    <a:pt x="214" y="72"/>
                    <a:pt x="176" y="78"/>
                    <a:pt x="134" y="78"/>
                  </a:cubicBezTo>
                  <a:cubicBezTo>
                    <a:pt x="92" y="78"/>
                    <a:pt x="48" y="72"/>
                    <a:pt x="0" y="60"/>
                  </a:cubicBezTo>
                  <a:lnTo>
                    <a:pt x="0" y="60"/>
                  </a:lnTo>
                  <a:lnTo>
                    <a:pt x="107" y="179"/>
                  </a:lnTo>
                  <a:cubicBezTo>
                    <a:pt x="139" y="224"/>
                    <a:pt x="189" y="245"/>
                    <a:pt x="239" y="245"/>
                  </a:cubicBezTo>
                  <a:cubicBezTo>
                    <a:pt x="282" y="245"/>
                    <a:pt x="324" y="230"/>
                    <a:pt x="357" y="203"/>
                  </a:cubicBezTo>
                  <a:cubicBezTo>
                    <a:pt x="417" y="155"/>
                    <a:pt x="429" y="60"/>
                    <a:pt x="40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2519350" y="1324100"/>
              <a:ext cx="119375" cy="105400"/>
            </a:xfrm>
            <a:custGeom>
              <a:rect b="b" l="l" r="r" t="t"/>
              <a:pathLst>
                <a:path extrusionOk="0" h="4216" w="4775">
                  <a:moveTo>
                    <a:pt x="1" y="1"/>
                  </a:moveTo>
                  <a:lnTo>
                    <a:pt x="4477" y="4180"/>
                  </a:lnTo>
                  <a:lnTo>
                    <a:pt x="4549" y="4215"/>
                  </a:lnTo>
                  <a:cubicBezTo>
                    <a:pt x="4608" y="4108"/>
                    <a:pt x="4692" y="4037"/>
                    <a:pt x="4775" y="3953"/>
                  </a:cubicBezTo>
                  <a:lnTo>
                    <a:pt x="53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2959575" y="1324400"/>
              <a:ext cx="127425" cy="44675"/>
            </a:xfrm>
            <a:custGeom>
              <a:rect b="b" l="l" r="r" t="t"/>
              <a:pathLst>
                <a:path extrusionOk="0" h="1787" w="5097">
                  <a:moveTo>
                    <a:pt x="1" y="0"/>
                  </a:moveTo>
                  <a:lnTo>
                    <a:pt x="4847" y="1786"/>
                  </a:lnTo>
                  <a:lnTo>
                    <a:pt x="5001" y="1763"/>
                  </a:lnTo>
                  <a:cubicBezTo>
                    <a:pt x="5013" y="1655"/>
                    <a:pt x="5037" y="1560"/>
                    <a:pt x="5097" y="1489"/>
                  </a:cubicBezTo>
                  <a:lnTo>
                    <a:pt x="4370" y="1227"/>
                  </a:lnTo>
                  <a:lnTo>
                    <a:pt x="103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2669975" y="1368450"/>
              <a:ext cx="416425" cy="72950"/>
            </a:xfrm>
            <a:custGeom>
              <a:rect b="b" l="l" r="r" t="t"/>
              <a:pathLst>
                <a:path extrusionOk="0" h="2918" w="16657">
                  <a:moveTo>
                    <a:pt x="16585" y="1"/>
                  </a:moveTo>
                  <a:lnTo>
                    <a:pt x="16419" y="24"/>
                  </a:lnTo>
                  <a:lnTo>
                    <a:pt x="0" y="2560"/>
                  </a:lnTo>
                  <a:cubicBezTo>
                    <a:pt x="12" y="2584"/>
                    <a:pt x="12" y="2620"/>
                    <a:pt x="36" y="2644"/>
                  </a:cubicBezTo>
                  <a:cubicBezTo>
                    <a:pt x="60" y="2739"/>
                    <a:pt x="60" y="2822"/>
                    <a:pt x="60" y="2918"/>
                  </a:cubicBezTo>
                  <a:lnTo>
                    <a:pt x="16657" y="358"/>
                  </a:lnTo>
                  <a:cubicBezTo>
                    <a:pt x="16621" y="310"/>
                    <a:pt x="16609" y="251"/>
                    <a:pt x="16597" y="203"/>
                  </a:cubicBezTo>
                  <a:cubicBezTo>
                    <a:pt x="16585" y="132"/>
                    <a:pt x="16585" y="72"/>
                    <a:pt x="1658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2464575" y="1378875"/>
              <a:ext cx="629275" cy="804275"/>
            </a:xfrm>
            <a:custGeom>
              <a:rect b="b" l="l" r="r" t="t"/>
              <a:pathLst>
                <a:path extrusionOk="0" h="32171" w="25171">
                  <a:moveTo>
                    <a:pt x="24885" y="0"/>
                  </a:moveTo>
                  <a:lnTo>
                    <a:pt x="1" y="31945"/>
                  </a:lnTo>
                  <a:cubicBezTo>
                    <a:pt x="108" y="31992"/>
                    <a:pt x="203" y="32064"/>
                    <a:pt x="287" y="32171"/>
                  </a:cubicBezTo>
                  <a:lnTo>
                    <a:pt x="25171" y="203"/>
                  </a:lnTo>
                  <a:cubicBezTo>
                    <a:pt x="25063" y="155"/>
                    <a:pt x="24956" y="84"/>
                    <a:pt x="2488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2489575" y="1454775"/>
              <a:ext cx="155400" cy="285775"/>
            </a:xfrm>
            <a:custGeom>
              <a:rect b="b" l="l" r="r" t="t"/>
              <a:pathLst>
                <a:path extrusionOk="0" h="11431" w="6216">
                  <a:moveTo>
                    <a:pt x="5906" y="0"/>
                  </a:moveTo>
                  <a:lnTo>
                    <a:pt x="1" y="11264"/>
                  </a:lnTo>
                  <a:cubicBezTo>
                    <a:pt x="120" y="11311"/>
                    <a:pt x="227" y="11371"/>
                    <a:pt x="322" y="11430"/>
                  </a:cubicBezTo>
                  <a:lnTo>
                    <a:pt x="6216" y="179"/>
                  </a:lnTo>
                  <a:cubicBezTo>
                    <a:pt x="6097" y="143"/>
                    <a:pt x="6002" y="84"/>
                    <a:pt x="590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2481850" y="1387200"/>
              <a:ext cx="1500" cy="2400"/>
            </a:xfrm>
            <a:custGeom>
              <a:rect b="b" l="l" r="r" t="t"/>
              <a:pathLst>
                <a:path extrusionOk="0" h="96" w="60">
                  <a:moveTo>
                    <a:pt x="0" y="1"/>
                  </a:moveTo>
                  <a:lnTo>
                    <a:pt x="0" y="96"/>
                  </a:lnTo>
                  <a:cubicBezTo>
                    <a:pt x="24" y="60"/>
                    <a:pt x="36" y="36"/>
                    <a:pt x="60" y="2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2482450" y="1324400"/>
              <a:ext cx="12225" cy="56575"/>
            </a:xfrm>
            <a:custGeom>
              <a:rect b="b" l="l" r="r" t="t"/>
              <a:pathLst>
                <a:path extrusionOk="0" h="2263" w="489">
                  <a:moveTo>
                    <a:pt x="131" y="0"/>
                  </a:moveTo>
                  <a:lnTo>
                    <a:pt x="0" y="2132"/>
                  </a:lnTo>
                  <a:lnTo>
                    <a:pt x="357" y="2263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2461300" y="1397025"/>
              <a:ext cx="28600" cy="338450"/>
            </a:xfrm>
            <a:custGeom>
              <a:rect b="b" l="l" r="r" t="t"/>
              <a:pathLst>
                <a:path extrusionOk="0" h="13538" w="1144">
                  <a:moveTo>
                    <a:pt x="799" y="1"/>
                  </a:moveTo>
                  <a:lnTo>
                    <a:pt x="1" y="13455"/>
                  </a:lnTo>
                  <a:cubicBezTo>
                    <a:pt x="1" y="13478"/>
                    <a:pt x="1" y="13514"/>
                    <a:pt x="13" y="13538"/>
                  </a:cubicBezTo>
                  <a:cubicBezTo>
                    <a:pt x="60" y="13526"/>
                    <a:pt x="84" y="13514"/>
                    <a:pt x="132" y="13514"/>
                  </a:cubicBezTo>
                  <a:lnTo>
                    <a:pt x="358" y="13467"/>
                  </a:lnTo>
                  <a:lnTo>
                    <a:pt x="1144" y="203"/>
                  </a:lnTo>
                  <a:lnTo>
                    <a:pt x="1144" y="203"/>
                  </a:lnTo>
                  <a:cubicBezTo>
                    <a:pt x="1129" y="206"/>
                    <a:pt x="1114" y="207"/>
                    <a:pt x="1098" y="207"/>
                  </a:cubicBezTo>
                  <a:cubicBezTo>
                    <a:pt x="979" y="207"/>
                    <a:pt x="851" y="127"/>
                    <a:pt x="79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2299675" y="1324400"/>
              <a:ext cx="333400" cy="114025"/>
            </a:xfrm>
            <a:custGeom>
              <a:rect b="b" l="l" r="r" t="t"/>
              <a:pathLst>
                <a:path extrusionOk="0" h="4561" w="13336">
                  <a:moveTo>
                    <a:pt x="36" y="0"/>
                  </a:moveTo>
                  <a:lnTo>
                    <a:pt x="1" y="24"/>
                  </a:lnTo>
                  <a:lnTo>
                    <a:pt x="7299" y="2513"/>
                  </a:lnTo>
                  <a:lnTo>
                    <a:pt x="7359" y="2537"/>
                  </a:lnTo>
                  <a:cubicBezTo>
                    <a:pt x="7394" y="2501"/>
                    <a:pt x="7442" y="2477"/>
                    <a:pt x="7502" y="2453"/>
                  </a:cubicBezTo>
                  <a:cubicBezTo>
                    <a:pt x="7522" y="2451"/>
                    <a:pt x="7542" y="2449"/>
                    <a:pt x="7561" y="2449"/>
                  </a:cubicBezTo>
                  <a:cubicBezTo>
                    <a:pt x="7719" y="2449"/>
                    <a:pt x="7864" y="2533"/>
                    <a:pt x="7906" y="2691"/>
                  </a:cubicBezTo>
                  <a:lnTo>
                    <a:pt x="7906" y="2727"/>
                  </a:lnTo>
                  <a:lnTo>
                    <a:pt x="13240" y="4561"/>
                  </a:lnTo>
                  <a:cubicBezTo>
                    <a:pt x="13240" y="4430"/>
                    <a:pt x="13276" y="4322"/>
                    <a:pt x="13336" y="4215"/>
                  </a:cubicBezTo>
                  <a:lnTo>
                    <a:pt x="13264" y="4180"/>
                  </a:lnTo>
                  <a:lnTo>
                    <a:pt x="7668" y="2263"/>
                  </a:lnTo>
                  <a:lnTo>
                    <a:pt x="7311" y="2144"/>
                  </a:lnTo>
                  <a:lnTo>
                    <a:pt x="106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2163950" y="1324400"/>
              <a:ext cx="136950" cy="109550"/>
            </a:xfrm>
            <a:custGeom>
              <a:rect b="b" l="l" r="r" t="t"/>
              <a:pathLst>
                <a:path extrusionOk="0" h="4382" w="5478">
                  <a:moveTo>
                    <a:pt x="4918" y="0"/>
                  </a:moveTo>
                  <a:lnTo>
                    <a:pt x="0" y="4025"/>
                  </a:lnTo>
                  <a:lnTo>
                    <a:pt x="131" y="4382"/>
                  </a:lnTo>
                  <a:lnTo>
                    <a:pt x="5454" y="12"/>
                  </a:lnTo>
                  <a:lnTo>
                    <a:pt x="547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1971375" y="1430950"/>
              <a:ext cx="188425" cy="158400"/>
            </a:xfrm>
            <a:custGeom>
              <a:rect b="b" l="l" r="r" t="t"/>
              <a:pathLst>
                <a:path extrusionOk="0" h="6336" w="7537">
                  <a:moveTo>
                    <a:pt x="7406" y="1"/>
                  </a:moveTo>
                  <a:lnTo>
                    <a:pt x="0" y="6073"/>
                  </a:lnTo>
                  <a:cubicBezTo>
                    <a:pt x="95" y="6145"/>
                    <a:pt x="179" y="6228"/>
                    <a:pt x="238" y="6335"/>
                  </a:cubicBezTo>
                  <a:lnTo>
                    <a:pt x="7537" y="358"/>
                  </a:lnTo>
                  <a:lnTo>
                    <a:pt x="740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2269925" y="1742600"/>
              <a:ext cx="5075" cy="3000"/>
            </a:xfrm>
            <a:custGeom>
              <a:rect b="b" l="l" r="r" t="t"/>
              <a:pathLst>
                <a:path extrusionOk="0" h="120" w="203">
                  <a:moveTo>
                    <a:pt x="143" y="1"/>
                  </a:moveTo>
                  <a:cubicBezTo>
                    <a:pt x="95" y="1"/>
                    <a:pt x="48" y="1"/>
                    <a:pt x="0" y="13"/>
                  </a:cubicBezTo>
                  <a:cubicBezTo>
                    <a:pt x="36" y="96"/>
                    <a:pt x="107" y="120"/>
                    <a:pt x="202" y="120"/>
                  </a:cubicBezTo>
                  <a:lnTo>
                    <a:pt x="15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2117800" y="1324100"/>
              <a:ext cx="141425" cy="365850"/>
            </a:xfrm>
            <a:custGeom>
              <a:rect b="b" l="l" r="r" t="t"/>
              <a:pathLst>
                <a:path extrusionOk="0" h="14634" w="5657">
                  <a:moveTo>
                    <a:pt x="1" y="1"/>
                  </a:moveTo>
                  <a:lnTo>
                    <a:pt x="1549" y="4275"/>
                  </a:lnTo>
                  <a:lnTo>
                    <a:pt x="1680" y="4632"/>
                  </a:lnTo>
                  <a:lnTo>
                    <a:pt x="5335" y="14633"/>
                  </a:lnTo>
                  <a:cubicBezTo>
                    <a:pt x="5430" y="14574"/>
                    <a:pt x="5537" y="14514"/>
                    <a:pt x="5656" y="14479"/>
                  </a:cubicBezTo>
                  <a:lnTo>
                    <a:pt x="1977" y="4370"/>
                  </a:lnTo>
                  <a:lnTo>
                    <a:pt x="1846" y="4013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2450600" y="1814350"/>
              <a:ext cx="27100" cy="362275"/>
            </a:xfrm>
            <a:custGeom>
              <a:rect b="b" l="l" r="r" t="t"/>
              <a:pathLst>
                <a:path extrusionOk="0" h="14491" w="1084">
                  <a:moveTo>
                    <a:pt x="726" y="0"/>
                  </a:moveTo>
                  <a:lnTo>
                    <a:pt x="0" y="14490"/>
                  </a:lnTo>
                  <a:cubicBezTo>
                    <a:pt x="12" y="14490"/>
                    <a:pt x="12" y="14490"/>
                    <a:pt x="24" y="14466"/>
                  </a:cubicBezTo>
                  <a:cubicBezTo>
                    <a:pt x="87" y="14452"/>
                    <a:pt x="154" y="14446"/>
                    <a:pt x="220" y="14446"/>
                  </a:cubicBezTo>
                  <a:cubicBezTo>
                    <a:pt x="267" y="14446"/>
                    <a:pt x="313" y="14449"/>
                    <a:pt x="357" y="14454"/>
                  </a:cubicBezTo>
                  <a:lnTo>
                    <a:pt x="1084" y="0"/>
                  </a:lnTo>
                  <a:lnTo>
                    <a:pt x="1084" y="0"/>
                  </a:lnTo>
                  <a:cubicBezTo>
                    <a:pt x="1030" y="16"/>
                    <a:pt x="976" y="23"/>
                    <a:pt x="922" y="23"/>
                  </a:cubicBezTo>
                  <a:cubicBezTo>
                    <a:pt x="857" y="23"/>
                    <a:pt x="792" y="13"/>
                    <a:pt x="7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2273475" y="1738150"/>
              <a:ext cx="176850" cy="439950"/>
            </a:xfrm>
            <a:custGeom>
              <a:rect b="b" l="l" r="r" t="t"/>
              <a:pathLst>
                <a:path extrusionOk="0" h="17598" w="7074">
                  <a:moveTo>
                    <a:pt x="334" y="0"/>
                  </a:moveTo>
                  <a:cubicBezTo>
                    <a:pt x="239" y="72"/>
                    <a:pt x="132" y="131"/>
                    <a:pt x="1" y="167"/>
                  </a:cubicBezTo>
                  <a:lnTo>
                    <a:pt x="37" y="286"/>
                  </a:lnTo>
                  <a:lnTo>
                    <a:pt x="6514" y="17097"/>
                  </a:lnTo>
                  <a:lnTo>
                    <a:pt x="6930" y="17598"/>
                  </a:lnTo>
                  <a:cubicBezTo>
                    <a:pt x="6978" y="17562"/>
                    <a:pt x="7014" y="17550"/>
                    <a:pt x="7073" y="17538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2293425" y="1714325"/>
              <a:ext cx="141725" cy="60150"/>
            </a:xfrm>
            <a:custGeom>
              <a:rect b="b" l="l" r="r" t="t"/>
              <a:pathLst>
                <a:path extrusionOk="0" h="2406" w="5669">
                  <a:moveTo>
                    <a:pt x="60" y="1"/>
                  </a:moveTo>
                  <a:cubicBezTo>
                    <a:pt x="60" y="120"/>
                    <a:pt x="48" y="251"/>
                    <a:pt x="1" y="370"/>
                  </a:cubicBezTo>
                  <a:lnTo>
                    <a:pt x="5620" y="2406"/>
                  </a:lnTo>
                  <a:cubicBezTo>
                    <a:pt x="5620" y="2287"/>
                    <a:pt x="5644" y="2156"/>
                    <a:pt x="5668" y="2037"/>
                  </a:cubicBezTo>
                  <a:lnTo>
                    <a:pt x="6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1976725" y="1600625"/>
              <a:ext cx="267625" cy="103300"/>
            </a:xfrm>
            <a:custGeom>
              <a:rect b="b" l="l" r="r" t="t"/>
              <a:pathLst>
                <a:path extrusionOk="0" h="4132" w="10705">
                  <a:moveTo>
                    <a:pt x="108" y="0"/>
                  </a:moveTo>
                  <a:cubicBezTo>
                    <a:pt x="108" y="120"/>
                    <a:pt x="60" y="239"/>
                    <a:pt x="0" y="334"/>
                  </a:cubicBezTo>
                  <a:lnTo>
                    <a:pt x="10490" y="4132"/>
                  </a:lnTo>
                  <a:cubicBezTo>
                    <a:pt x="10561" y="4013"/>
                    <a:pt x="10621" y="3906"/>
                    <a:pt x="10704" y="3822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1969275" y="1610450"/>
              <a:ext cx="477475" cy="573900"/>
            </a:xfrm>
            <a:custGeom>
              <a:rect b="b" l="l" r="r" t="t"/>
              <a:pathLst>
                <a:path extrusionOk="0" h="22956" w="19099">
                  <a:moveTo>
                    <a:pt x="275" y="0"/>
                  </a:moveTo>
                  <a:cubicBezTo>
                    <a:pt x="203" y="108"/>
                    <a:pt x="108" y="179"/>
                    <a:pt x="1" y="262"/>
                  </a:cubicBezTo>
                  <a:lnTo>
                    <a:pt x="18825" y="22956"/>
                  </a:lnTo>
                  <a:cubicBezTo>
                    <a:pt x="18896" y="22848"/>
                    <a:pt x="18991" y="22777"/>
                    <a:pt x="19098" y="22717"/>
                  </a:cubicBezTo>
                  <a:lnTo>
                    <a:pt x="18682" y="22229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1726400" y="1324400"/>
              <a:ext cx="224450" cy="261075"/>
            </a:xfrm>
            <a:custGeom>
              <a:rect b="b" l="l" r="r" t="t"/>
              <a:pathLst>
                <a:path extrusionOk="0" h="10443" w="8978">
                  <a:moveTo>
                    <a:pt x="0" y="0"/>
                  </a:moveTo>
                  <a:lnTo>
                    <a:pt x="8680" y="10442"/>
                  </a:lnTo>
                  <a:cubicBezTo>
                    <a:pt x="8763" y="10359"/>
                    <a:pt x="8870" y="10287"/>
                    <a:pt x="8978" y="10240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1592450" y="1416675"/>
              <a:ext cx="110450" cy="205100"/>
            </a:xfrm>
            <a:custGeom>
              <a:rect b="b" l="l" r="r" t="t"/>
              <a:pathLst>
                <a:path extrusionOk="0" h="8204" w="4418">
                  <a:moveTo>
                    <a:pt x="334" y="0"/>
                  </a:moveTo>
                  <a:cubicBezTo>
                    <a:pt x="239" y="60"/>
                    <a:pt x="155" y="108"/>
                    <a:pt x="48" y="131"/>
                  </a:cubicBezTo>
                  <a:cubicBezTo>
                    <a:pt x="44" y="127"/>
                    <a:pt x="39" y="126"/>
                    <a:pt x="33" y="126"/>
                  </a:cubicBezTo>
                  <a:cubicBezTo>
                    <a:pt x="22" y="126"/>
                    <a:pt x="8" y="131"/>
                    <a:pt x="0" y="131"/>
                  </a:cubicBezTo>
                  <a:lnTo>
                    <a:pt x="4108" y="8204"/>
                  </a:lnTo>
                  <a:cubicBezTo>
                    <a:pt x="4203" y="8132"/>
                    <a:pt x="4299" y="8073"/>
                    <a:pt x="4418" y="8025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1346575" y="16699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1593350" y="1324400"/>
              <a:ext cx="59850" cy="58675"/>
            </a:xfrm>
            <a:custGeom>
              <a:rect b="b" l="l" r="r" t="t"/>
              <a:pathLst>
                <a:path extrusionOk="0" h="2347" w="2394">
                  <a:moveTo>
                    <a:pt x="1905" y="0"/>
                  </a:moveTo>
                  <a:lnTo>
                    <a:pt x="0" y="2191"/>
                  </a:lnTo>
                  <a:cubicBezTo>
                    <a:pt x="119" y="2215"/>
                    <a:pt x="238" y="2275"/>
                    <a:pt x="334" y="2346"/>
                  </a:cubicBezTo>
                  <a:lnTo>
                    <a:pt x="239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1345100" y="16693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1348075" y="16705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1354625" y="1406550"/>
              <a:ext cx="219700" cy="254225"/>
            </a:xfrm>
            <a:custGeom>
              <a:rect b="b" l="l" r="r" t="t"/>
              <a:pathLst>
                <a:path extrusionOk="0" h="10169" w="8788">
                  <a:moveTo>
                    <a:pt x="8573" y="1"/>
                  </a:moveTo>
                  <a:lnTo>
                    <a:pt x="215" y="9561"/>
                  </a:lnTo>
                  <a:lnTo>
                    <a:pt x="0" y="10169"/>
                  </a:lnTo>
                  <a:lnTo>
                    <a:pt x="0" y="10169"/>
                  </a:lnTo>
                  <a:lnTo>
                    <a:pt x="167" y="10157"/>
                  </a:lnTo>
                  <a:lnTo>
                    <a:pt x="8787" y="322"/>
                  </a:lnTo>
                  <a:cubicBezTo>
                    <a:pt x="8692" y="227"/>
                    <a:pt x="8620" y="120"/>
                    <a:pt x="857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1345700" y="1669675"/>
              <a:ext cx="600" cy="325"/>
            </a:xfrm>
            <a:custGeom>
              <a:rect b="b" l="l" r="r" t="t"/>
              <a:pathLst>
                <a:path extrusionOk="0" h="13" w="24">
                  <a:moveTo>
                    <a:pt x="0" y="1"/>
                  </a:moveTo>
                  <a:cubicBezTo>
                    <a:pt x="0" y="13"/>
                    <a:pt x="24" y="13"/>
                    <a:pt x="24" y="13"/>
                  </a:cubicBezTo>
                  <a:cubicBezTo>
                    <a:pt x="24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1348675" y="1635750"/>
              <a:ext cx="339650" cy="34250"/>
            </a:xfrm>
            <a:custGeom>
              <a:rect b="b" l="l" r="r" t="t"/>
              <a:pathLst>
                <a:path extrusionOk="0" h="1370" w="13586">
                  <a:moveTo>
                    <a:pt x="13550" y="0"/>
                  </a:moveTo>
                  <a:lnTo>
                    <a:pt x="393" y="989"/>
                  </a:lnTo>
                  <a:lnTo>
                    <a:pt x="226" y="1001"/>
                  </a:lnTo>
                  <a:lnTo>
                    <a:pt x="131" y="1274"/>
                  </a:lnTo>
                  <a:lnTo>
                    <a:pt x="131" y="1286"/>
                  </a:lnTo>
                  <a:cubicBezTo>
                    <a:pt x="119" y="1298"/>
                    <a:pt x="119" y="1310"/>
                    <a:pt x="107" y="1334"/>
                  </a:cubicBezTo>
                  <a:lnTo>
                    <a:pt x="95" y="1346"/>
                  </a:lnTo>
                  <a:cubicBezTo>
                    <a:pt x="75" y="1356"/>
                    <a:pt x="63" y="1358"/>
                    <a:pt x="52" y="1366"/>
                  </a:cubicBezTo>
                  <a:lnTo>
                    <a:pt x="52" y="1366"/>
                  </a:lnTo>
                  <a:lnTo>
                    <a:pt x="13585" y="346"/>
                  </a:lnTo>
                  <a:cubicBezTo>
                    <a:pt x="13585" y="334"/>
                    <a:pt x="13585" y="334"/>
                    <a:pt x="13573" y="322"/>
                  </a:cubicBezTo>
                  <a:cubicBezTo>
                    <a:pt x="13550" y="227"/>
                    <a:pt x="13538" y="119"/>
                    <a:pt x="13550" y="0"/>
                  </a:cubicBezTo>
                  <a:close/>
                  <a:moveTo>
                    <a:pt x="52" y="1366"/>
                  </a:moveTo>
                  <a:lnTo>
                    <a:pt x="0" y="1370"/>
                  </a:lnTo>
                  <a:lnTo>
                    <a:pt x="48" y="1370"/>
                  </a:lnTo>
                  <a:cubicBezTo>
                    <a:pt x="49" y="1368"/>
                    <a:pt x="51" y="1367"/>
                    <a:pt x="52" y="1366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1346575" y="1669975"/>
              <a:ext cx="1225" cy="625"/>
            </a:xfrm>
            <a:custGeom>
              <a:rect b="b" l="l" r="r" t="t"/>
              <a:pathLst>
                <a:path extrusionOk="0" h="25" w="49">
                  <a:moveTo>
                    <a:pt x="49" y="24"/>
                  </a:moveTo>
                  <a:cubicBezTo>
                    <a:pt x="25" y="24"/>
                    <a:pt x="13" y="24"/>
                    <a:pt x="1" y="1"/>
                  </a:cubicBezTo>
                  <a:cubicBezTo>
                    <a:pt x="13" y="24"/>
                    <a:pt x="25" y="24"/>
                    <a:pt x="49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1346575" y="16699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1345100" y="1669375"/>
              <a:ext cx="325" cy="325"/>
            </a:xfrm>
            <a:custGeom>
              <a:rect b="b" l="l" r="r" t="t"/>
              <a:pathLst>
                <a:path extrusionOk="0" h="13" w="13">
                  <a:moveTo>
                    <a:pt x="0" y="1"/>
                  </a:moveTo>
                  <a:lnTo>
                    <a:pt x="0" y="1"/>
                  </a:lnTo>
                  <a:lnTo>
                    <a:pt x="12" y="1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1349275" y="1670125"/>
              <a:ext cx="300" cy="475"/>
            </a:xfrm>
            <a:custGeom>
              <a:rect b="b" l="l" r="r" t="t"/>
              <a:pathLst>
                <a:path extrusionOk="0" h="19" w="12">
                  <a:moveTo>
                    <a:pt x="10" y="1"/>
                  </a:moveTo>
                  <a:cubicBezTo>
                    <a:pt x="9" y="1"/>
                    <a:pt x="6" y="7"/>
                    <a:pt x="0" y="18"/>
                  </a:cubicBezTo>
                  <a:lnTo>
                    <a:pt x="12" y="18"/>
                  </a:lnTo>
                  <a:cubicBezTo>
                    <a:pt x="12" y="7"/>
                    <a:pt x="12" y="1"/>
                    <a:pt x="1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1351050" y="1669075"/>
              <a:ext cx="325" cy="325"/>
            </a:xfrm>
            <a:custGeom>
              <a:rect b="b" l="l" r="r" t="t"/>
              <a:pathLst>
                <a:path extrusionOk="0" h="13" w="13">
                  <a:moveTo>
                    <a:pt x="0" y="13"/>
                  </a:moveTo>
                  <a:lnTo>
                    <a:pt x="0" y="13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992675" y="1324400"/>
              <a:ext cx="353050" cy="345000"/>
            </a:xfrm>
            <a:custGeom>
              <a:rect b="b" l="l" r="r" t="t"/>
              <a:pathLst>
                <a:path extrusionOk="0" h="13800" w="14122">
                  <a:moveTo>
                    <a:pt x="0" y="0"/>
                  </a:moveTo>
                  <a:lnTo>
                    <a:pt x="14085" y="13800"/>
                  </a:lnTo>
                  <a:cubicBezTo>
                    <a:pt x="14038" y="13752"/>
                    <a:pt x="14026" y="13681"/>
                    <a:pt x="14038" y="13609"/>
                  </a:cubicBezTo>
                  <a:lnTo>
                    <a:pt x="14121" y="13335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1346275" y="1669975"/>
              <a:ext cx="325" cy="25"/>
            </a:xfrm>
            <a:custGeom>
              <a:rect b="b" l="l" r="r" t="t"/>
              <a:pathLst>
                <a:path extrusionOk="0" h="1" w="13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3" y="1"/>
                    <a:pt x="13" y="1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1348075" y="16705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1351050" y="16693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1351950" y="166760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0"/>
                  </a:moveTo>
                  <a:cubicBezTo>
                    <a:pt x="0" y="0"/>
                    <a:pt x="0" y="12"/>
                    <a:pt x="0" y="0"/>
                  </a:cubicBezTo>
                  <a:cubicBezTo>
                    <a:pt x="0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1343300" y="1324400"/>
              <a:ext cx="127425" cy="346500"/>
            </a:xfrm>
            <a:custGeom>
              <a:rect b="b" l="l" r="r" t="t"/>
              <a:pathLst>
                <a:path extrusionOk="0" h="13860" w="5097">
                  <a:moveTo>
                    <a:pt x="4716" y="0"/>
                  </a:moveTo>
                  <a:lnTo>
                    <a:pt x="120" y="13335"/>
                  </a:lnTo>
                  <a:lnTo>
                    <a:pt x="25" y="13609"/>
                  </a:lnTo>
                  <a:cubicBezTo>
                    <a:pt x="1" y="13681"/>
                    <a:pt x="25" y="13752"/>
                    <a:pt x="72" y="13800"/>
                  </a:cubicBezTo>
                  <a:lnTo>
                    <a:pt x="84" y="13812"/>
                  </a:lnTo>
                  <a:cubicBezTo>
                    <a:pt x="84" y="13812"/>
                    <a:pt x="96" y="13812"/>
                    <a:pt x="96" y="13824"/>
                  </a:cubicBezTo>
                  <a:cubicBezTo>
                    <a:pt x="96" y="13824"/>
                    <a:pt x="120" y="13824"/>
                    <a:pt x="120" y="13847"/>
                  </a:cubicBezTo>
                  <a:lnTo>
                    <a:pt x="132" y="13847"/>
                  </a:lnTo>
                  <a:cubicBezTo>
                    <a:pt x="144" y="13847"/>
                    <a:pt x="156" y="13859"/>
                    <a:pt x="180" y="13859"/>
                  </a:cubicBezTo>
                  <a:cubicBezTo>
                    <a:pt x="180" y="13847"/>
                    <a:pt x="180" y="13847"/>
                    <a:pt x="191" y="13847"/>
                  </a:cubicBezTo>
                  <a:lnTo>
                    <a:pt x="251" y="13847"/>
                  </a:lnTo>
                  <a:cubicBezTo>
                    <a:pt x="263" y="13847"/>
                    <a:pt x="275" y="13824"/>
                    <a:pt x="299" y="13812"/>
                  </a:cubicBezTo>
                  <a:lnTo>
                    <a:pt x="310" y="13800"/>
                  </a:lnTo>
                  <a:cubicBezTo>
                    <a:pt x="322" y="13788"/>
                    <a:pt x="322" y="13764"/>
                    <a:pt x="334" y="13752"/>
                  </a:cubicBezTo>
                  <a:lnTo>
                    <a:pt x="334" y="13740"/>
                  </a:lnTo>
                  <a:lnTo>
                    <a:pt x="430" y="13466"/>
                  </a:lnTo>
                  <a:lnTo>
                    <a:pt x="632" y="12847"/>
                  </a:lnTo>
                  <a:lnTo>
                    <a:pt x="509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2236875" y="1685475"/>
              <a:ext cx="58075" cy="57750"/>
            </a:xfrm>
            <a:custGeom>
              <a:rect b="b" l="l" r="r" t="t"/>
              <a:pathLst>
                <a:path extrusionOk="0" h="2310" w="2323">
                  <a:moveTo>
                    <a:pt x="1174" y="0"/>
                  </a:moveTo>
                  <a:cubicBezTo>
                    <a:pt x="1081" y="0"/>
                    <a:pt x="987" y="12"/>
                    <a:pt x="893" y="35"/>
                  </a:cubicBezTo>
                  <a:cubicBezTo>
                    <a:pt x="774" y="71"/>
                    <a:pt x="655" y="119"/>
                    <a:pt x="572" y="190"/>
                  </a:cubicBezTo>
                  <a:cubicBezTo>
                    <a:pt x="465" y="250"/>
                    <a:pt x="370" y="333"/>
                    <a:pt x="298" y="428"/>
                  </a:cubicBezTo>
                  <a:cubicBezTo>
                    <a:pt x="227" y="512"/>
                    <a:pt x="155" y="631"/>
                    <a:pt x="108" y="738"/>
                  </a:cubicBezTo>
                  <a:cubicBezTo>
                    <a:pt x="12" y="964"/>
                    <a:pt x="0" y="1202"/>
                    <a:pt x="60" y="1440"/>
                  </a:cubicBezTo>
                  <a:cubicBezTo>
                    <a:pt x="200" y="1948"/>
                    <a:pt x="665" y="2309"/>
                    <a:pt x="1168" y="2309"/>
                  </a:cubicBezTo>
                  <a:cubicBezTo>
                    <a:pt x="1219" y="2309"/>
                    <a:pt x="1270" y="2305"/>
                    <a:pt x="1322" y="2298"/>
                  </a:cubicBezTo>
                  <a:cubicBezTo>
                    <a:pt x="1370" y="2298"/>
                    <a:pt x="1417" y="2286"/>
                    <a:pt x="1465" y="2274"/>
                  </a:cubicBezTo>
                  <a:lnTo>
                    <a:pt x="1477" y="2274"/>
                  </a:lnTo>
                  <a:cubicBezTo>
                    <a:pt x="1596" y="2238"/>
                    <a:pt x="1715" y="2202"/>
                    <a:pt x="1798" y="2119"/>
                  </a:cubicBezTo>
                  <a:cubicBezTo>
                    <a:pt x="2025" y="1976"/>
                    <a:pt x="2191" y="1762"/>
                    <a:pt x="2263" y="1512"/>
                  </a:cubicBezTo>
                  <a:cubicBezTo>
                    <a:pt x="2310" y="1393"/>
                    <a:pt x="2322" y="1274"/>
                    <a:pt x="2322" y="1143"/>
                  </a:cubicBezTo>
                  <a:cubicBezTo>
                    <a:pt x="2322" y="1071"/>
                    <a:pt x="2310" y="964"/>
                    <a:pt x="2298" y="869"/>
                  </a:cubicBezTo>
                  <a:cubicBezTo>
                    <a:pt x="2157" y="345"/>
                    <a:pt x="1684" y="0"/>
                    <a:pt x="117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2434225" y="1733500"/>
              <a:ext cx="85450" cy="81450"/>
            </a:xfrm>
            <a:custGeom>
              <a:rect b="b" l="l" r="r" t="t"/>
              <a:pathLst>
                <a:path extrusionOk="0" h="3258" w="3418">
                  <a:moveTo>
                    <a:pt x="1610" y="0"/>
                  </a:moveTo>
                  <a:cubicBezTo>
                    <a:pt x="1558" y="0"/>
                    <a:pt x="1505" y="3"/>
                    <a:pt x="1453" y="8"/>
                  </a:cubicBezTo>
                  <a:cubicBezTo>
                    <a:pt x="1381" y="19"/>
                    <a:pt x="1310" y="19"/>
                    <a:pt x="1227" y="55"/>
                  </a:cubicBezTo>
                  <a:cubicBezTo>
                    <a:pt x="1191" y="67"/>
                    <a:pt x="1155" y="79"/>
                    <a:pt x="1108" y="79"/>
                  </a:cubicBezTo>
                  <a:cubicBezTo>
                    <a:pt x="560" y="281"/>
                    <a:pt x="179" y="722"/>
                    <a:pt x="36" y="1258"/>
                  </a:cubicBezTo>
                  <a:cubicBezTo>
                    <a:pt x="12" y="1377"/>
                    <a:pt x="0" y="1496"/>
                    <a:pt x="0" y="1627"/>
                  </a:cubicBezTo>
                  <a:cubicBezTo>
                    <a:pt x="0" y="1770"/>
                    <a:pt x="12" y="1901"/>
                    <a:pt x="36" y="2032"/>
                  </a:cubicBezTo>
                  <a:cubicBezTo>
                    <a:pt x="203" y="2686"/>
                    <a:pt x="750" y="3151"/>
                    <a:pt x="1381" y="3234"/>
                  </a:cubicBezTo>
                  <a:cubicBezTo>
                    <a:pt x="1501" y="3258"/>
                    <a:pt x="1620" y="3258"/>
                    <a:pt x="1739" y="3258"/>
                  </a:cubicBezTo>
                  <a:cubicBezTo>
                    <a:pt x="1822" y="3258"/>
                    <a:pt x="1929" y="3234"/>
                    <a:pt x="2012" y="3210"/>
                  </a:cubicBezTo>
                  <a:cubicBezTo>
                    <a:pt x="2882" y="2984"/>
                    <a:pt x="3417" y="2091"/>
                    <a:pt x="3191" y="1210"/>
                  </a:cubicBezTo>
                  <a:cubicBezTo>
                    <a:pt x="3084" y="817"/>
                    <a:pt x="2834" y="484"/>
                    <a:pt x="2524" y="281"/>
                  </a:cubicBezTo>
                  <a:cubicBezTo>
                    <a:pt x="2417" y="198"/>
                    <a:pt x="2310" y="162"/>
                    <a:pt x="2191" y="115"/>
                  </a:cubicBezTo>
                  <a:cubicBezTo>
                    <a:pt x="2020" y="39"/>
                    <a:pt x="1818" y="0"/>
                    <a:pt x="161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2630075" y="1418625"/>
              <a:ext cx="41100" cy="40925"/>
            </a:xfrm>
            <a:custGeom>
              <a:rect b="b" l="l" r="r" t="t"/>
              <a:pathLst>
                <a:path extrusionOk="0" h="1637" w="1644">
                  <a:moveTo>
                    <a:pt x="848" y="0"/>
                  </a:moveTo>
                  <a:cubicBezTo>
                    <a:pt x="779" y="0"/>
                    <a:pt x="706" y="10"/>
                    <a:pt x="632" y="30"/>
                  </a:cubicBezTo>
                  <a:cubicBezTo>
                    <a:pt x="525" y="53"/>
                    <a:pt x="417" y="101"/>
                    <a:pt x="334" y="161"/>
                  </a:cubicBezTo>
                  <a:cubicBezTo>
                    <a:pt x="239" y="232"/>
                    <a:pt x="167" y="315"/>
                    <a:pt x="108" y="411"/>
                  </a:cubicBezTo>
                  <a:cubicBezTo>
                    <a:pt x="48" y="518"/>
                    <a:pt x="24" y="637"/>
                    <a:pt x="1" y="756"/>
                  </a:cubicBezTo>
                  <a:cubicBezTo>
                    <a:pt x="1" y="851"/>
                    <a:pt x="1" y="923"/>
                    <a:pt x="36" y="1006"/>
                  </a:cubicBezTo>
                  <a:cubicBezTo>
                    <a:pt x="84" y="1173"/>
                    <a:pt x="155" y="1327"/>
                    <a:pt x="274" y="1423"/>
                  </a:cubicBezTo>
                  <a:cubicBezTo>
                    <a:pt x="358" y="1506"/>
                    <a:pt x="465" y="1577"/>
                    <a:pt x="584" y="1601"/>
                  </a:cubicBezTo>
                  <a:cubicBezTo>
                    <a:pt x="650" y="1625"/>
                    <a:pt x="721" y="1637"/>
                    <a:pt x="794" y="1637"/>
                  </a:cubicBezTo>
                  <a:cubicBezTo>
                    <a:pt x="867" y="1637"/>
                    <a:pt x="941" y="1625"/>
                    <a:pt x="1013" y="1601"/>
                  </a:cubicBezTo>
                  <a:cubicBezTo>
                    <a:pt x="1358" y="1530"/>
                    <a:pt x="1596" y="1232"/>
                    <a:pt x="1632" y="887"/>
                  </a:cubicBezTo>
                  <a:cubicBezTo>
                    <a:pt x="1644" y="803"/>
                    <a:pt x="1632" y="708"/>
                    <a:pt x="1596" y="625"/>
                  </a:cubicBezTo>
                  <a:cubicBezTo>
                    <a:pt x="1584" y="589"/>
                    <a:pt x="1584" y="565"/>
                    <a:pt x="1572" y="530"/>
                  </a:cubicBezTo>
                  <a:cubicBezTo>
                    <a:pt x="1548" y="446"/>
                    <a:pt x="1489" y="351"/>
                    <a:pt x="1417" y="268"/>
                  </a:cubicBezTo>
                  <a:cubicBezTo>
                    <a:pt x="1322" y="172"/>
                    <a:pt x="1227" y="101"/>
                    <a:pt x="1120" y="53"/>
                  </a:cubicBezTo>
                  <a:cubicBezTo>
                    <a:pt x="1037" y="19"/>
                    <a:pt x="945" y="0"/>
                    <a:pt x="84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2338375" y="1395450"/>
              <a:ext cx="32475" cy="28775"/>
            </a:xfrm>
            <a:custGeom>
              <a:rect b="b" l="l" r="r" t="t"/>
              <a:pathLst>
                <a:path extrusionOk="0" h="1151" w="1299">
                  <a:moveTo>
                    <a:pt x="645" y="0"/>
                  </a:moveTo>
                  <a:cubicBezTo>
                    <a:pt x="601" y="0"/>
                    <a:pt x="557" y="5"/>
                    <a:pt x="512" y="16"/>
                  </a:cubicBezTo>
                  <a:cubicBezTo>
                    <a:pt x="191" y="87"/>
                    <a:pt x="1" y="421"/>
                    <a:pt x="96" y="718"/>
                  </a:cubicBezTo>
                  <a:cubicBezTo>
                    <a:pt x="157" y="982"/>
                    <a:pt x="399" y="1151"/>
                    <a:pt x="653" y="1151"/>
                  </a:cubicBezTo>
                  <a:cubicBezTo>
                    <a:pt x="698" y="1151"/>
                    <a:pt x="742" y="1146"/>
                    <a:pt x="786" y="1135"/>
                  </a:cubicBezTo>
                  <a:cubicBezTo>
                    <a:pt x="1108" y="1064"/>
                    <a:pt x="1298" y="730"/>
                    <a:pt x="1203" y="433"/>
                  </a:cubicBezTo>
                  <a:cubicBezTo>
                    <a:pt x="1132" y="169"/>
                    <a:pt x="897" y="0"/>
                    <a:pt x="64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3084300" y="1355525"/>
              <a:ext cx="30375" cy="29150"/>
            </a:xfrm>
            <a:custGeom>
              <a:rect b="b" l="l" r="r" t="t"/>
              <a:pathLst>
                <a:path extrusionOk="0" h="1166" w="1215">
                  <a:moveTo>
                    <a:pt x="581" y="1"/>
                  </a:moveTo>
                  <a:cubicBezTo>
                    <a:pt x="531" y="1"/>
                    <a:pt x="483" y="9"/>
                    <a:pt x="441" y="18"/>
                  </a:cubicBezTo>
                  <a:cubicBezTo>
                    <a:pt x="310" y="53"/>
                    <a:pt x="191" y="137"/>
                    <a:pt x="108" y="244"/>
                  </a:cubicBezTo>
                  <a:lnTo>
                    <a:pt x="108" y="256"/>
                  </a:lnTo>
                  <a:cubicBezTo>
                    <a:pt x="48" y="339"/>
                    <a:pt x="24" y="434"/>
                    <a:pt x="1" y="530"/>
                  </a:cubicBezTo>
                  <a:cubicBezTo>
                    <a:pt x="1" y="589"/>
                    <a:pt x="1" y="660"/>
                    <a:pt x="24" y="732"/>
                  </a:cubicBezTo>
                  <a:cubicBezTo>
                    <a:pt x="36" y="791"/>
                    <a:pt x="48" y="839"/>
                    <a:pt x="84" y="887"/>
                  </a:cubicBezTo>
                  <a:cubicBezTo>
                    <a:pt x="96" y="899"/>
                    <a:pt x="96" y="911"/>
                    <a:pt x="108" y="934"/>
                  </a:cubicBezTo>
                  <a:cubicBezTo>
                    <a:pt x="191" y="1030"/>
                    <a:pt x="286" y="1113"/>
                    <a:pt x="405" y="1137"/>
                  </a:cubicBezTo>
                  <a:cubicBezTo>
                    <a:pt x="429" y="1137"/>
                    <a:pt x="453" y="1149"/>
                    <a:pt x="465" y="1149"/>
                  </a:cubicBezTo>
                  <a:cubicBezTo>
                    <a:pt x="508" y="1159"/>
                    <a:pt x="546" y="1165"/>
                    <a:pt x="583" y="1165"/>
                  </a:cubicBezTo>
                  <a:cubicBezTo>
                    <a:pt x="629" y="1165"/>
                    <a:pt x="674" y="1156"/>
                    <a:pt x="727" y="1137"/>
                  </a:cubicBezTo>
                  <a:cubicBezTo>
                    <a:pt x="786" y="1125"/>
                    <a:pt x="822" y="1113"/>
                    <a:pt x="870" y="1077"/>
                  </a:cubicBezTo>
                  <a:cubicBezTo>
                    <a:pt x="1096" y="946"/>
                    <a:pt x="1215" y="696"/>
                    <a:pt x="1132" y="434"/>
                  </a:cubicBezTo>
                  <a:cubicBezTo>
                    <a:pt x="1108" y="339"/>
                    <a:pt x="1048" y="232"/>
                    <a:pt x="977" y="160"/>
                  </a:cubicBezTo>
                  <a:cubicBezTo>
                    <a:pt x="882" y="77"/>
                    <a:pt x="763" y="18"/>
                    <a:pt x="644" y="6"/>
                  </a:cubicBezTo>
                  <a:cubicBezTo>
                    <a:pt x="623" y="2"/>
                    <a:pt x="602" y="1"/>
                    <a:pt x="58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1937425" y="1579200"/>
              <a:ext cx="42300" cy="40575"/>
            </a:xfrm>
            <a:custGeom>
              <a:rect b="b" l="l" r="r" t="t"/>
              <a:pathLst>
                <a:path extrusionOk="0" h="1623" w="1692">
                  <a:moveTo>
                    <a:pt x="863" y="1"/>
                  </a:moveTo>
                  <a:cubicBezTo>
                    <a:pt x="799" y="1"/>
                    <a:pt x="734" y="8"/>
                    <a:pt x="668" y="24"/>
                  </a:cubicBezTo>
                  <a:lnTo>
                    <a:pt x="537" y="60"/>
                  </a:lnTo>
                  <a:cubicBezTo>
                    <a:pt x="418" y="107"/>
                    <a:pt x="322" y="179"/>
                    <a:pt x="239" y="274"/>
                  </a:cubicBezTo>
                  <a:cubicBezTo>
                    <a:pt x="72" y="465"/>
                    <a:pt x="1" y="738"/>
                    <a:pt x="72" y="1000"/>
                  </a:cubicBezTo>
                  <a:cubicBezTo>
                    <a:pt x="163" y="1363"/>
                    <a:pt x="492" y="1623"/>
                    <a:pt x="857" y="1623"/>
                  </a:cubicBezTo>
                  <a:cubicBezTo>
                    <a:pt x="924" y="1623"/>
                    <a:pt x="992" y="1614"/>
                    <a:pt x="1060" y="1596"/>
                  </a:cubicBezTo>
                  <a:cubicBezTo>
                    <a:pt x="1132" y="1584"/>
                    <a:pt x="1203" y="1548"/>
                    <a:pt x="1263" y="1524"/>
                  </a:cubicBezTo>
                  <a:cubicBezTo>
                    <a:pt x="1382" y="1453"/>
                    <a:pt x="1477" y="1358"/>
                    <a:pt x="1549" y="1250"/>
                  </a:cubicBezTo>
                  <a:cubicBezTo>
                    <a:pt x="1561" y="1238"/>
                    <a:pt x="1572" y="1215"/>
                    <a:pt x="1596" y="1191"/>
                  </a:cubicBezTo>
                  <a:cubicBezTo>
                    <a:pt x="1656" y="1096"/>
                    <a:pt x="1680" y="977"/>
                    <a:pt x="1691" y="857"/>
                  </a:cubicBezTo>
                  <a:cubicBezTo>
                    <a:pt x="1691" y="762"/>
                    <a:pt x="1691" y="691"/>
                    <a:pt x="1668" y="596"/>
                  </a:cubicBezTo>
                  <a:cubicBezTo>
                    <a:pt x="1656" y="536"/>
                    <a:pt x="1620" y="476"/>
                    <a:pt x="1596" y="417"/>
                  </a:cubicBezTo>
                  <a:cubicBezTo>
                    <a:pt x="1537" y="322"/>
                    <a:pt x="1453" y="215"/>
                    <a:pt x="1358" y="155"/>
                  </a:cubicBezTo>
                  <a:cubicBezTo>
                    <a:pt x="1209" y="59"/>
                    <a:pt x="1041" y="1"/>
                    <a:pt x="8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2435125" y="2175825"/>
              <a:ext cx="44075" cy="41075"/>
            </a:xfrm>
            <a:custGeom>
              <a:rect b="b" l="l" r="r" t="t"/>
              <a:pathLst>
                <a:path extrusionOk="0" h="1643" w="1763">
                  <a:moveTo>
                    <a:pt x="867" y="0"/>
                  </a:moveTo>
                  <a:cubicBezTo>
                    <a:pt x="796" y="0"/>
                    <a:pt x="723" y="8"/>
                    <a:pt x="655" y="31"/>
                  </a:cubicBezTo>
                  <a:cubicBezTo>
                    <a:pt x="643" y="31"/>
                    <a:pt x="643" y="31"/>
                    <a:pt x="631" y="43"/>
                  </a:cubicBezTo>
                  <a:cubicBezTo>
                    <a:pt x="583" y="55"/>
                    <a:pt x="524" y="67"/>
                    <a:pt x="476" y="102"/>
                  </a:cubicBezTo>
                  <a:cubicBezTo>
                    <a:pt x="369" y="162"/>
                    <a:pt x="274" y="233"/>
                    <a:pt x="191" y="341"/>
                  </a:cubicBezTo>
                  <a:cubicBezTo>
                    <a:pt x="60" y="531"/>
                    <a:pt x="0" y="769"/>
                    <a:pt x="60" y="1019"/>
                  </a:cubicBezTo>
                  <a:cubicBezTo>
                    <a:pt x="150" y="1390"/>
                    <a:pt x="484" y="1642"/>
                    <a:pt x="843" y="1642"/>
                  </a:cubicBezTo>
                  <a:cubicBezTo>
                    <a:pt x="911" y="1642"/>
                    <a:pt x="980" y="1633"/>
                    <a:pt x="1048" y="1615"/>
                  </a:cubicBezTo>
                  <a:cubicBezTo>
                    <a:pt x="1476" y="1519"/>
                    <a:pt x="1762" y="1067"/>
                    <a:pt x="1643" y="638"/>
                  </a:cubicBezTo>
                  <a:cubicBezTo>
                    <a:pt x="1607" y="519"/>
                    <a:pt x="1548" y="400"/>
                    <a:pt x="1476" y="305"/>
                  </a:cubicBezTo>
                  <a:cubicBezTo>
                    <a:pt x="1381" y="210"/>
                    <a:pt x="1298" y="126"/>
                    <a:pt x="1179" y="67"/>
                  </a:cubicBezTo>
                  <a:cubicBezTo>
                    <a:pt x="1119" y="43"/>
                    <a:pt x="1048" y="31"/>
                    <a:pt x="988" y="7"/>
                  </a:cubicBezTo>
                  <a:cubicBezTo>
                    <a:pt x="949" y="3"/>
                    <a:pt x="908" y="0"/>
                    <a:pt x="8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874500" y="1324400"/>
              <a:ext cx="61050" cy="39475"/>
            </a:xfrm>
            <a:custGeom>
              <a:rect b="b" l="l" r="r" t="t"/>
              <a:pathLst>
                <a:path extrusionOk="0" h="1579" w="2442">
                  <a:moveTo>
                    <a:pt x="120" y="0"/>
                  </a:moveTo>
                  <a:cubicBezTo>
                    <a:pt x="12" y="215"/>
                    <a:pt x="1" y="465"/>
                    <a:pt x="60" y="715"/>
                  </a:cubicBezTo>
                  <a:cubicBezTo>
                    <a:pt x="182" y="1234"/>
                    <a:pt x="670" y="1579"/>
                    <a:pt x="1188" y="1579"/>
                  </a:cubicBezTo>
                  <a:cubicBezTo>
                    <a:pt x="1276" y="1579"/>
                    <a:pt x="1365" y="1569"/>
                    <a:pt x="1453" y="1548"/>
                  </a:cubicBezTo>
                  <a:cubicBezTo>
                    <a:pt x="2060" y="1394"/>
                    <a:pt x="2441" y="762"/>
                    <a:pt x="2287" y="143"/>
                  </a:cubicBezTo>
                  <a:cubicBezTo>
                    <a:pt x="2275" y="108"/>
                    <a:pt x="2263" y="48"/>
                    <a:pt x="223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1687100" y="1615750"/>
              <a:ext cx="48250" cy="45975"/>
            </a:xfrm>
            <a:custGeom>
              <a:rect b="b" l="l" r="r" t="t"/>
              <a:pathLst>
                <a:path extrusionOk="0" h="1839" w="1930">
                  <a:moveTo>
                    <a:pt x="912" y="0"/>
                  </a:moveTo>
                  <a:cubicBezTo>
                    <a:pt x="839" y="0"/>
                    <a:pt x="765" y="9"/>
                    <a:pt x="691" y="26"/>
                  </a:cubicBezTo>
                  <a:cubicBezTo>
                    <a:pt x="679" y="26"/>
                    <a:pt x="655" y="50"/>
                    <a:pt x="632" y="50"/>
                  </a:cubicBezTo>
                  <a:cubicBezTo>
                    <a:pt x="513" y="86"/>
                    <a:pt x="417" y="146"/>
                    <a:pt x="322" y="229"/>
                  </a:cubicBezTo>
                  <a:cubicBezTo>
                    <a:pt x="155" y="372"/>
                    <a:pt x="36" y="586"/>
                    <a:pt x="13" y="800"/>
                  </a:cubicBezTo>
                  <a:cubicBezTo>
                    <a:pt x="1" y="908"/>
                    <a:pt x="1" y="1027"/>
                    <a:pt x="24" y="1146"/>
                  </a:cubicBezTo>
                  <a:cubicBezTo>
                    <a:pt x="24" y="1158"/>
                    <a:pt x="24" y="1158"/>
                    <a:pt x="36" y="1181"/>
                  </a:cubicBezTo>
                  <a:cubicBezTo>
                    <a:pt x="158" y="1566"/>
                    <a:pt x="529" y="1839"/>
                    <a:pt x="930" y="1839"/>
                  </a:cubicBezTo>
                  <a:cubicBezTo>
                    <a:pt x="1001" y="1839"/>
                    <a:pt x="1072" y="1830"/>
                    <a:pt x="1144" y="1812"/>
                  </a:cubicBezTo>
                  <a:cubicBezTo>
                    <a:pt x="1620" y="1693"/>
                    <a:pt x="1929" y="1193"/>
                    <a:pt x="1810" y="705"/>
                  </a:cubicBezTo>
                  <a:cubicBezTo>
                    <a:pt x="1699" y="279"/>
                    <a:pt x="1328" y="0"/>
                    <a:pt x="91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2480650" y="1385525"/>
              <a:ext cx="17900" cy="16475"/>
            </a:xfrm>
            <a:custGeom>
              <a:rect b="b" l="l" r="r" t="t"/>
              <a:pathLst>
                <a:path extrusionOk="0" h="659" w="716">
                  <a:moveTo>
                    <a:pt x="365" y="1"/>
                  </a:moveTo>
                  <a:cubicBezTo>
                    <a:pt x="342" y="1"/>
                    <a:pt x="320" y="3"/>
                    <a:pt x="298" y="8"/>
                  </a:cubicBezTo>
                  <a:cubicBezTo>
                    <a:pt x="239" y="32"/>
                    <a:pt x="191" y="56"/>
                    <a:pt x="144" y="92"/>
                  </a:cubicBezTo>
                  <a:cubicBezTo>
                    <a:pt x="84" y="103"/>
                    <a:pt x="72" y="127"/>
                    <a:pt x="60" y="163"/>
                  </a:cubicBezTo>
                  <a:cubicBezTo>
                    <a:pt x="13" y="234"/>
                    <a:pt x="1" y="330"/>
                    <a:pt x="25" y="413"/>
                  </a:cubicBezTo>
                  <a:cubicBezTo>
                    <a:pt x="25" y="425"/>
                    <a:pt x="48" y="437"/>
                    <a:pt x="48" y="461"/>
                  </a:cubicBezTo>
                  <a:cubicBezTo>
                    <a:pt x="99" y="573"/>
                    <a:pt x="203" y="659"/>
                    <a:pt x="336" y="659"/>
                  </a:cubicBezTo>
                  <a:cubicBezTo>
                    <a:pt x="358" y="659"/>
                    <a:pt x="382" y="656"/>
                    <a:pt x="406" y="651"/>
                  </a:cubicBezTo>
                  <a:lnTo>
                    <a:pt x="441" y="651"/>
                  </a:lnTo>
                  <a:cubicBezTo>
                    <a:pt x="620" y="603"/>
                    <a:pt x="715" y="449"/>
                    <a:pt x="703" y="282"/>
                  </a:cubicBezTo>
                  <a:lnTo>
                    <a:pt x="703" y="246"/>
                  </a:lnTo>
                  <a:cubicBezTo>
                    <a:pt x="652" y="93"/>
                    <a:pt x="504" y="1"/>
                    <a:pt x="3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1565650" y="1378450"/>
              <a:ext cx="45875" cy="41525"/>
            </a:xfrm>
            <a:custGeom>
              <a:rect b="b" l="l" r="r" t="t"/>
              <a:pathLst>
                <a:path extrusionOk="0" h="1661" w="1835">
                  <a:moveTo>
                    <a:pt x="929" y="1"/>
                  </a:moveTo>
                  <a:cubicBezTo>
                    <a:pt x="856" y="1"/>
                    <a:pt x="787" y="10"/>
                    <a:pt x="715" y="29"/>
                  </a:cubicBezTo>
                  <a:cubicBezTo>
                    <a:pt x="275" y="124"/>
                    <a:pt x="1" y="589"/>
                    <a:pt x="120" y="1041"/>
                  </a:cubicBezTo>
                  <a:cubicBezTo>
                    <a:pt x="120" y="1065"/>
                    <a:pt x="132" y="1089"/>
                    <a:pt x="156" y="1113"/>
                  </a:cubicBezTo>
                  <a:cubicBezTo>
                    <a:pt x="191" y="1232"/>
                    <a:pt x="275" y="1351"/>
                    <a:pt x="358" y="1422"/>
                  </a:cubicBezTo>
                  <a:cubicBezTo>
                    <a:pt x="516" y="1570"/>
                    <a:pt x="730" y="1661"/>
                    <a:pt x="948" y="1661"/>
                  </a:cubicBezTo>
                  <a:cubicBezTo>
                    <a:pt x="993" y="1661"/>
                    <a:pt x="1039" y="1657"/>
                    <a:pt x="1084" y="1648"/>
                  </a:cubicBezTo>
                  <a:cubicBezTo>
                    <a:pt x="1108" y="1648"/>
                    <a:pt x="1120" y="1648"/>
                    <a:pt x="1144" y="1637"/>
                  </a:cubicBezTo>
                  <a:cubicBezTo>
                    <a:pt x="1251" y="1601"/>
                    <a:pt x="1334" y="1565"/>
                    <a:pt x="1430" y="1506"/>
                  </a:cubicBezTo>
                  <a:cubicBezTo>
                    <a:pt x="1692" y="1303"/>
                    <a:pt x="1834" y="970"/>
                    <a:pt x="1751" y="625"/>
                  </a:cubicBezTo>
                  <a:cubicBezTo>
                    <a:pt x="1715" y="422"/>
                    <a:pt x="1608" y="279"/>
                    <a:pt x="1453" y="172"/>
                  </a:cubicBezTo>
                  <a:cubicBezTo>
                    <a:pt x="1358" y="101"/>
                    <a:pt x="1239" y="41"/>
                    <a:pt x="1120" y="17"/>
                  </a:cubicBezTo>
                  <a:cubicBezTo>
                    <a:pt x="1050" y="7"/>
                    <a:pt x="988" y="1"/>
                    <a:pt x="92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1" name="Google Shape;621;p16"/>
          <p:cNvGrpSpPr/>
          <p:nvPr/>
        </p:nvGrpSpPr>
        <p:grpSpPr>
          <a:xfrm flipH="1">
            <a:off x="87" y="-12"/>
            <a:ext cx="4037062" cy="1568292"/>
            <a:chOff x="874500" y="1324100"/>
            <a:chExt cx="2298225" cy="892800"/>
          </a:xfrm>
        </p:grpSpPr>
        <p:sp>
          <p:nvSpPr>
            <p:cNvPr id="622" name="Google Shape;622;p16"/>
            <p:cNvSpPr/>
            <p:nvPr/>
          </p:nvSpPr>
          <p:spPr>
            <a:xfrm>
              <a:off x="3108700" y="1324100"/>
              <a:ext cx="64025" cy="42300"/>
            </a:xfrm>
            <a:custGeom>
              <a:rect b="b" l="l" r="r" t="t"/>
              <a:pathLst>
                <a:path extrusionOk="0" h="1692" w="2561">
                  <a:moveTo>
                    <a:pt x="1918" y="1"/>
                  </a:moveTo>
                  <a:lnTo>
                    <a:pt x="1918" y="12"/>
                  </a:lnTo>
                  <a:lnTo>
                    <a:pt x="25" y="1334"/>
                  </a:lnTo>
                  <a:lnTo>
                    <a:pt x="1" y="1417"/>
                  </a:lnTo>
                  <a:cubicBezTo>
                    <a:pt x="72" y="1489"/>
                    <a:pt x="132" y="1572"/>
                    <a:pt x="156" y="1691"/>
                  </a:cubicBezTo>
                  <a:lnTo>
                    <a:pt x="256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3100375" y="1324400"/>
              <a:ext cx="24425" cy="35450"/>
            </a:xfrm>
            <a:custGeom>
              <a:rect b="b" l="l" r="r" t="t"/>
              <a:pathLst>
                <a:path extrusionOk="0" h="1418" w="977">
                  <a:moveTo>
                    <a:pt x="572" y="0"/>
                  </a:moveTo>
                  <a:lnTo>
                    <a:pt x="1" y="1263"/>
                  </a:lnTo>
                  <a:cubicBezTo>
                    <a:pt x="120" y="1286"/>
                    <a:pt x="239" y="1346"/>
                    <a:pt x="334" y="1417"/>
                  </a:cubicBezTo>
                  <a:lnTo>
                    <a:pt x="358" y="1346"/>
                  </a:lnTo>
                  <a:lnTo>
                    <a:pt x="977" y="12"/>
                  </a:lnTo>
                  <a:lnTo>
                    <a:pt x="572" y="12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2658050" y="1324100"/>
              <a:ext cx="77725" cy="101225"/>
            </a:xfrm>
            <a:custGeom>
              <a:rect b="b" l="l" r="r" t="t"/>
              <a:pathLst>
                <a:path extrusionOk="0" h="4049" w="3109">
                  <a:moveTo>
                    <a:pt x="2668" y="1"/>
                  </a:moveTo>
                  <a:lnTo>
                    <a:pt x="1" y="3834"/>
                  </a:lnTo>
                  <a:cubicBezTo>
                    <a:pt x="120" y="3894"/>
                    <a:pt x="227" y="3953"/>
                    <a:pt x="298" y="4049"/>
                  </a:cubicBezTo>
                  <a:lnTo>
                    <a:pt x="310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3039950" y="1324100"/>
              <a:ext cx="46750" cy="37525"/>
            </a:xfrm>
            <a:custGeom>
              <a:rect b="b" l="l" r="r" t="t"/>
              <a:pathLst>
                <a:path extrusionOk="0" h="1501" w="1870">
                  <a:moveTo>
                    <a:pt x="1" y="1"/>
                  </a:moveTo>
                  <a:lnTo>
                    <a:pt x="1" y="12"/>
                  </a:lnTo>
                  <a:lnTo>
                    <a:pt x="1144" y="1239"/>
                  </a:lnTo>
                  <a:lnTo>
                    <a:pt x="1870" y="1501"/>
                  </a:lnTo>
                  <a:lnTo>
                    <a:pt x="1870" y="1489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3095625" y="1382750"/>
              <a:ext cx="10725" cy="6125"/>
            </a:xfrm>
            <a:custGeom>
              <a:rect b="b" l="l" r="r" t="t"/>
              <a:pathLst>
                <a:path extrusionOk="0" h="245" w="429">
                  <a:moveTo>
                    <a:pt x="405" y="0"/>
                  </a:moveTo>
                  <a:lnTo>
                    <a:pt x="405" y="0"/>
                  </a:lnTo>
                  <a:cubicBezTo>
                    <a:pt x="357" y="36"/>
                    <a:pt x="298" y="48"/>
                    <a:pt x="250" y="60"/>
                  </a:cubicBezTo>
                  <a:cubicBezTo>
                    <a:pt x="214" y="72"/>
                    <a:pt x="176" y="78"/>
                    <a:pt x="134" y="78"/>
                  </a:cubicBezTo>
                  <a:cubicBezTo>
                    <a:pt x="92" y="78"/>
                    <a:pt x="48" y="72"/>
                    <a:pt x="0" y="60"/>
                  </a:cubicBezTo>
                  <a:lnTo>
                    <a:pt x="0" y="60"/>
                  </a:lnTo>
                  <a:lnTo>
                    <a:pt x="107" y="179"/>
                  </a:lnTo>
                  <a:cubicBezTo>
                    <a:pt x="139" y="224"/>
                    <a:pt x="189" y="245"/>
                    <a:pt x="239" y="245"/>
                  </a:cubicBezTo>
                  <a:cubicBezTo>
                    <a:pt x="282" y="245"/>
                    <a:pt x="324" y="230"/>
                    <a:pt x="357" y="203"/>
                  </a:cubicBezTo>
                  <a:cubicBezTo>
                    <a:pt x="417" y="155"/>
                    <a:pt x="429" y="60"/>
                    <a:pt x="40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2519350" y="1324100"/>
              <a:ext cx="119375" cy="105400"/>
            </a:xfrm>
            <a:custGeom>
              <a:rect b="b" l="l" r="r" t="t"/>
              <a:pathLst>
                <a:path extrusionOk="0" h="4216" w="4775">
                  <a:moveTo>
                    <a:pt x="1" y="1"/>
                  </a:moveTo>
                  <a:lnTo>
                    <a:pt x="4477" y="4180"/>
                  </a:lnTo>
                  <a:lnTo>
                    <a:pt x="4549" y="4215"/>
                  </a:lnTo>
                  <a:cubicBezTo>
                    <a:pt x="4608" y="4108"/>
                    <a:pt x="4692" y="4037"/>
                    <a:pt x="4775" y="3953"/>
                  </a:cubicBezTo>
                  <a:lnTo>
                    <a:pt x="53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2959575" y="1324400"/>
              <a:ext cx="127425" cy="44675"/>
            </a:xfrm>
            <a:custGeom>
              <a:rect b="b" l="l" r="r" t="t"/>
              <a:pathLst>
                <a:path extrusionOk="0" h="1787" w="5097">
                  <a:moveTo>
                    <a:pt x="1" y="0"/>
                  </a:moveTo>
                  <a:lnTo>
                    <a:pt x="4847" y="1786"/>
                  </a:lnTo>
                  <a:lnTo>
                    <a:pt x="5001" y="1763"/>
                  </a:lnTo>
                  <a:cubicBezTo>
                    <a:pt x="5013" y="1655"/>
                    <a:pt x="5037" y="1560"/>
                    <a:pt x="5097" y="1489"/>
                  </a:cubicBezTo>
                  <a:lnTo>
                    <a:pt x="4370" y="1227"/>
                  </a:lnTo>
                  <a:lnTo>
                    <a:pt x="103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2669975" y="1368450"/>
              <a:ext cx="416425" cy="72950"/>
            </a:xfrm>
            <a:custGeom>
              <a:rect b="b" l="l" r="r" t="t"/>
              <a:pathLst>
                <a:path extrusionOk="0" h="2918" w="16657">
                  <a:moveTo>
                    <a:pt x="16585" y="1"/>
                  </a:moveTo>
                  <a:lnTo>
                    <a:pt x="16419" y="24"/>
                  </a:lnTo>
                  <a:lnTo>
                    <a:pt x="0" y="2560"/>
                  </a:lnTo>
                  <a:cubicBezTo>
                    <a:pt x="12" y="2584"/>
                    <a:pt x="12" y="2620"/>
                    <a:pt x="36" y="2644"/>
                  </a:cubicBezTo>
                  <a:cubicBezTo>
                    <a:pt x="60" y="2739"/>
                    <a:pt x="60" y="2822"/>
                    <a:pt x="60" y="2918"/>
                  </a:cubicBezTo>
                  <a:lnTo>
                    <a:pt x="16657" y="358"/>
                  </a:lnTo>
                  <a:cubicBezTo>
                    <a:pt x="16621" y="310"/>
                    <a:pt x="16609" y="251"/>
                    <a:pt x="16597" y="203"/>
                  </a:cubicBezTo>
                  <a:cubicBezTo>
                    <a:pt x="16585" y="132"/>
                    <a:pt x="16585" y="72"/>
                    <a:pt x="1658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2464575" y="1378875"/>
              <a:ext cx="629275" cy="804275"/>
            </a:xfrm>
            <a:custGeom>
              <a:rect b="b" l="l" r="r" t="t"/>
              <a:pathLst>
                <a:path extrusionOk="0" h="32171" w="25171">
                  <a:moveTo>
                    <a:pt x="24885" y="0"/>
                  </a:moveTo>
                  <a:lnTo>
                    <a:pt x="1" y="31945"/>
                  </a:lnTo>
                  <a:cubicBezTo>
                    <a:pt x="108" y="31992"/>
                    <a:pt x="203" y="32064"/>
                    <a:pt x="287" y="32171"/>
                  </a:cubicBezTo>
                  <a:lnTo>
                    <a:pt x="25171" y="203"/>
                  </a:lnTo>
                  <a:cubicBezTo>
                    <a:pt x="25063" y="155"/>
                    <a:pt x="24956" y="84"/>
                    <a:pt x="2488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2489575" y="1454775"/>
              <a:ext cx="155400" cy="285775"/>
            </a:xfrm>
            <a:custGeom>
              <a:rect b="b" l="l" r="r" t="t"/>
              <a:pathLst>
                <a:path extrusionOk="0" h="11431" w="6216">
                  <a:moveTo>
                    <a:pt x="5906" y="0"/>
                  </a:moveTo>
                  <a:lnTo>
                    <a:pt x="1" y="11264"/>
                  </a:lnTo>
                  <a:cubicBezTo>
                    <a:pt x="120" y="11311"/>
                    <a:pt x="227" y="11371"/>
                    <a:pt x="322" y="11430"/>
                  </a:cubicBezTo>
                  <a:lnTo>
                    <a:pt x="6216" y="179"/>
                  </a:lnTo>
                  <a:cubicBezTo>
                    <a:pt x="6097" y="143"/>
                    <a:pt x="6002" y="84"/>
                    <a:pt x="590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2481850" y="1387200"/>
              <a:ext cx="1500" cy="2400"/>
            </a:xfrm>
            <a:custGeom>
              <a:rect b="b" l="l" r="r" t="t"/>
              <a:pathLst>
                <a:path extrusionOk="0" h="96" w="60">
                  <a:moveTo>
                    <a:pt x="0" y="1"/>
                  </a:moveTo>
                  <a:lnTo>
                    <a:pt x="0" y="96"/>
                  </a:lnTo>
                  <a:cubicBezTo>
                    <a:pt x="24" y="60"/>
                    <a:pt x="36" y="36"/>
                    <a:pt x="60" y="2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2482450" y="1324400"/>
              <a:ext cx="12225" cy="56575"/>
            </a:xfrm>
            <a:custGeom>
              <a:rect b="b" l="l" r="r" t="t"/>
              <a:pathLst>
                <a:path extrusionOk="0" h="2263" w="489">
                  <a:moveTo>
                    <a:pt x="131" y="0"/>
                  </a:moveTo>
                  <a:lnTo>
                    <a:pt x="0" y="2132"/>
                  </a:lnTo>
                  <a:lnTo>
                    <a:pt x="357" y="2263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2461300" y="1397025"/>
              <a:ext cx="28600" cy="338450"/>
            </a:xfrm>
            <a:custGeom>
              <a:rect b="b" l="l" r="r" t="t"/>
              <a:pathLst>
                <a:path extrusionOk="0" h="13538" w="1144">
                  <a:moveTo>
                    <a:pt x="799" y="1"/>
                  </a:moveTo>
                  <a:lnTo>
                    <a:pt x="1" y="13455"/>
                  </a:lnTo>
                  <a:cubicBezTo>
                    <a:pt x="1" y="13478"/>
                    <a:pt x="1" y="13514"/>
                    <a:pt x="13" y="13538"/>
                  </a:cubicBezTo>
                  <a:cubicBezTo>
                    <a:pt x="60" y="13526"/>
                    <a:pt x="84" y="13514"/>
                    <a:pt x="132" y="13514"/>
                  </a:cubicBezTo>
                  <a:lnTo>
                    <a:pt x="358" y="13467"/>
                  </a:lnTo>
                  <a:lnTo>
                    <a:pt x="1144" y="203"/>
                  </a:lnTo>
                  <a:lnTo>
                    <a:pt x="1144" y="203"/>
                  </a:lnTo>
                  <a:cubicBezTo>
                    <a:pt x="1129" y="206"/>
                    <a:pt x="1114" y="207"/>
                    <a:pt x="1098" y="207"/>
                  </a:cubicBezTo>
                  <a:cubicBezTo>
                    <a:pt x="979" y="207"/>
                    <a:pt x="851" y="127"/>
                    <a:pt x="79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2299675" y="1324400"/>
              <a:ext cx="333400" cy="114025"/>
            </a:xfrm>
            <a:custGeom>
              <a:rect b="b" l="l" r="r" t="t"/>
              <a:pathLst>
                <a:path extrusionOk="0" h="4561" w="13336">
                  <a:moveTo>
                    <a:pt x="36" y="0"/>
                  </a:moveTo>
                  <a:lnTo>
                    <a:pt x="1" y="24"/>
                  </a:lnTo>
                  <a:lnTo>
                    <a:pt x="7299" y="2513"/>
                  </a:lnTo>
                  <a:lnTo>
                    <a:pt x="7359" y="2537"/>
                  </a:lnTo>
                  <a:cubicBezTo>
                    <a:pt x="7394" y="2501"/>
                    <a:pt x="7442" y="2477"/>
                    <a:pt x="7502" y="2453"/>
                  </a:cubicBezTo>
                  <a:cubicBezTo>
                    <a:pt x="7522" y="2451"/>
                    <a:pt x="7542" y="2449"/>
                    <a:pt x="7561" y="2449"/>
                  </a:cubicBezTo>
                  <a:cubicBezTo>
                    <a:pt x="7719" y="2449"/>
                    <a:pt x="7864" y="2533"/>
                    <a:pt x="7906" y="2691"/>
                  </a:cubicBezTo>
                  <a:lnTo>
                    <a:pt x="7906" y="2727"/>
                  </a:lnTo>
                  <a:lnTo>
                    <a:pt x="13240" y="4561"/>
                  </a:lnTo>
                  <a:cubicBezTo>
                    <a:pt x="13240" y="4430"/>
                    <a:pt x="13276" y="4322"/>
                    <a:pt x="13336" y="4215"/>
                  </a:cubicBezTo>
                  <a:lnTo>
                    <a:pt x="13264" y="4180"/>
                  </a:lnTo>
                  <a:lnTo>
                    <a:pt x="7668" y="2263"/>
                  </a:lnTo>
                  <a:lnTo>
                    <a:pt x="7311" y="2144"/>
                  </a:lnTo>
                  <a:lnTo>
                    <a:pt x="106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2163950" y="1324400"/>
              <a:ext cx="136950" cy="109550"/>
            </a:xfrm>
            <a:custGeom>
              <a:rect b="b" l="l" r="r" t="t"/>
              <a:pathLst>
                <a:path extrusionOk="0" h="4382" w="5478">
                  <a:moveTo>
                    <a:pt x="4918" y="0"/>
                  </a:moveTo>
                  <a:lnTo>
                    <a:pt x="0" y="4025"/>
                  </a:lnTo>
                  <a:lnTo>
                    <a:pt x="131" y="4382"/>
                  </a:lnTo>
                  <a:lnTo>
                    <a:pt x="5454" y="12"/>
                  </a:lnTo>
                  <a:lnTo>
                    <a:pt x="547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1971375" y="1430950"/>
              <a:ext cx="188425" cy="158400"/>
            </a:xfrm>
            <a:custGeom>
              <a:rect b="b" l="l" r="r" t="t"/>
              <a:pathLst>
                <a:path extrusionOk="0" h="6336" w="7537">
                  <a:moveTo>
                    <a:pt x="7406" y="1"/>
                  </a:moveTo>
                  <a:lnTo>
                    <a:pt x="0" y="6073"/>
                  </a:lnTo>
                  <a:cubicBezTo>
                    <a:pt x="95" y="6145"/>
                    <a:pt x="179" y="6228"/>
                    <a:pt x="238" y="6335"/>
                  </a:cubicBezTo>
                  <a:lnTo>
                    <a:pt x="7537" y="358"/>
                  </a:lnTo>
                  <a:lnTo>
                    <a:pt x="740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2269925" y="1742600"/>
              <a:ext cx="5075" cy="3000"/>
            </a:xfrm>
            <a:custGeom>
              <a:rect b="b" l="l" r="r" t="t"/>
              <a:pathLst>
                <a:path extrusionOk="0" h="120" w="203">
                  <a:moveTo>
                    <a:pt x="143" y="1"/>
                  </a:moveTo>
                  <a:cubicBezTo>
                    <a:pt x="95" y="1"/>
                    <a:pt x="48" y="1"/>
                    <a:pt x="0" y="13"/>
                  </a:cubicBezTo>
                  <a:cubicBezTo>
                    <a:pt x="36" y="96"/>
                    <a:pt x="107" y="120"/>
                    <a:pt x="202" y="120"/>
                  </a:cubicBezTo>
                  <a:lnTo>
                    <a:pt x="15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2117800" y="1324100"/>
              <a:ext cx="141425" cy="365850"/>
            </a:xfrm>
            <a:custGeom>
              <a:rect b="b" l="l" r="r" t="t"/>
              <a:pathLst>
                <a:path extrusionOk="0" h="14634" w="5657">
                  <a:moveTo>
                    <a:pt x="1" y="1"/>
                  </a:moveTo>
                  <a:lnTo>
                    <a:pt x="1549" y="4275"/>
                  </a:lnTo>
                  <a:lnTo>
                    <a:pt x="1680" y="4632"/>
                  </a:lnTo>
                  <a:lnTo>
                    <a:pt x="5335" y="14633"/>
                  </a:lnTo>
                  <a:cubicBezTo>
                    <a:pt x="5430" y="14574"/>
                    <a:pt x="5537" y="14514"/>
                    <a:pt x="5656" y="14479"/>
                  </a:cubicBezTo>
                  <a:lnTo>
                    <a:pt x="1977" y="4370"/>
                  </a:lnTo>
                  <a:lnTo>
                    <a:pt x="1846" y="4013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2450600" y="1814350"/>
              <a:ext cx="27100" cy="362275"/>
            </a:xfrm>
            <a:custGeom>
              <a:rect b="b" l="l" r="r" t="t"/>
              <a:pathLst>
                <a:path extrusionOk="0" h="14491" w="1084">
                  <a:moveTo>
                    <a:pt x="726" y="0"/>
                  </a:moveTo>
                  <a:lnTo>
                    <a:pt x="0" y="14490"/>
                  </a:lnTo>
                  <a:cubicBezTo>
                    <a:pt x="12" y="14490"/>
                    <a:pt x="12" y="14490"/>
                    <a:pt x="24" y="14466"/>
                  </a:cubicBezTo>
                  <a:cubicBezTo>
                    <a:pt x="87" y="14452"/>
                    <a:pt x="154" y="14446"/>
                    <a:pt x="220" y="14446"/>
                  </a:cubicBezTo>
                  <a:cubicBezTo>
                    <a:pt x="267" y="14446"/>
                    <a:pt x="313" y="14449"/>
                    <a:pt x="357" y="14454"/>
                  </a:cubicBezTo>
                  <a:lnTo>
                    <a:pt x="1084" y="0"/>
                  </a:lnTo>
                  <a:lnTo>
                    <a:pt x="1084" y="0"/>
                  </a:lnTo>
                  <a:cubicBezTo>
                    <a:pt x="1030" y="16"/>
                    <a:pt x="976" y="23"/>
                    <a:pt x="922" y="23"/>
                  </a:cubicBezTo>
                  <a:cubicBezTo>
                    <a:pt x="857" y="23"/>
                    <a:pt x="792" y="13"/>
                    <a:pt x="7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2273475" y="1738150"/>
              <a:ext cx="176850" cy="439950"/>
            </a:xfrm>
            <a:custGeom>
              <a:rect b="b" l="l" r="r" t="t"/>
              <a:pathLst>
                <a:path extrusionOk="0" h="17598" w="7074">
                  <a:moveTo>
                    <a:pt x="334" y="0"/>
                  </a:moveTo>
                  <a:cubicBezTo>
                    <a:pt x="239" y="72"/>
                    <a:pt x="132" y="131"/>
                    <a:pt x="1" y="167"/>
                  </a:cubicBezTo>
                  <a:lnTo>
                    <a:pt x="37" y="286"/>
                  </a:lnTo>
                  <a:lnTo>
                    <a:pt x="6514" y="17097"/>
                  </a:lnTo>
                  <a:lnTo>
                    <a:pt x="6930" y="17598"/>
                  </a:lnTo>
                  <a:cubicBezTo>
                    <a:pt x="6978" y="17562"/>
                    <a:pt x="7014" y="17550"/>
                    <a:pt x="7073" y="17538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2293425" y="1714325"/>
              <a:ext cx="141725" cy="60150"/>
            </a:xfrm>
            <a:custGeom>
              <a:rect b="b" l="l" r="r" t="t"/>
              <a:pathLst>
                <a:path extrusionOk="0" h="2406" w="5669">
                  <a:moveTo>
                    <a:pt x="60" y="1"/>
                  </a:moveTo>
                  <a:cubicBezTo>
                    <a:pt x="60" y="120"/>
                    <a:pt x="48" y="251"/>
                    <a:pt x="1" y="370"/>
                  </a:cubicBezTo>
                  <a:lnTo>
                    <a:pt x="5620" y="2406"/>
                  </a:lnTo>
                  <a:cubicBezTo>
                    <a:pt x="5620" y="2287"/>
                    <a:pt x="5644" y="2156"/>
                    <a:pt x="5668" y="2037"/>
                  </a:cubicBezTo>
                  <a:lnTo>
                    <a:pt x="6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1976725" y="1600625"/>
              <a:ext cx="267625" cy="103300"/>
            </a:xfrm>
            <a:custGeom>
              <a:rect b="b" l="l" r="r" t="t"/>
              <a:pathLst>
                <a:path extrusionOk="0" h="4132" w="10705">
                  <a:moveTo>
                    <a:pt x="108" y="0"/>
                  </a:moveTo>
                  <a:cubicBezTo>
                    <a:pt x="108" y="120"/>
                    <a:pt x="60" y="239"/>
                    <a:pt x="0" y="334"/>
                  </a:cubicBezTo>
                  <a:lnTo>
                    <a:pt x="10490" y="4132"/>
                  </a:lnTo>
                  <a:cubicBezTo>
                    <a:pt x="10561" y="4013"/>
                    <a:pt x="10621" y="3906"/>
                    <a:pt x="10704" y="3822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1969275" y="1610450"/>
              <a:ext cx="477475" cy="573900"/>
            </a:xfrm>
            <a:custGeom>
              <a:rect b="b" l="l" r="r" t="t"/>
              <a:pathLst>
                <a:path extrusionOk="0" h="22956" w="19099">
                  <a:moveTo>
                    <a:pt x="275" y="0"/>
                  </a:moveTo>
                  <a:cubicBezTo>
                    <a:pt x="203" y="108"/>
                    <a:pt x="108" y="179"/>
                    <a:pt x="1" y="262"/>
                  </a:cubicBezTo>
                  <a:lnTo>
                    <a:pt x="18825" y="22956"/>
                  </a:lnTo>
                  <a:cubicBezTo>
                    <a:pt x="18896" y="22848"/>
                    <a:pt x="18991" y="22777"/>
                    <a:pt x="19098" y="22717"/>
                  </a:cubicBezTo>
                  <a:lnTo>
                    <a:pt x="18682" y="22229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1726400" y="1324400"/>
              <a:ext cx="224450" cy="261075"/>
            </a:xfrm>
            <a:custGeom>
              <a:rect b="b" l="l" r="r" t="t"/>
              <a:pathLst>
                <a:path extrusionOk="0" h="10443" w="8978">
                  <a:moveTo>
                    <a:pt x="0" y="0"/>
                  </a:moveTo>
                  <a:lnTo>
                    <a:pt x="8680" y="10442"/>
                  </a:lnTo>
                  <a:cubicBezTo>
                    <a:pt x="8763" y="10359"/>
                    <a:pt x="8870" y="10287"/>
                    <a:pt x="8978" y="10240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1592450" y="1416675"/>
              <a:ext cx="110450" cy="205100"/>
            </a:xfrm>
            <a:custGeom>
              <a:rect b="b" l="l" r="r" t="t"/>
              <a:pathLst>
                <a:path extrusionOk="0" h="8204" w="4418">
                  <a:moveTo>
                    <a:pt x="334" y="0"/>
                  </a:moveTo>
                  <a:cubicBezTo>
                    <a:pt x="239" y="60"/>
                    <a:pt x="155" y="108"/>
                    <a:pt x="48" y="131"/>
                  </a:cubicBezTo>
                  <a:cubicBezTo>
                    <a:pt x="44" y="127"/>
                    <a:pt x="39" y="126"/>
                    <a:pt x="33" y="126"/>
                  </a:cubicBezTo>
                  <a:cubicBezTo>
                    <a:pt x="22" y="126"/>
                    <a:pt x="8" y="131"/>
                    <a:pt x="0" y="131"/>
                  </a:cubicBezTo>
                  <a:lnTo>
                    <a:pt x="4108" y="8204"/>
                  </a:lnTo>
                  <a:cubicBezTo>
                    <a:pt x="4203" y="8132"/>
                    <a:pt x="4299" y="8073"/>
                    <a:pt x="4418" y="8025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1346575" y="16699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1593350" y="1324400"/>
              <a:ext cx="59850" cy="58675"/>
            </a:xfrm>
            <a:custGeom>
              <a:rect b="b" l="l" r="r" t="t"/>
              <a:pathLst>
                <a:path extrusionOk="0" h="2347" w="2394">
                  <a:moveTo>
                    <a:pt x="1905" y="0"/>
                  </a:moveTo>
                  <a:lnTo>
                    <a:pt x="0" y="2191"/>
                  </a:lnTo>
                  <a:cubicBezTo>
                    <a:pt x="119" y="2215"/>
                    <a:pt x="238" y="2275"/>
                    <a:pt x="334" y="2346"/>
                  </a:cubicBezTo>
                  <a:lnTo>
                    <a:pt x="239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1345100" y="16693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1348075" y="16705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1354625" y="1406550"/>
              <a:ext cx="219700" cy="254225"/>
            </a:xfrm>
            <a:custGeom>
              <a:rect b="b" l="l" r="r" t="t"/>
              <a:pathLst>
                <a:path extrusionOk="0" h="10169" w="8788">
                  <a:moveTo>
                    <a:pt x="8573" y="1"/>
                  </a:moveTo>
                  <a:lnTo>
                    <a:pt x="215" y="9561"/>
                  </a:lnTo>
                  <a:lnTo>
                    <a:pt x="0" y="10169"/>
                  </a:lnTo>
                  <a:lnTo>
                    <a:pt x="0" y="10169"/>
                  </a:lnTo>
                  <a:lnTo>
                    <a:pt x="167" y="10157"/>
                  </a:lnTo>
                  <a:lnTo>
                    <a:pt x="8787" y="322"/>
                  </a:lnTo>
                  <a:cubicBezTo>
                    <a:pt x="8692" y="227"/>
                    <a:pt x="8620" y="120"/>
                    <a:pt x="857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1345700" y="1669675"/>
              <a:ext cx="600" cy="325"/>
            </a:xfrm>
            <a:custGeom>
              <a:rect b="b" l="l" r="r" t="t"/>
              <a:pathLst>
                <a:path extrusionOk="0" h="13" w="24">
                  <a:moveTo>
                    <a:pt x="0" y="1"/>
                  </a:moveTo>
                  <a:cubicBezTo>
                    <a:pt x="0" y="13"/>
                    <a:pt x="24" y="13"/>
                    <a:pt x="24" y="13"/>
                  </a:cubicBezTo>
                  <a:cubicBezTo>
                    <a:pt x="24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1348675" y="1635750"/>
              <a:ext cx="339650" cy="34250"/>
            </a:xfrm>
            <a:custGeom>
              <a:rect b="b" l="l" r="r" t="t"/>
              <a:pathLst>
                <a:path extrusionOk="0" h="1370" w="13586">
                  <a:moveTo>
                    <a:pt x="13550" y="0"/>
                  </a:moveTo>
                  <a:lnTo>
                    <a:pt x="393" y="989"/>
                  </a:lnTo>
                  <a:lnTo>
                    <a:pt x="226" y="1001"/>
                  </a:lnTo>
                  <a:lnTo>
                    <a:pt x="131" y="1274"/>
                  </a:lnTo>
                  <a:lnTo>
                    <a:pt x="131" y="1286"/>
                  </a:lnTo>
                  <a:cubicBezTo>
                    <a:pt x="119" y="1298"/>
                    <a:pt x="119" y="1310"/>
                    <a:pt x="107" y="1334"/>
                  </a:cubicBezTo>
                  <a:lnTo>
                    <a:pt x="95" y="1346"/>
                  </a:lnTo>
                  <a:cubicBezTo>
                    <a:pt x="75" y="1356"/>
                    <a:pt x="63" y="1358"/>
                    <a:pt x="52" y="1366"/>
                  </a:cubicBezTo>
                  <a:lnTo>
                    <a:pt x="52" y="1366"/>
                  </a:lnTo>
                  <a:lnTo>
                    <a:pt x="13585" y="346"/>
                  </a:lnTo>
                  <a:cubicBezTo>
                    <a:pt x="13585" y="334"/>
                    <a:pt x="13585" y="334"/>
                    <a:pt x="13573" y="322"/>
                  </a:cubicBezTo>
                  <a:cubicBezTo>
                    <a:pt x="13550" y="227"/>
                    <a:pt x="13538" y="119"/>
                    <a:pt x="13550" y="0"/>
                  </a:cubicBezTo>
                  <a:close/>
                  <a:moveTo>
                    <a:pt x="52" y="1366"/>
                  </a:moveTo>
                  <a:lnTo>
                    <a:pt x="0" y="1370"/>
                  </a:lnTo>
                  <a:lnTo>
                    <a:pt x="48" y="1370"/>
                  </a:lnTo>
                  <a:cubicBezTo>
                    <a:pt x="49" y="1368"/>
                    <a:pt x="51" y="1367"/>
                    <a:pt x="52" y="1366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1346575" y="1669975"/>
              <a:ext cx="1225" cy="625"/>
            </a:xfrm>
            <a:custGeom>
              <a:rect b="b" l="l" r="r" t="t"/>
              <a:pathLst>
                <a:path extrusionOk="0" h="25" w="49">
                  <a:moveTo>
                    <a:pt x="49" y="24"/>
                  </a:moveTo>
                  <a:cubicBezTo>
                    <a:pt x="25" y="24"/>
                    <a:pt x="13" y="24"/>
                    <a:pt x="1" y="1"/>
                  </a:cubicBezTo>
                  <a:cubicBezTo>
                    <a:pt x="13" y="24"/>
                    <a:pt x="25" y="24"/>
                    <a:pt x="49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1346575" y="16699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1345100" y="1669375"/>
              <a:ext cx="325" cy="325"/>
            </a:xfrm>
            <a:custGeom>
              <a:rect b="b" l="l" r="r" t="t"/>
              <a:pathLst>
                <a:path extrusionOk="0" h="13" w="13">
                  <a:moveTo>
                    <a:pt x="0" y="1"/>
                  </a:moveTo>
                  <a:lnTo>
                    <a:pt x="0" y="1"/>
                  </a:lnTo>
                  <a:lnTo>
                    <a:pt x="12" y="1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1349275" y="1670125"/>
              <a:ext cx="300" cy="475"/>
            </a:xfrm>
            <a:custGeom>
              <a:rect b="b" l="l" r="r" t="t"/>
              <a:pathLst>
                <a:path extrusionOk="0" h="19" w="12">
                  <a:moveTo>
                    <a:pt x="10" y="1"/>
                  </a:moveTo>
                  <a:cubicBezTo>
                    <a:pt x="9" y="1"/>
                    <a:pt x="6" y="7"/>
                    <a:pt x="0" y="18"/>
                  </a:cubicBezTo>
                  <a:lnTo>
                    <a:pt x="12" y="18"/>
                  </a:lnTo>
                  <a:cubicBezTo>
                    <a:pt x="12" y="7"/>
                    <a:pt x="12" y="1"/>
                    <a:pt x="1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1351050" y="1669075"/>
              <a:ext cx="325" cy="325"/>
            </a:xfrm>
            <a:custGeom>
              <a:rect b="b" l="l" r="r" t="t"/>
              <a:pathLst>
                <a:path extrusionOk="0" h="13" w="13">
                  <a:moveTo>
                    <a:pt x="0" y="13"/>
                  </a:moveTo>
                  <a:lnTo>
                    <a:pt x="0" y="13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992675" y="1324400"/>
              <a:ext cx="353050" cy="345000"/>
            </a:xfrm>
            <a:custGeom>
              <a:rect b="b" l="l" r="r" t="t"/>
              <a:pathLst>
                <a:path extrusionOk="0" h="13800" w="14122">
                  <a:moveTo>
                    <a:pt x="0" y="0"/>
                  </a:moveTo>
                  <a:lnTo>
                    <a:pt x="14085" y="13800"/>
                  </a:lnTo>
                  <a:cubicBezTo>
                    <a:pt x="14038" y="13752"/>
                    <a:pt x="14026" y="13681"/>
                    <a:pt x="14038" y="13609"/>
                  </a:cubicBezTo>
                  <a:lnTo>
                    <a:pt x="14121" y="13335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1346275" y="1669975"/>
              <a:ext cx="325" cy="25"/>
            </a:xfrm>
            <a:custGeom>
              <a:rect b="b" l="l" r="r" t="t"/>
              <a:pathLst>
                <a:path extrusionOk="0" h="1" w="13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3" y="1"/>
                    <a:pt x="13" y="1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1348075" y="16705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1351050" y="16693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1351950" y="166760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0"/>
                  </a:moveTo>
                  <a:cubicBezTo>
                    <a:pt x="0" y="0"/>
                    <a:pt x="0" y="12"/>
                    <a:pt x="0" y="0"/>
                  </a:cubicBezTo>
                  <a:cubicBezTo>
                    <a:pt x="0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1343300" y="1324400"/>
              <a:ext cx="127425" cy="346500"/>
            </a:xfrm>
            <a:custGeom>
              <a:rect b="b" l="l" r="r" t="t"/>
              <a:pathLst>
                <a:path extrusionOk="0" h="13860" w="5097">
                  <a:moveTo>
                    <a:pt x="4716" y="0"/>
                  </a:moveTo>
                  <a:lnTo>
                    <a:pt x="120" y="13335"/>
                  </a:lnTo>
                  <a:lnTo>
                    <a:pt x="25" y="13609"/>
                  </a:lnTo>
                  <a:cubicBezTo>
                    <a:pt x="1" y="13681"/>
                    <a:pt x="25" y="13752"/>
                    <a:pt x="72" y="13800"/>
                  </a:cubicBezTo>
                  <a:lnTo>
                    <a:pt x="84" y="13812"/>
                  </a:lnTo>
                  <a:cubicBezTo>
                    <a:pt x="84" y="13812"/>
                    <a:pt x="96" y="13812"/>
                    <a:pt x="96" y="13824"/>
                  </a:cubicBezTo>
                  <a:cubicBezTo>
                    <a:pt x="96" y="13824"/>
                    <a:pt x="120" y="13824"/>
                    <a:pt x="120" y="13847"/>
                  </a:cubicBezTo>
                  <a:lnTo>
                    <a:pt x="132" y="13847"/>
                  </a:lnTo>
                  <a:cubicBezTo>
                    <a:pt x="144" y="13847"/>
                    <a:pt x="156" y="13859"/>
                    <a:pt x="180" y="13859"/>
                  </a:cubicBezTo>
                  <a:cubicBezTo>
                    <a:pt x="180" y="13847"/>
                    <a:pt x="180" y="13847"/>
                    <a:pt x="191" y="13847"/>
                  </a:cubicBezTo>
                  <a:lnTo>
                    <a:pt x="251" y="13847"/>
                  </a:lnTo>
                  <a:cubicBezTo>
                    <a:pt x="263" y="13847"/>
                    <a:pt x="275" y="13824"/>
                    <a:pt x="299" y="13812"/>
                  </a:cubicBezTo>
                  <a:lnTo>
                    <a:pt x="310" y="13800"/>
                  </a:lnTo>
                  <a:cubicBezTo>
                    <a:pt x="322" y="13788"/>
                    <a:pt x="322" y="13764"/>
                    <a:pt x="334" y="13752"/>
                  </a:cubicBezTo>
                  <a:lnTo>
                    <a:pt x="334" y="13740"/>
                  </a:lnTo>
                  <a:lnTo>
                    <a:pt x="430" y="13466"/>
                  </a:lnTo>
                  <a:lnTo>
                    <a:pt x="632" y="12847"/>
                  </a:lnTo>
                  <a:lnTo>
                    <a:pt x="509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2236875" y="1685475"/>
              <a:ext cx="58075" cy="57750"/>
            </a:xfrm>
            <a:custGeom>
              <a:rect b="b" l="l" r="r" t="t"/>
              <a:pathLst>
                <a:path extrusionOk="0" h="2310" w="2323">
                  <a:moveTo>
                    <a:pt x="1174" y="0"/>
                  </a:moveTo>
                  <a:cubicBezTo>
                    <a:pt x="1081" y="0"/>
                    <a:pt x="987" y="12"/>
                    <a:pt x="893" y="35"/>
                  </a:cubicBezTo>
                  <a:cubicBezTo>
                    <a:pt x="774" y="71"/>
                    <a:pt x="655" y="119"/>
                    <a:pt x="572" y="190"/>
                  </a:cubicBezTo>
                  <a:cubicBezTo>
                    <a:pt x="465" y="250"/>
                    <a:pt x="370" y="333"/>
                    <a:pt x="298" y="428"/>
                  </a:cubicBezTo>
                  <a:cubicBezTo>
                    <a:pt x="227" y="512"/>
                    <a:pt x="155" y="631"/>
                    <a:pt x="108" y="738"/>
                  </a:cubicBezTo>
                  <a:cubicBezTo>
                    <a:pt x="12" y="964"/>
                    <a:pt x="0" y="1202"/>
                    <a:pt x="60" y="1440"/>
                  </a:cubicBezTo>
                  <a:cubicBezTo>
                    <a:pt x="200" y="1948"/>
                    <a:pt x="665" y="2309"/>
                    <a:pt x="1168" y="2309"/>
                  </a:cubicBezTo>
                  <a:cubicBezTo>
                    <a:pt x="1219" y="2309"/>
                    <a:pt x="1270" y="2305"/>
                    <a:pt x="1322" y="2298"/>
                  </a:cubicBezTo>
                  <a:cubicBezTo>
                    <a:pt x="1370" y="2298"/>
                    <a:pt x="1417" y="2286"/>
                    <a:pt x="1465" y="2274"/>
                  </a:cubicBezTo>
                  <a:lnTo>
                    <a:pt x="1477" y="2274"/>
                  </a:lnTo>
                  <a:cubicBezTo>
                    <a:pt x="1596" y="2238"/>
                    <a:pt x="1715" y="2202"/>
                    <a:pt x="1798" y="2119"/>
                  </a:cubicBezTo>
                  <a:cubicBezTo>
                    <a:pt x="2025" y="1976"/>
                    <a:pt x="2191" y="1762"/>
                    <a:pt x="2263" y="1512"/>
                  </a:cubicBezTo>
                  <a:cubicBezTo>
                    <a:pt x="2310" y="1393"/>
                    <a:pt x="2322" y="1274"/>
                    <a:pt x="2322" y="1143"/>
                  </a:cubicBezTo>
                  <a:cubicBezTo>
                    <a:pt x="2322" y="1071"/>
                    <a:pt x="2310" y="964"/>
                    <a:pt x="2298" y="869"/>
                  </a:cubicBezTo>
                  <a:cubicBezTo>
                    <a:pt x="2157" y="345"/>
                    <a:pt x="1684" y="0"/>
                    <a:pt x="117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2434225" y="1733500"/>
              <a:ext cx="85450" cy="81450"/>
            </a:xfrm>
            <a:custGeom>
              <a:rect b="b" l="l" r="r" t="t"/>
              <a:pathLst>
                <a:path extrusionOk="0" h="3258" w="3418">
                  <a:moveTo>
                    <a:pt x="1610" y="0"/>
                  </a:moveTo>
                  <a:cubicBezTo>
                    <a:pt x="1558" y="0"/>
                    <a:pt x="1505" y="3"/>
                    <a:pt x="1453" y="8"/>
                  </a:cubicBezTo>
                  <a:cubicBezTo>
                    <a:pt x="1381" y="19"/>
                    <a:pt x="1310" y="19"/>
                    <a:pt x="1227" y="55"/>
                  </a:cubicBezTo>
                  <a:cubicBezTo>
                    <a:pt x="1191" y="67"/>
                    <a:pt x="1155" y="79"/>
                    <a:pt x="1108" y="79"/>
                  </a:cubicBezTo>
                  <a:cubicBezTo>
                    <a:pt x="560" y="281"/>
                    <a:pt x="179" y="722"/>
                    <a:pt x="36" y="1258"/>
                  </a:cubicBezTo>
                  <a:cubicBezTo>
                    <a:pt x="12" y="1377"/>
                    <a:pt x="0" y="1496"/>
                    <a:pt x="0" y="1627"/>
                  </a:cubicBezTo>
                  <a:cubicBezTo>
                    <a:pt x="0" y="1770"/>
                    <a:pt x="12" y="1901"/>
                    <a:pt x="36" y="2032"/>
                  </a:cubicBezTo>
                  <a:cubicBezTo>
                    <a:pt x="203" y="2686"/>
                    <a:pt x="750" y="3151"/>
                    <a:pt x="1381" y="3234"/>
                  </a:cubicBezTo>
                  <a:cubicBezTo>
                    <a:pt x="1501" y="3258"/>
                    <a:pt x="1620" y="3258"/>
                    <a:pt x="1739" y="3258"/>
                  </a:cubicBezTo>
                  <a:cubicBezTo>
                    <a:pt x="1822" y="3258"/>
                    <a:pt x="1929" y="3234"/>
                    <a:pt x="2012" y="3210"/>
                  </a:cubicBezTo>
                  <a:cubicBezTo>
                    <a:pt x="2882" y="2984"/>
                    <a:pt x="3417" y="2091"/>
                    <a:pt x="3191" y="1210"/>
                  </a:cubicBezTo>
                  <a:cubicBezTo>
                    <a:pt x="3084" y="817"/>
                    <a:pt x="2834" y="484"/>
                    <a:pt x="2524" y="281"/>
                  </a:cubicBezTo>
                  <a:cubicBezTo>
                    <a:pt x="2417" y="198"/>
                    <a:pt x="2310" y="162"/>
                    <a:pt x="2191" y="115"/>
                  </a:cubicBezTo>
                  <a:cubicBezTo>
                    <a:pt x="2020" y="39"/>
                    <a:pt x="1818" y="0"/>
                    <a:pt x="161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2630075" y="1418625"/>
              <a:ext cx="41100" cy="40925"/>
            </a:xfrm>
            <a:custGeom>
              <a:rect b="b" l="l" r="r" t="t"/>
              <a:pathLst>
                <a:path extrusionOk="0" h="1637" w="1644">
                  <a:moveTo>
                    <a:pt x="848" y="0"/>
                  </a:moveTo>
                  <a:cubicBezTo>
                    <a:pt x="779" y="0"/>
                    <a:pt x="706" y="10"/>
                    <a:pt x="632" y="30"/>
                  </a:cubicBezTo>
                  <a:cubicBezTo>
                    <a:pt x="525" y="53"/>
                    <a:pt x="417" y="101"/>
                    <a:pt x="334" y="161"/>
                  </a:cubicBezTo>
                  <a:cubicBezTo>
                    <a:pt x="239" y="232"/>
                    <a:pt x="167" y="315"/>
                    <a:pt x="108" y="411"/>
                  </a:cubicBezTo>
                  <a:cubicBezTo>
                    <a:pt x="48" y="518"/>
                    <a:pt x="24" y="637"/>
                    <a:pt x="1" y="756"/>
                  </a:cubicBezTo>
                  <a:cubicBezTo>
                    <a:pt x="1" y="851"/>
                    <a:pt x="1" y="923"/>
                    <a:pt x="36" y="1006"/>
                  </a:cubicBezTo>
                  <a:cubicBezTo>
                    <a:pt x="84" y="1173"/>
                    <a:pt x="155" y="1327"/>
                    <a:pt x="274" y="1423"/>
                  </a:cubicBezTo>
                  <a:cubicBezTo>
                    <a:pt x="358" y="1506"/>
                    <a:pt x="465" y="1577"/>
                    <a:pt x="584" y="1601"/>
                  </a:cubicBezTo>
                  <a:cubicBezTo>
                    <a:pt x="650" y="1625"/>
                    <a:pt x="721" y="1637"/>
                    <a:pt x="794" y="1637"/>
                  </a:cubicBezTo>
                  <a:cubicBezTo>
                    <a:pt x="867" y="1637"/>
                    <a:pt x="941" y="1625"/>
                    <a:pt x="1013" y="1601"/>
                  </a:cubicBezTo>
                  <a:cubicBezTo>
                    <a:pt x="1358" y="1530"/>
                    <a:pt x="1596" y="1232"/>
                    <a:pt x="1632" y="887"/>
                  </a:cubicBezTo>
                  <a:cubicBezTo>
                    <a:pt x="1644" y="803"/>
                    <a:pt x="1632" y="708"/>
                    <a:pt x="1596" y="625"/>
                  </a:cubicBezTo>
                  <a:cubicBezTo>
                    <a:pt x="1584" y="589"/>
                    <a:pt x="1584" y="565"/>
                    <a:pt x="1572" y="530"/>
                  </a:cubicBezTo>
                  <a:cubicBezTo>
                    <a:pt x="1548" y="446"/>
                    <a:pt x="1489" y="351"/>
                    <a:pt x="1417" y="268"/>
                  </a:cubicBezTo>
                  <a:cubicBezTo>
                    <a:pt x="1322" y="172"/>
                    <a:pt x="1227" y="101"/>
                    <a:pt x="1120" y="53"/>
                  </a:cubicBezTo>
                  <a:cubicBezTo>
                    <a:pt x="1037" y="19"/>
                    <a:pt x="945" y="0"/>
                    <a:pt x="84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2338375" y="1395450"/>
              <a:ext cx="32475" cy="28775"/>
            </a:xfrm>
            <a:custGeom>
              <a:rect b="b" l="l" r="r" t="t"/>
              <a:pathLst>
                <a:path extrusionOk="0" h="1151" w="1299">
                  <a:moveTo>
                    <a:pt x="645" y="0"/>
                  </a:moveTo>
                  <a:cubicBezTo>
                    <a:pt x="601" y="0"/>
                    <a:pt x="557" y="5"/>
                    <a:pt x="512" y="16"/>
                  </a:cubicBezTo>
                  <a:cubicBezTo>
                    <a:pt x="191" y="87"/>
                    <a:pt x="1" y="421"/>
                    <a:pt x="96" y="718"/>
                  </a:cubicBezTo>
                  <a:cubicBezTo>
                    <a:pt x="157" y="982"/>
                    <a:pt x="399" y="1151"/>
                    <a:pt x="653" y="1151"/>
                  </a:cubicBezTo>
                  <a:cubicBezTo>
                    <a:pt x="698" y="1151"/>
                    <a:pt x="742" y="1146"/>
                    <a:pt x="786" y="1135"/>
                  </a:cubicBezTo>
                  <a:cubicBezTo>
                    <a:pt x="1108" y="1064"/>
                    <a:pt x="1298" y="730"/>
                    <a:pt x="1203" y="433"/>
                  </a:cubicBezTo>
                  <a:cubicBezTo>
                    <a:pt x="1132" y="169"/>
                    <a:pt x="897" y="0"/>
                    <a:pt x="64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3084300" y="1355525"/>
              <a:ext cx="30375" cy="29150"/>
            </a:xfrm>
            <a:custGeom>
              <a:rect b="b" l="l" r="r" t="t"/>
              <a:pathLst>
                <a:path extrusionOk="0" h="1166" w="1215">
                  <a:moveTo>
                    <a:pt x="581" y="1"/>
                  </a:moveTo>
                  <a:cubicBezTo>
                    <a:pt x="531" y="1"/>
                    <a:pt x="483" y="9"/>
                    <a:pt x="441" y="18"/>
                  </a:cubicBezTo>
                  <a:cubicBezTo>
                    <a:pt x="310" y="53"/>
                    <a:pt x="191" y="137"/>
                    <a:pt x="108" y="244"/>
                  </a:cubicBezTo>
                  <a:lnTo>
                    <a:pt x="108" y="256"/>
                  </a:lnTo>
                  <a:cubicBezTo>
                    <a:pt x="48" y="339"/>
                    <a:pt x="24" y="434"/>
                    <a:pt x="1" y="530"/>
                  </a:cubicBezTo>
                  <a:cubicBezTo>
                    <a:pt x="1" y="589"/>
                    <a:pt x="1" y="660"/>
                    <a:pt x="24" y="732"/>
                  </a:cubicBezTo>
                  <a:cubicBezTo>
                    <a:pt x="36" y="791"/>
                    <a:pt x="48" y="839"/>
                    <a:pt x="84" y="887"/>
                  </a:cubicBezTo>
                  <a:cubicBezTo>
                    <a:pt x="96" y="899"/>
                    <a:pt x="96" y="911"/>
                    <a:pt x="108" y="934"/>
                  </a:cubicBezTo>
                  <a:cubicBezTo>
                    <a:pt x="191" y="1030"/>
                    <a:pt x="286" y="1113"/>
                    <a:pt x="405" y="1137"/>
                  </a:cubicBezTo>
                  <a:cubicBezTo>
                    <a:pt x="429" y="1137"/>
                    <a:pt x="453" y="1149"/>
                    <a:pt x="465" y="1149"/>
                  </a:cubicBezTo>
                  <a:cubicBezTo>
                    <a:pt x="508" y="1159"/>
                    <a:pt x="546" y="1165"/>
                    <a:pt x="583" y="1165"/>
                  </a:cubicBezTo>
                  <a:cubicBezTo>
                    <a:pt x="629" y="1165"/>
                    <a:pt x="674" y="1156"/>
                    <a:pt x="727" y="1137"/>
                  </a:cubicBezTo>
                  <a:cubicBezTo>
                    <a:pt x="786" y="1125"/>
                    <a:pt x="822" y="1113"/>
                    <a:pt x="870" y="1077"/>
                  </a:cubicBezTo>
                  <a:cubicBezTo>
                    <a:pt x="1096" y="946"/>
                    <a:pt x="1215" y="696"/>
                    <a:pt x="1132" y="434"/>
                  </a:cubicBezTo>
                  <a:cubicBezTo>
                    <a:pt x="1108" y="339"/>
                    <a:pt x="1048" y="232"/>
                    <a:pt x="977" y="160"/>
                  </a:cubicBezTo>
                  <a:cubicBezTo>
                    <a:pt x="882" y="77"/>
                    <a:pt x="763" y="18"/>
                    <a:pt x="644" y="6"/>
                  </a:cubicBezTo>
                  <a:cubicBezTo>
                    <a:pt x="623" y="2"/>
                    <a:pt x="602" y="1"/>
                    <a:pt x="58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1937425" y="1579200"/>
              <a:ext cx="42300" cy="40575"/>
            </a:xfrm>
            <a:custGeom>
              <a:rect b="b" l="l" r="r" t="t"/>
              <a:pathLst>
                <a:path extrusionOk="0" h="1623" w="1692">
                  <a:moveTo>
                    <a:pt x="863" y="1"/>
                  </a:moveTo>
                  <a:cubicBezTo>
                    <a:pt x="799" y="1"/>
                    <a:pt x="734" y="8"/>
                    <a:pt x="668" y="24"/>
                  </a:cubicBezTo>
                  <a:lnTo>
                    <a:pt x="537" y="60"/>
                  </a:lnTo>
                  <a:cubicBezTo>
                    <a:pt x="418" y="107"/>
                    <a:pt x="322" y="179"/>
                    <a:pt x="239" y="274"/>
                  </a:cubicBezTo>
                  <a:cubicBezTo>
                    <a:pt x="72" y="465"/>
                    <a:pt x="1" y="738"/>
                    <a:pt x="72" y="1000"/>
                  </a:cubicBezTo>
                  <a:cubicBezTo>
                    <a:pt x="163" y="1363"/>
                    <a:pt x="492" y="1623"/>
                    <a:pt x="857" y="1623"/>
                  </a:cubicBezTo>
                  <a:cubicBezTo>
                    <a:pt x="924" y="1623"/>
                    <a:pt x="992" y="1614"/>
                    <a:pt x="1060" y="1596"/>
                  </a:cubicBezTo>
                  <a:cubicBezTo>
                    <a:pt x="1132" y="1584"/>
                    <a:pt x="1203" y="1548"/>
                    <a:pt x="1263" y="1524"/>
                  </a:cubicBezTo>
                  <a:cubicBezTo>
                    <a:pt x="1382" y="1453"/>
                    <a:pt x="1477" y="1358"/>
                    <a:pt x="1549" y="1250"/>
                  </a:cubicBezTo>
                  <a:cubicBezTo>
                    <a:pt x="1561" y="1238"/>
                    <a:pt x="1572" y="1215"/>
                    <a:pt x="1596" y="1191"/>
                  </a:cubicBezTo>
                  <a:cubicBezTo>
                    <a:pt x="1656" y="1096"/>
                    <a:pt x="1680" y="977"/>
                    <a:pt x="1691" y="857"/>
                  </a:cubicBezTo>
                  <a:cubicBezTo>
                    <a:pt x="1691" y="762"/>
                    <a:pt x="1691" y="691"/>
                    <a:pt x="1668" y="596"/>
                  </a:cubicBezTo>
                  <a:cubicBezTo>
                    <a:pt x="1656" y="536"/>
                    <a:pt x="1620" y="476"/>
                    <a:pt x="1596" y="417"/>
                  </a:cubicBezTo>
                  <a:cubicBezTo>
                    <a:pt x="1537" y="322"/>
                    <a:pt x="1453" y="215"/>
                    <a:pt x="1358" y="155"/>
                  </a:cubicBezTo>
                  <a:cubicBezTo>
                    <a:pt x="1209" y="59"/>
                    <a:pt x="1041" y="1"/>
                    <a:pt x="8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2435125" y="2175825"/>
              <a:ext cx="44075" cy="41075"/>
            </a:xfrm>
            <a:custGeom>
              <a:rect b="b" l="l" r="r" t="t"/>
              <a:pathLst>
                <a:path extrusionOk="0" h="1643" w="1763">
                  <a:moveTo>
                    <a:pt x="867" y="0"/>
                  </a:moveTo>
                  <a:cubicBezTo>
                    <a:pt x="796" y="0"/>
                    <a:pt x="723" y="8"/>
                    <a:pt x="655" y="31"/>
                  </a:cubicBezTo>
                  <a:cubicBezTo>
                    <a:pt x="643" y="31"/>
                    <a:pt x="643" y="31"/>
                    <a:pt x="631" y="43"/>
                  </a:cubicBezTo>
                  <a:cubicBezTo>
                    <a:pt x="583" y="55"/>
                    <a:pt x="524" y="67"/>
                    <a:pt x="476" y="102"/>
                  </a:cubicBezTo>
                  <a:cubicBezTo>
                    <a:pt x="369" y="162"/>
                    <a:pt x="274" y="233"/>
                    <a:pt x="191" y="341"/>
                  </a:cubicBezTo>
                  <a:cubicBezTo>
                    <a:pt x="60" y="531"/>
                    <a:pt x="0" y="769"/>
                    <a:pt x="60" y="1019"/>
                  </a:cubicBezTo>
                  <a:cubicBezTo>
                    <a:pt x="150" y="1390"/>
                    <a:pt x="484" y="1642"/>
                    <a:pt x="843" y="1642"/>
                  </a:cubicBezTo>
                  <a:cubicBezTo>
                    <a:pt x="911" y="1642"/>
                    <a:pt x="980" y="1633"/>
                    <a:pt x="1048" y="1615"/>
                  </a:cubicBezTo>
                  <a:cubicBezTo>
                    <a:pt x="1476" y="1519"/>
                    <a:pt x="1762" y="1067"/>
                    <a:pt x="1643" y="638"/>
                  </a:cubicBezTo>
                  <a:cubicBezTo>
                    <a:pt x="1607" y="519"/>
                    <a:pt x="1548" y="400"/>
                    <a:pt x="1476" y="305"/>
                  </a:cubicBezTo>
                  <a:cubicBezTo>
                    <a:pt x="1381" y="210"/>
                    <a:pt x="1298" y="126"/>
                    <a:pt x="1179" y="67"/>
                  </a:cubicBezTo>
                  <a:cubicBezTo>
                    <a:pt x="1119" y="43"/>
                    <a:pt x="1048" y="31"/>
                    <a:pt x="988" y="7"/>
                  </a:cubicBezTo>
                  <a:cubicBezTo>
                    <a:pt x="949" y="3"/>
                    <a:pt x="908" y="0"/>
                    <a:pt x="8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874500" y="1324400"/>
              <a:ext cx="61050" cy="39475"/>
            </a:xfrm>
            <a:custGeom>
              <a:rect b="b" l="l" r="r" t="t"/>
              <a:pathLst>
                <a:path extrusionOk="0" h="1579" w="2442">
                  <a:moveTo>
                    <a:pt x="120" y="0"/>
                  </a:moveTo>
                  <a:cubicBezTo>
                    <a:pt x="12" y="215"/>
                    <a:pt x="1" y="465"/>
                    <a:pt x="60" y="715"/>
                  </a:cubicBezTo>
                  <a:cubicBezTo>
                    <a:pt x="182" y="1234"/>
                    <a:pt x="670" y="1579"/>
                    <a:pt x="1188" y="1579"/>
                  </a:cubicBezTo>
                  <a:cubicBezTo>
                    <a:pt x="1276" y="1579"/>
                    <a:pt x="1365" y="1569"/>
                    <a:pt x="1453" y="1548"/>
                  </a:cubicBezTo>
                  <a:cubicBezTo>
                    <a:pt x="2060" y="1394"/>
                    <a:pt x="2441" y="762"/>
                    <a:pt x="2287" y="143"/>
                  </a:cubicBezTo>
                  <a:cubicBezTo>
                    <a:pt x="2275" y="108"/>
                    <a:pt x="2263" y="48"/>
                    <a:pt x="223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1687100" y="1615750"/>
              <a:ext cx="48250" cy="45975"/>
            </a:xfrm>
            <a:custGeom>
              <a:rect b="b" l="l" r="r" t="t"/>
              <a:pathLst>
                <a:path extrusionOk="0" h="1839" w="1930">
                  <a:moveTo>
                    <a:pt x="912" y="0"/>
                  </a:moveTo>
                  <a:cubicBezTo>
                    <a:pt x="839" y="0"/>
                    <a:pt x="765" y="9"/>
                    <a:pt x="691" y="26"/>
                  </a:cubicBezTo>
                  <a:cubicBezTo>
                    <a:pt x="679" y="26"/>
                    <a:pt x="655" y="50"/>
                    <a:pt x="632" y="50"/>
                  </a:cubicBezTo>
                  <a:cubicBezTo>
                    <a:pt x="513" y="86"/>
                    <a:pt x="417" y="146"/>
                    <a:pt x="322" y="229"/>
                  </a:cubicBezTo>
                  <a:cubicBezTo>
                    <a:pt x="155" y="372"/>
                    <a:pt x="36" y="586"/>
                    <a:pt x="13" y="800"/>
                  </a:cubicBezTo>
                  <a:cubicBezTo>
                    <a:pt x="1" y="908"/>
                    <a:pt x="1" y="1027"/>
                    <a:pt x="24" y="1146"/>
                  </a:cubicBezTo>
                  <a:cubicBezTo>
                    <a:pt x="24" y="1158"/>
                    <a:pt x="24" y="1158"/>
                    <a:pt x="36" y="1181"/>
                  </a:cubicBezTo>
                  <a:cubicBezTo>
                    <a:pt x="158" y="1566"/>
                    <a:pt x="529" y="1839"/>
                    <a:pt x="930" y="1839"/>
                  </a:cubicBezTo>
                  <a:cubicBezTo>
                    <a:pt x="1001" y="1839"/>
                    <a:pt x="1072" y="1830"/>
                    <a:pt x="1144" y="1812"/>
                  </a:cubicBezTo>
                  <a:cubicBezTo>
                    <a:pt x="1620" y="1693"/>
                    <a:pt x="1929" y="1193"/>
                    <a:pt x="1810" y="705"/>
                  </a:cubicBezTo>
                  <a:cubicBezTo>
                    <a:pt x="1699" y="279"/>
                    <a:pt x="1328" y="0"/>
                    <a:pt x="91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2480650" y="1385525"/>
              <a:ext cx="17900" cy="16475"/>
            </a:xfrm>
            <a:custGeom>
              <a:rect b="b" l="l" r="r" t="t"/>
              <a:pathLst>
                <a:path extrusionOk="0" h="659" w="716">
                  <a:moveTo>
                    <a:pt x="365" y="1"/>
                  </a:moveTo>
                  <a:cubicBezTo>
                    <a:pt x="342" y="1"/>
                    <a:pt x="320" y="3"/>
                    <a:pt x="298" y="8"/>
                  </a:cubicBezTo>
                  <a:cubicBezTo>
                    <a:pt x="239" y="32"/>
                    <a:pt x="191" y="56"/>
                    <a:pt x="144" y="92"/>
                  </a:cubicBezTo>
                  <a:cubicBezTo>
                    <a:pt x="84" y="103"/>
                    <a:pt x="72" y="127"/>
                    <a:pt x="60" y="163"/>
                  </a:cubicBezTo>
                  <a:cubicBezTo>
                    <a:pt x="13" y="234"/>
                    <a:pt x="1" y="330"/>
                    <a:pt x="25" y="413"/>
                  </a:cubicBezTo>
                  <a:cubicBezTo>
                    <a:pt x="25" y="425"/>
                    <a:pt x="48" y="437"/>
                    <a:pt x="48" y="461"/>
                  </a:cubicBezTo>
                  <a:cubicBezTo>
                    <a:pt x="99" y="573"/>
                    <a:pt x="203" y="659"/>
                    <a:pt x="336" y="659"/>
                  </a:cubicBezTo>
                  <a:cubicBezTo>
                    <a:pt x="358" y="659"/>
                    <a:pt x="382" y="656"/>
                    <a:pt x="406" y="651"/>
                  </a:cubicBezTo>
                  <a:lnTo>
                    <a:pt x="441" y="651"/>
                  </a:lnTo>
                  <a:cubicBezTo>
                    <a:pt x="620" y="603"/>
                    <a:pt x="715" y="449"/>
                    <a:pt x="703" y="282"/>
                  </a:cubicBezTo>
                  <a:lnTo>
                    <a:pt x="703" y="246"/>
                  </a:lnTo>
                  <a:cubicBezTo>
                    <a:pt x="652" y="93"/>
                    <a:pt x="504" y="1"/>
                    <a:pt x="3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1565650" y="1378450"/>
              <a:ext cx="45875" cy="41525"/>
            </a:xfrm>
            <a:custGeom>
              <a:rect b="b" l="l" r="r" t="t"/>
              <a:pathLst>
                <a:path extrusionOk="0" h="1661" w="1835">
                  <a:moveTo>
                    <a:pt x="929" y="1"/>
                  </a:moveTo>
                  <a:cubicBezTo>
                    <a:pt x="856" y="1"/>
                    <a:pt x="787" y="10"/>
                    <a:pt x="715" y="29"/>
                  </a:cubicBezTo>
                  <a:cubicBezTo>
                    <a:pt x="275" y="124"/>
                    <a:pt x="1" y="589"/>
                    <a:pt x="120" y="1041"/>
                  </a:cubicBezTo>
                  <a:cubicBezTo>
                    <a:pt x="120" y="1065"/>
                    <a:pt x="132" y="1089"/>
                    <a:pt x="156" y="1113"/>
                  </a:cubicBezTo>
                  <a:cubicBezTo>
                    <a:pt x="191" y="1232"/>
                    <a:pt x="275" y="1351"/>
                    <a:pt x="358" y="1422"/>
                  </a:cubicBezTo>
                  <a:cubicBezTo>
                    <a:pt x="516" y="1570"/>
                    <a:pt x="730" y="1661"/>
                    <a:pt x="948" y="1661"/>
                  </a:cubicBezTo>
                  <a:cubicBezTo>
                    <a:pt x="993" y="1661"/>
                    <a:pt x="1039" y="1657"/>
                    <a:pt x="1084" y="1648"/>
                  </a:cubicBezTo>
                  <a:cubicBezTo>
                    <a:pt x="1108" y="1648"/>
                    <a:pt x="1120" y="1648"/>
                    <a:pt x="1144" y="1637"/>
                  </a:cubicBezTo>
                  <a:cubicBezTo>
                    <a:pt x="1251" y="1601"/>
                    <a:pt x="1334" y="1565"/>
                    <a:pt x="1430" y="1506"/>
                  </a:cubicBezTo>
                  <a:cubicBezTo>
                    <a:pt x="1692" y="1303"/>
                    <a:pt x="1834" y="970"/>
                    <a:pt x="1751" y="625"/>
                  </a:cubicBezTo>
                  <a:cubicBezTo>
                    <a:pt x="1715" y="422"/>
                    <a:pt x="1608" y="279"/>
                    <a:pt x="1453" y="172"/>
                  </a:cubicBezTo>
                  <a:cubicBezTo>
                    <a:pt x="1358" y="101"/>
                    <a:pt x="1239" y="41"/>
                    <a:pt x="1120" y="17"/>
                  </a:cubicBezTo>
                  <a:cubicBezTo>
                    <a:pt x="1050" y="7"/>
                    <a:pt x="988" y="1"/>
                    <a:pt x="92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8" name="Google Shape;678;p18"/>
          <p:cNvGrpSpPr/>
          <p:nvPr/>
        </p:nvGrpSpPr>
        <p:grpSpPr>
          <a:xfrm>
            <a:off x="7165541" y="51528"/>
            <a:ext cx="1978228" cy="4794296"/>
            <a:chOff x="5728375" y="1492875"/>
            <a:chExt cx="1308525" cy="3171250"/>
          </a:xfrm>
        </p:grpSpPr>
        <p:sp>
          <p:nvSpPr>
            <p:cNvPr id="679" name="Google Shape;679;p18"/>
            <p:cNvSpPr/>
            <p:nvPr/>
          </p:nvSpPr>
          <p:spPr>
            <a:xfrm>
              <a:off x="6942225" y="2835900"/>
              <a:ext cx="625" cy="925"/>
            </a:xfrm>
            <a:custGeom>
              <a:rect b="b" l="l" r="r" t="t"/>
              <a:pathLst>
                <a:path extrusionOk="0" h="37" w="25">
                  <a:moveTo>
                    <a:pt x="24" y="0"/>
                  </a:moveTo>
                  <a:lnTo>
                    <a:pt x="24" y="0"/>
                  </a:lnTo>
                  <a:cubicBezTo>
                    <a:pt x="12" y="12"/>
                    <a:pt x="12" y="24"/>
                    <a:pt x="0" y="36"/>
                  </a:cubicBezTo>
                  <a:cubicBezTo>
                    <a:pt x="12" y="36"/>
                    <a:pt x="12" y="24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8"/>
            <p:cNvSpPr/>
            <p:nvPr/>
          </p:nvSpPr>
          <p:spPr>
            <a:xfrm>
              <a:off x="6942225" y="28368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8"/>
            <p:cNvSpPr/>
            <p:nvPr/>
          </p:nvSpPr>
          <p:spPr>
            <a:xfrm>
              <a:off x="6945500" y="2844825"/>
              <a:ext cx="42300" cy="133375"/>
            </a:xfrm>
            <a:custGeom>
              <a:rect b="b" l="l" r="r" t="t"/>
              <a:pathLst>
                <a:path extrusionOk="0" h="5335" w="1692">
                  <a:moveTo>
                    <a:pt x="346" y="0"/>
                  </a:moveTo>
                  <a:lnTo>
                    <a:pt x="203" y="12"/>
                  </a:lnTo>
                  <a:lnTo>
                    <a:pt x="0" y="453"/>
                  </a:lnTo>
                  <a:lnTo>
                    <a:pt x="1215" y="5263"/>
                  </a:lnTo>
                  <a:lnTo>
                    <a:pt x="1691" y="5334"/>
                  </a:lnTo>
                  <a:lnTo>
                    <a:pt x="1691" y="533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8"/>
            <p:cNvSpPr/>
            <p:nvPr/>
          </p:nvSpPr>
          <p:spPr>
            <a:xfrm>
              <a:off x="6943725" y="2835300"/>
              <a:ext cx="300" cy="25"/>
            </a:xfrm>
            <a:custGeom>
              <a:rect b="b" l="l" r="r" t="t"/>
              <a:pathLst>
                <a:path extrusionOk="0" h="1" w="12">
                  <a:moveTo>
                    <a:pt x="0" y="0"/>
                  </a:moveTo>
                  <a:lnTo>
                    <a:pt x="0" y="0"/>
                  </a:ln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8"/>
            <p:cNvSpPr/>
            <p:nvPr/>
          </p:nvSpPr>
          <p:spPr>
            <a:xfrm>
              <a:off x="6945500" y="2834575"/>
              <a:ext cx="625" cy="150"/>
            </a:xfrm>
            <a:custGeom>
              <a:rect b="b" l="l" r="r" t="t"/>
              <a:pathLst>
                <a:path extrusionOk="0" h="6" w="25">
                  <a:moveTo>
                    <a:pt x="15" y="0"/>
                  </a:moveTo>
                  <a:cubicBezTo>
                    <a:pt x="11" y="0"/>
                    <a:pt x="8" y="6"/>
                    <a:pt x="0" y="6"/>
                  </a:cubicBezTo>
                  <a:lnTo>
                    <a:pt x="24" y="6"/>
                  </a:lnTo>
                  <a:cubicBezTo>
                    <a:pt x="20" y="2"/>
                    <a:pt x="18" y="0"/>
                    <a:pt x="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8"/>
            <p:cNvSpPr/>
            <p:nvPr/>
          </p:nvSpPr>
          <p:spPr>
            <a:xfrm>
              <a:off x="6943125" y="2835625"/>
              <a:ext cx="550" cy="300"/>
            </a:xfrm>
            <a:custGeom>
              <a:rect b="b" l="l" r="r" t="t"/>
              <a:pathLst>
                <a:path extrusionOk="0" h="12" w="22">
                  <a:moveTo>
                    <a:pt x="16" y="1"/>
                  </a:moveTo>
                  <a:cubicBezTo>
                    <a:pt x="13" y="1"/>
                    <a:pt x="8" y="3"/>
                    <a:pt x="0" y="11"/>
                  </a:cubicBezTo>
                  <a:cubicBezTo>
                    <a:pt x="16" y="11"/>
                    <a:pt x="21" y="1"/>
                    <a:pt x="1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8"/>
            <p:cNvSpPr/>
            <p:nvPr/>
          </p:nvSpPr>
          <p:spPr>
            <a:xfrm>
              <a:off x="6978825" y="2988300"/>
              <a:ext cx="57175" cy="218500"/>
            </a:xfrm>
            <a:custGeom>
              <a:rect b="b" l="l" r="r" t="t"/>
              <a:pathLst>
                <a:path extrusionOk="0" h="8740" w="2287">
                  <a:moveTo>
                    <a:pt x="1" y="0"/>
                  </a:moveTo>
                  <a:lnTo>
                    <a:pt x="2227" y="8739"/>
                  </a:lnTo>
                  <a:cubicBezTo>
                    <a:pt x="2239" y="8728"/>
                    <a:pt x="2251" y="8704"/>
                    <a:pt x="2287" y="8692"/>
                  </a:cubicBezTo>
                  <a:lnTo>
                    <a:pt x="2287" y="7180"/>
                  </a:lnTo>
                  <a:lnTo>
                    <a:pt x="477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18"/>
            <p:cNvSpPr/>
            <p:nvPr/>
          </p:nvSpPr>
          <p:spPr>
            <a:xfrm>
              <a:off x="6796675" y="2972825"/>
              <a:ext cx="91400" cy="176525"/>
            </a:xfrm>
            <a:custGeom>
              <a:rect b="b" l="l" r="r" t="t"/>
              <a:pathLst>
                <a:path extrusionOk="0" h="7061" w="3656">
                  <a:moveTo>
                    <a:pt x="3203" y="0"/>
                  </a:moveTo>
                  <a:lnTo>
                    <a:pt x="0" y="6632"/>
                  </a:lnTo>
                  <a:lnTo>
                    <a:pt x="286" y="7061"/>
                  </a:lnTo>
                  <a:lnTo>
                    <a:pt x="3656" y="48"/>
                  </a:lnTo>
                  <a:lnTo>
                    <a:pt x="3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18"/>
            <p:cNvSpPr/>
            <p:nvPr/>
          </p:nvSpPr>
          <p:spPr>
            <a:xfrm>
              <a:off x="6629100" y="3150225"/>
              <a:ext cx="168775" cy="337550"/>
            </a:xfrm>
            <a:custGeom>
              <a:rect b="b" l="l" r="r" t="t"/>
              <a:pathLst>
                <a:path extrusionOk="0" h="13502" w="6751">
                  <a:moveTo>
                    <a:pt x="6465" y="0"/>
                  </a:moveTo>
                  <a:lnTo>
                    <a:pt x="0" y="13359"/>
                  </a:lnTo>
                  <a:cubicBezTo>
                    <a:pt x="155" y="13359"/>
                    <a:pt x="274" y="13419"/>
                    <a:pt x="381" y="13502"/>
                  </a:cubicBezTo>
                  <a:lnTo>
                    <a:pt x="464" y="13442"/>
                  </a:lnTo>
                  <a:lnTo>
                    <a:pt x="6751" y="429"/>
                  </a:lnTo>
                  <a:lnTo>
                    <a:pt x="646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8"/>
            <p:cNvSpPr/>
            <p:nvPr/>
          </p:nvSpPr>
          <p:spPr>
            <a:xfrm>
              <a:off x="6945500" y="28347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8"/>
            <p:cNvSpPr/>
            <p:nvPr/>
          </p:nvSpPr>
          <p:spPr>
            <a:xfrm>
              <a:off x="6943725" y="2835300"/>
              <a:ext cx="0" cy="625"/>
            </a:xfrm>
            <a:custGeom>
              <a:rect b="b" l="l" r="r" t="t"/>
              <a:pathLst>
                <a:path extrusionOk="0" h="25" w="120000">
                  <a:moveTo>
                    <a:pt x="0" y="24"/>
                  </a:moveTo>
                  <a:cubicBezTo>
                    <a:pt x="0" y="24"/>
                    <a:pt x="0" y="0"/>
                    <a:pt x="0" y="24"/>
                  </a:cubicBezTo>
                  <a:cubicBezTo>
                    <a:pt x="0" y="0"/>
                    <a:pt x="0" y="0"/>
                    <a:pt x="0" y="24"/>
                  </a:cubicBezTo>
                  <a:cubicBezTo>
                    <a:pt x="0" y="0"/>
                    <a:pt x="0" y="0"/>
                    <a:pt x="0" y="24"/>
                  </a:cubicBez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8"/>
            <p:cNvSpPr/>
            <p:nvPr/>
          </p:nvSpPr>
          <p:spPr>
            <a:xfrm>
              <a:off x="6942225" y="28368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8"/>
            <p:cNvSpPr/>
            <p:nvPr/>
          </p:nvSpPr>
          <p:spPr>
            <a:xfrm>
              <a:off x="6881800" y="2836500"/>
              <a:ext cx="68775" cy="126825"/>
            </a:xfrm>
            <a:custGeom>
              <a:rect b="b" l="l" r="r" t="t"/>
              <a:pathLst>
                <a:path extrusionOk="0" h="5073" w="2751">
                  <a:moveTo>
                    <a:pt x="2429" y="0"/>
                  </a:moveTo>
                  <a:cubicBezTo>
                    <a:pt x="2417" y="0"/>
                    <a:pt x="2417" y="12"/>
                    <a:pt x="2417" y="12"/>
                  </a:cubicBezTo>
                  <a:lnTo>
                    <a:pt x="1" y="5001"/>
                  </a:lnTo>
                  <a:lnTo>
                    <a:pt x="465" y="5072"/>
                  </a:lnTo>
                  <a:lnTo>
                    <a:pt x="2548" y="774"/>
                  </a:lnTo>
                  <a:lnTo>
                    <a:pt x="2751" y="345"/>
                  </a:lnTo>
                  <a:lnTo>
                    <a:pt x="2632" y="357"/>
                  </a:lnTo>
                  <a:cubicBezTo>
                    <a:pt x="2624" y="358"/>
                    <a:pt x="2615" y="358"/>
                    <a:pt x="2607" y="358"/>
                  </a:cubicBezTo>
                  <a:cubicBezTo>
                    <a:pt x="2488" y="358"/>
                    <a:pt x="2394" y="276"/>
                    <a:pt x="2394" y="131"/>
                  </a:cubicBezTo>
                  <a:cubicBezTo>
                    <a:pt x="2394" y="95"/>
                    <a:pt x="2394" y="48"/>
                    <a:pt x="242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8"/>
            <p:cNvSpPr/>
            <p:nvPr/>
          </p:nvSpPr>
          <p:spPr>
            <a:xfrm>
              <a:off x="6902350" y="1492875"/>
              <a:ext cx="133950" cy="92000"/>
            </a:xfrm>
            <a:custGeom>
              <a:rect b="b" l="l" r="r" t="t"/>
              <a:pathLst>
                <a:path extrusionOk="0" h="3680" w="5358">
                  <a:moveTo>
                    <a:pt x="5358" y="0"/>
                  </a:moveTo>
                  <a:lnTo>
                    <a:pt x="0" y="3275"/>
                  </a:lnTo>
                  <a:lnTo>
                    <a:pt x="202" y="3679"/>
                  </a:lnTo>
                  <a:lnTo>
                    <a:pt x="5358" y="524"/>
                  </a:lnTo>
                  <a:lnTo>
                    <a:pt x="535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8"/>
            <p:cNvSpPr/>
            <p:nvPr/>
          </p:nvSpPr>
          <p:spPr>
            <a:xfrm>
              <a:off x="6839525" y="1837250"/>
              <a:ext cx="325" cy="925"/>
            </a:xfrm>
            <a:custGeom>
              <a:rect b="b" l="l" r="r" t="t"/>
              <a:pathLst>
                <a:path extrusionOk="0" h="37" w="13">
                  <a:moveTo>
                    <a:pt x="13" y="1"/>
                  </a:moveTo>
                  <a:cubicBezTo>
                    <a:pt x="1" y="1"/>
                    <a:pt x="1" y="25"/>
                    <a:pt x="1" y="37"/>
                  </a:cubicBezTo>
                  <a:cubicBezTo>
                    <a:pt x="1" y="25"/>
                    <a:pt x="1" y="13"/>
                    <a:pt x="1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8"/>
            <p:cNvSpPr/>
            <p:nvPr/>
          </p:nvSpPr>
          <p:spPr>
            <a:xfrm>
              <a:off x="6839525" y="1689025"/>
              <a:ext cx="97375" cy="151525"/>
            </a:xfrm>
            <a:custGeom>
              <a:rect b="b" l="l" r="r" t="t"/>
              <a:pathLst>
                <a:path extrusionOk="0" h="6061" w="3895">
                  <a:moveTo>
                    <a:pt x="20" y="5898"/>
                  </a:moveTo>
                  <a:cubicBezTo>
                    <a:pt x="13" y="5908"/>
                    <a:pt x="6" y="5919"/>
                    <a:pt x="1" y="5930"/>
                  </a:cubicBezTo>
                  <a:lnTo>
                    <a:pt x="20" y="5898"/>
                  </a:lnTo>
                  <a:close/>
                  <a:moveTo>
                    <a:pt x="3513" y="1"/>
                  </a:moveTo>
                  <a:lnTo>
                    <a:pt x="20" y="5898"/>
                  </a:lnTo>
                  <a:lnTo>
                    <a:pt x="20" y="5898"/>
                  </a:lnTo>
                  <a:cubicBezTo>
                    <a:pt x="42" y="5867"/>
                    <a:pt x="69" y="5844"/>
                    <a:pt x="96" y="5835"/>
                  </a:cubicBezTo>
                  <a:cubicBezTo>
                    <a:pt x="130" y="5818"/>
                    <a:pt x="166" y="5809"/>
                    <a:pt x="201" y="5809"/>
                  </a:cubicBezTo>
                  <a:cubicBezTo>
                    <a:pt x="288" y="5809"/>
                    <a:pt x="368" y="5860"/>
                    <a:pt x="394" y="5954"/>
                  </a:cubicBezTo>
                  <a:lnTo>
                    <a:pt x="441" y="6061"/>
                  </a:lnTo>
                  <a:lnTo>
                    <a:pt x="3894" y="239"/>
                  </a:lnTo>
                  <a:cubicBezTo>
                    <a:pt x="3727" y="191"/>
                    <a:pt x="3597" y="120"/>
                    <a:pt x="351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8"/>
            <p:cNvSpPr/>
            <p:nvPr/>
          </p:nvSpPr>
          <p:spPr>
            <a:xfrm>
              <a:off x="6838950" y="1834425"/>
              <a:ext cx="124725" cy="258250"/>
            </a:xfrm>
            <a:custGeom>
              <a:rect b="b" l="l" r="r" t="t"/>
              <a:pathLst>
                <a:path extrusionOk="0" h="10330" w="4989">
                  <a:moveTo>
                    <a:pt x="212" y="0"/>
                  </a:moveTo>
                  <a:cubicBezTo>
                    <a:pt x="182" y="0"/>
                    <a:pt x="150" y="6"/>
                    <a:pt x="119" y="19"/>
                  </a:cubicBezTo>
                  <a:cubicBezTo>
                    <a:pt x="83" y="31"/>
                    <a:pt x="48" y="66"/>
                    <a:pt x="24" y="102"/>
                  </a:cubicBezTo>
                  <a:cubicBezTo>
                    <a:pt x="24" y="126"/>
                    <a:pt x="0" y="138"/>
                    <a:pt x="0" y="150"/>
                  </a:cubicBezTo>
                  <a:lnTo>
                    <a:pt x="0" y="162"/>
                  </a:lnTo>
                  <a:lnTo>
                    <a:pt x="0" y="197"/>
                  </a:lnTo>
                  <a:lnTo>
                    <a:pt x="0" y="209"/>
                  </a:lnTo>
                  <a:lnTo>
                    <a:pt x="0" y="245"/>
                  </a:lnTo>
                  <a:lnTo>
                    <a:pt x="0" y="257"/>
                  </a:lnTo>
                  <a:cubicBezTo>
                    <a:pt x="0" y="269"/>
                    <a:pt x="24" y="281"/>
                    <a:pt x="24" y="304"/>
                  </a:cubicBezTo>
                  <a:lnTo>
                    <a:pt x="4560" y="10329"/>
                  </a:lnTo>
                  <a:cubicBezTo>
                    <a:pt x="4624" y="10255"/>
                    <a:pt x="4736" y="10209"/>
                    <a:pt x="4845" y="10209"/>
                  </a:cubicBezTo>
                  <a:cubicBezTo>
                    <a:pt x="4857" y="10209"/>
                    <a:pt x="4869" y="10209"/>
                    <a:pt x="4882" y="10210"/>
                  </a:cubicBezTo>
                  <a:cubicBezTo>
                    <a:pt x="4917" y="10210"/>
                    <a:pt x="4965" y="10222"/>
                    <a:pt x="4989" y="10246"/>
                  </a:cubicBezTo>
                  <a:lnTo>
                    <a:pt x="464" y="221"/>
                  </a:lnTo>
                  <a:lnTo>
                    <a:pt x="417" y="126"/>
                  </a:lnTo>
                  <a:cubicBezTo>
                    <a:pt x="373" y="47"/>
                    <a:pt x="297" y="0"/>
                    <a:pt x="21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8"/>
            <p:cNvSpPr/>
            <p:nvPr/>
          </p:nvSpPr>
          <p:spPr>
            <a:xfrm>
              <a:off x="6945800" y="1529475"/>
              <a:ext cx="90500" cy="135175"/>
            </a:xfrm>
            <a:custGeom>
              <a:rect b="b" l="l" r="r" t="t"/>
              <a:pathLst>
                <a:path extrusionOk="0" h="5407" w="3620">
                  <a:moveTo>
                    <a:pt x="3620" y="1"/>
                  </a:moveTo>
                  <a:lnTo>
                    <a:pt x="0" y="5073"/>
                  </a:lnTo>
                  <a:lnTo>
                    <a:pt x="108" y="5263"/>
                  </a:lnTo>
                  <a:cubicBezTo>
                    <a:pt x="179" y="5299"/>
                    <a:pt x="250" y="5335"/>
                    <a:pt x="310" y="5406"/>
                  </a:cubicBezTo>
                  <a:lnTo>
                    <a:pt x="3620" y="775"/>
                  </a:lnTo>
                  <a:lnTo>
                    <a:pt x="362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18"/>
            <p:cNvSpPr/>
            <p:nvPr/>
          </p:nvSpPr>
          <p:spPr>
            <a:xfrm>
              <a:off x="6951750" y="1681000"/>
              <a:ext cx="84550" cy="169075"/>
            </a:xfrm>
            <a:custGeom>
              <a:rect b="b" l="l" r="r" t="t"/>
              <a:pathLst>
                <a:path extrusionOk="0" h="6763" w="3382">
                  <a:moveTo>
                    <a:pt x="286" y="0"/>
                  </a:moveTo>
                  <a:cubicBezTo>
                    <a:pt x="239" y="179"/>
                    <a:pt x="155" y="334"/>
                    <a:pt x="0" y="429"/>
                  </a:cubicBezTo>
                  <a:lnTo>
                    <a:pt x="3382" y="6763"/>
                  </a:lnTo>
                  <a:lnTo>
                    <a:pt x="3382" y="581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18"/>
            <p:cNvSpPr/>
            <p:nvPr/>
          </p:nvSpPr>
          <p:spPr>
            <a:xfrm>
              <a:off x="6891325" y="1570800"/>
              <a:ext cx="56875" cy="90275"/>
            </a:xfrm>
            <a:custGeom>
              <a:rect b="b" l="l" r="r" t="t"/>
              <a:pathLst>
                <a:path extrusionOk="0" h="3611" w="2275">
                  <a:moveTo>
                    <a:pt x="219" y="1"/>
                  </a:moveTo>
                  <a:cubicBezTo>
                    <a:pt x="185" y="1"/>
                    <a:pt x="151" y="9"/>
                    <a:pt x="120" y="27"/>
                  </a:cubicBezTo>
                  <a:cubicBezTo>
                    <a:pt x="84" y="62"/>
                    <a:pt x="48" y="86"/>
                    <a:pt x="36" y="122"/>
                  </a:cubicBezTo>
                  <a:cubicBezTo>
                    <a:pt x="24" y="146"/>
                    <a:pt x="1" y="193"/>
                    <a:pt x="1" y="241"/>
                  </a:cubicBezTo>
                  <a:cubicBezTo>
                    <a:pt x="72" y="205"/>
                    <a:pt x="143" y="193"/>
                    <a:pt x="215" y="193"/>
                  </a:cubicBezTo>
                  <a:cubicBezTo>
                    <a:pt x="405" y="205"/>
                    <a:pt x="572" y="384"/>
                    <a:pt x="548" y="574"/>
                  </a:cubicBezTo>
                  <a:cubicBezTo>
                    <a:pt x="524" y="717"/>
                    <a:pt x="441" y="836"/>
                    <a:pt x="322" y="872"/>
                  </a:cubicBezTo>
                  <a:lnTo>
                    <a:pt x="1763" y="3587"/>
                  </a:lnTo>
                  <a:cubicBezTo>
                    <a:pt x="1834" y="3560"/>
                    <a:pt x="1906" y="3546"/>
                    <a:pt x="1982" y="3546"/>
                  </a:cubicBezTo>
                  <a:cubicBezTo>
                    <a:pt x="2007" y="3546"/>
                    <a:pt x="2034" y="3548"/>
                    <a:pt x="2060" y="3551"/>
                  </a:cubicBezTo>
                  <a:cubicBezTo>
                    <a:pt x="2132" y="3575"/>
                    <a:pt x="2215" y="3587"/>
                    <a:pt x="2275" y="3610"/>
                  </a:cubicBezTo>
                  <a:lnTo>
                    <a:pt x="2167" y="3420"/>
                  </a:lnTo>
                  <a:lnTo>
                    <a:pt x="643" y="551"/>
                  </a:lnTo>
                  <a:lnTo>
                    <a:pt x="441" y="146"/>
                  </a:lnTo>
                  <a:lnTo>
                    <a:pt x="417" y="122"/>
                  </a:lnTo>
                  <a:cubicBezTo>
                    <a:pt x="375" y="47"/>
                    <a:pt x="298" y="1"/>
                    <a:pt x="21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18"/>
            <p:cNvSpPr/>
            <p:nvPr/>
          </p:nvSpPr>
          <p:spPr>
            <a:xfrm>
              <a:off x="6967825" y="2063475"/>
              <a:ext cx="68475" cy="40500"/>
            </a:xfrm>
            <a:custGeom>
              <a:rect b="b" l="l" r="r" t="t"/>
              <a:pathLst>
                <a:path extrusionOk="0" h="1620" w="2739">
                  <a:moveTo>
                    <a:pt x="2739" y="1"/>
                  </a:moveTo>
                  <a:lnTo>
                    <a:pt x="0" y="1167"/>
                  </a:lnTo>
                  <a:cubicBezTo>
                    <a:pt x="72" y="1263"/>
                    <a:pt x="131" y="1370"/>
                    <a:pt x="119" y="1501"/>
                  </a:cubicBezTo>
                  <a:cubicBezTo>
                    <a:pt x="119" y="1548"/>
                    <a:pt x="108" y="1572"/>
                    <a:pt x="84" y="1620"/>
                  </a:cubicBezTo>
                  <a:lnTo>
                    <a:pt x="2739" y="489"/>
                  </a:lnTo>
                  <a:lnTo>
                    <a:pt x="273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18"/>
            <p:cNvSpPr/>
            <p:nvPr/>
          </p:nvSpPr>
          <p:spPr>
            <a:xfrm>
              <a:off x="6558850" y="2100100"/>
              <a:ext cx="396200" cy="178025"/>
            </a:xfrm>
            <a:custGeom>
              <a:rect b="b" l="l" r="r" t="t"/>
              <a:pathLst>
                <a:path extrusionOk="0" h="7121" w="15848">
                  <a:moveTo>
                    <a:pt x="15657" y="0"/>
                  </a:moveTo>
                  <a:lnTo>
                    <a:pt x="0" y="6703"/>
                  </a:lnTo>
                  <a:cubicBezTo>
                    <a:pt x="95" y="6822"/>
                    <a:pt x="155" y="6965"/>
                    <a:pt x="167" y="7120"/>
                  </a:cubicBezTo>
                  <a:lnTo>
                    <a:pt x="15824" y="417"/>
                  </a:lnTo>
                  <a:cubicBezTo>
                    <a:pt x="15836" y="393"/>
                    <a:pt x="15836" y="357"/>
                    <a:pt x="15847" y="345"/>
                  </a:cubicBezTo>
                  <a:cubicBezTo>
                    <a:pt x="15728" y="274"/>
                    <a:pt x="15657" y="155"/>
                    <a:pt x="1565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8"/>
            <p:cNvSpPr/>
            <p:nvPr/>
          </p:nvSpPr>
          <p:spPr>
            <a:xfrm>
              <a:off x="6954425" y="2108725"/>
              <a:ext cx="81875" cy="207200"/>
            </a:xfrm>
            <a:custGeom>
              <a:rect b="b" l="l" r="r" t="t"/>
              <a:pathLst>
                <a:path extrusionOk="0" h="8288" w="3275">
                  <a:moveTo>
                    <a:pt x="24" y="0"/>
                  </a:moveTo>
                  <a:cubicBezTo>
                    <a:pt x="13" y="36"/>
                    <a:pt x="1" y="48"/>
                    <a:pt x="1" y="60"/>
                  </a:cubicBezTo>
                  <a:cubicBezTo>
                    <a:pt x="1" y="108"/>
                    <a:pt x="1" y="155"/>
                    <a:pt x="13" y="191"/>
                  </a:cubicBezTo>
                  <a:lnTo>
                    <a:pt x="3275" y="8287"/>
                  </a:lnTo>
                  <a:lnTo>
                    <a:pt x="3275" y="7097"/>
                  </a:lnTo>
                  <a:lnTo>
                    <a:pt x="429" y="36"/>
                  </a:lnTo>
                  <a:cubicBezTo>
                    <a:pt x="417" y="36"/>
                    <a:pt x="417" y="12"/>
                    <a:pt x="417" y="12"/>
                  </a:cubicBezTo>
                  <a:cubicBezTo>
                    <a:pt x="358" y="48"/>
                    <a:pt x="286" y="60"/>
                    <a:pt x="203" y="60"/>
                  </a:cubicBezTo>
                  <a:cubicBezTo>
                    <a:pt x="132" y="48"/>
                    <a:pt x="72" y="36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18"/>
            <p:cNvSpPr/>
            <p:nvPr/>
          </p:nvSpPr>
          <p:spPr>
            <a:xfrm>
              <a:off x="6559150" y="2280175"/>
              <a:ext cx="477150" cy="150350"/>
            </a:xfrm>
            <a:custGeom>
              <a:rect b="b" l="l" r="r" t="t"/>
              <a:pathLst>
                <a:path extrusionOk="0" h="6014" w="19086">
                  <a:moveTo>
                    <a:pt x="167" y="0"/>
                  </a:moveTo>
                  <a:cubicBezTo>
                    <a:pt x="155" y="167"/>
                    <a:pt x="95" y="298"/>
                    <a:pt x="0" y="405"/>
                  </a:cubicBezTo>
                  <a:lnTo>
                    <a:pt x="19086" y="6013"/>
                  </a:lnTo>
                  <a:lnTo>
                    <a:pt x="19086" y="5561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8"/>
            <p:cNvSpPr/>
            <p:nvPr/>
          </p:nvSpPr>
          <p:spPr>
            <a:xfrm>
              <a:off x="6941625" y="2825775"/>
              <a:ext cx="95275" cy="19700"/>
            </a:xfrm>
            <a:custGeom>
              <a:rect b="b" l="l" r="r" t="t"/>
              <a:pathLst>
                <a:path extrusionOk="0" h="788" w="3811">
                  <a:moveTo>
                    <a:pt x="3811" y="0"/>
                  </a:moveTo>
                  <a:lnTo>
                    <a:pt x="227" y="334"/>
                  </a:lnTo>
                  <a:lnTo>
                    <a:pt x="155" y="334"/>
                  </a:lnTo>
                  <a:cubicBezTo>
                    <a:pt x="132" y="334"/>
                    <a:pt x="132" y="358"/>
                    <a:pt x="120" y="358"/>
                  </a:cubicBezTo>
                  <a:cubicBezTo>
                    <a:pt x="120" y="370"/>
                    <a:pt x="108" y="370"/>
                    <a:pt x="108" y="370"/>
                  </a:cubicBezTo>
                  <a:cubicBezTo>
                    <a:pt x="108" y="381"/>
                    <a:pt x="96" y="381"/>
                    <a:pt x="96" y="381"/>
                  </a:cubicBezTo>
                  <a:lnTo>
                    <a:pt x="84" y="405"/>
                  </a:lnTo>
                  <a:lnTo>
                    <a:pt x="60" y="417"/>
                  </a:lnTo>
                  <a:cubicBezTo>
                    <a:pt x="48" y="417"/>
                    <a:pt x="48" y="429"/>
                    <a:pt x="36" y="441"/>
                  </a:cubicBezTo>
                  <a:cubicBezTo>
                    <a:pt x="1" y="489"/>
                    <a:pt x="1" y="536"/>
                    <a:pt x="1" y="584"/>
                  </a:cubicBezTo>
                  <a:cubicBezTo>
                    <a:pt x="1" y="707"/>
                    <a:pt x="105" y="787"/>
                    <a:pt x="216" y="787"/>
                  </a:cubicBezTo>
                  <a:cubicBezTo>
                    <a:pt x="224" y="787"/>
                    <a:pt x="231" y="787"/>
                    <a:pt x="239" y="786"/>
                  </a:cubicBezTo>
                  <a:lnTo>
                    <a:pt x="358" y="774"/>
                  </a:lnTo>
                  <a:lnTo>
                    <a:pt x="501" y="762"/>
                  </a:lnTo>
                  <a:lnTo>
                    <a:pt x="3811" y="441"/>
                  </a:lnTo>
                  <a:lnTo>
                    <a:pt x="381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8"/>
            <p:cNvSpPr/>
            <p:nvPr/>
          </p:nvSpPr>
          <p:spPr>
            <a:xfrm>
              <a:off x="6649325" y="2926075"/>
              <a:ext cx="386100" cy="71175"/>
            </a:xfrm>
            <a:custGeom>
              <a:rect b="b" l="l" r="r" t="t"/>
              <a:pathLst>
                <a:path extrusionOk="0" h="2847" w="15444">
                  <a:moveTo>
                    <a:pt x="1" y="1"/>
                  </a:moveTo>
                  <a:lnTo>
                    <a:pt x="1" y="25"/>
                  </a:lnTo>
                  <a:cubicBezTo>
                    <a:pt x="18" y="20"/>
                    <a:pt x="36" y="17"/>
                    <a:pt x="52" y="17"/>
                  </a:cubicBezTo>
                  <a:cubicBezTo>
                    <a:pt x="117" y="17"/>
                    <a:pt x="175" y="52"/>
                    <a:pt x="203" y="108"/>
                  </a:cubicBezTo>
                  <a:lnTo>
                    <a:pt x="489" y="525"/>
                  </a:lnTo>
                  <a:lnTo>
                    <a:pt x="9097" y="1846"/>
                  </a:lnTo>
                  <a:lnTo>
                    <a:pt x="9550" y="1918"/>
                  </a:lnTo>
                  <a:lnTo>
                    <a:pt x="13169" y="2489"/>
                  </a:lnTo>
                  <a:lnTo>
                    <a:pt x="13645" y="2561"/>
                  </a:lnTo>
                  <a:lnTo>
                    <a:pt x="15443" y="2846"/>
                  </a:lnTo>
                  <a:lnTo>
                    <a:pt x="15443" y="2406"/>
                  </a:lnTo>
                  <a:lnTo>
                    <a:pt x="13526" y="2108"/>
                  </a:lnTo>
                  <a:lnTo>
                    <a:pt x="13050" y="2025"/>
                  </a:lnTo>
                  <a:lnTo>
                    <a:pt x="9752" y="1525"/>
                  </a:lnTo>
                  <a:lnTo>
                    <a:pt x="9288" y="14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8"/>
            <p:cNvSpPr/>
            <p:nvPr/>
          </p:nvSpPr>
          <p:spPr>
            <a:xfrm>
              <a:off x="6909175" y="3226725"/>
              <a:ext cx="125350" cy="88725"/>
            </a:xfrm>
            <a:custGeom>
              <a:rect b="b" l="l" r="r" t="t"/>
              <a:pathLst>
                <a:path extrusionOk="0" h="3549" w="5014">
                  <a:moveTo>
                    <a:pt x="4740" y="0"/>
                  </a:moveTo>
                  <a:lnTo>
                    <a:pt x="1" y="3179"/>
                  </a:lnTo>
                  <a:lnTo>
                    <a:pt x="263" y="3548"/>
                  </a:lnTo>
                  <a:lnTo>
                    <a:pt x="5013" y="357"/>
                  </a:lnTo>
                  <a:cubicBezTo>
                    <a:pt x="4871" y="274"/>
                    <a:pt x="4787" y="155"/>
                    <a:pt x="474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18"/>
            <p:cNvSpPr/>
            <p:nvPr/>
          </p:nvSpPr>
          <p:spPr>
            <a:xfrm>
              <a:off x="6638625" y="3316900"/>
              <a:ext cx="267900" cy="180400"/>
            </a:xfrm>
            <a:custGeom>
              <a:rect b="b" l="l" r="r" t="t"/>
              <a:pathLst>
                <a:path extrusionOk="0" h="7216" w="10716">
                  <a:moveTo>
                    <a:pt x="10573" y="1"/>
                  </a:moveTo>
                  <a:cubicBezTo>
                    <a:pt x="10550" y="196"/>
                    <a:pt x="10372" y="347"/>
                    <a:pt x="10157" y="347"/>
                  </a:cubicBezTo>
                  <a:cubicBezTo>
                    <a:pt x="10149" y="347"/>
                    <a:pt x="10141" y="346"/>
                    <a:pt x="10132" y="346"/>
                  </a:cubicBezTo>
                  <a:cubicBezTo>
                    <a:pt x="10025" y="322"/>
                    <a:pt x="9918" y="287"/>
                    <a:pt x="9858" y="203"/>
                  </a:cubicBezTo>
                  <a:lnTo>
                    <a:pt x="83" y="6775"/>
                  </a:lnTo>
                  <a:lnTo>
                    <a:pt x="0" y="6835"/>
                  </a:lnTo>
                  <a:cubicBezTo>
                    <a:pt x="119" y="6930"/>
                    <a:pt x="203" y="7049"/>
                    <a:pt x="250" y="7216"/>
                  </a:cubicBezTo>
                  <a:lnTo>
                    <a:pt x="10716" y="191"/>
                  </a:lnTo>
                  <a:lnTo>
                    <a:pt x="105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8"/>
            <p:cNvSpPr/>
            <p:nvPr/>
          </p:nvSpPr>
          <p:spPr>
            <a:xfrm>
              <a:off x="6965450" y="3661000"/>
              <a:ext cx="70850" cy="74725"/>
            </a:xfrm>
            <a:custGeom>
              <a:rect b="b" l="l" r="r" t="t"/>
              <a:pathLst>
                <a:path extrusionOk="0" h="2989" w="2834">
                  <a:moveTo>
                    <a:pt x="2834" y="0"/>
                  </a:moveTo>
                  <a:lnTo>
                    <a:pt x="0" y="2739"/>
                  </a:lnTo>
                  <a:lnTo>
                    <a:pt x="393" y="2989"/>
                  </a:lnTo>
                  <a:lnTo>
                    <a:pt x="2834" y="631"/>
                  </a:lnTo>
                  <a:lnTo>
                    <a:pt x="283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18"/>
            <p:cNvSpPr/>
            <p:nvPr/>
          </p:nvSpPr>
          <p:spPr>
            <a:xfrm>
              <a:off x="6647850" y="3864600"/>
              <a:ext cx="184850" cy="181875"/>
            </a:xfrm>
            <a:custGeom>
              <a:rect b="b" l="l" r="r" t="t"/>
              <a:pathLst>
                <a:path extrusionOk="0" h="7275" w="7394">
                  <a:moveTo>
                    <a:pt x="7156" y="0"/>
                  </a:moveTo>
                  <a:lnTo>
                    <a:pt x="0" y="6953"/>
                  </a:lnTo>
                  <a:cubicBezTo>
                    <a:pt x="119" y="7025"/>
                    <a:pt x="226" y="7144"/>
                    <a:pt x="310" y="7275"/>
                  </a:cubicBezTo>
                  <a:lnTo>
                    <a:pt x="7394" y="405"/>
                  </a:lnTo>
                  <a:lnTo>
                    <a:pt x="7346" y="322"/>
                  </a:lnTo>
                  <a:cubicBezTo>
                    <a:pt x="7311" y="286"/>
                    <a:pt x="7275" y="238"/>
                    <a:pt x="7263" y="179"/>
                  </a:cubicBezTo>
                  <a:lnTo>
                    <a:pt x="715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18"/>
            <p:cNvSpPr/>
            <p:nvPr/>
          </p:nvSpPr>
          <p:spPr>
            <a:xfrm>
              <a:off x="6835375" y="3737800"/>
              <a:ext cx="131575" cy="122050"/>
            </a:xfrm>
            <a:custGeom>
              <a:rect b="b" l="l" r="r" t="t"/>
              <a:pathLst>
                <a:path extrusionOk="0" h="4882" w="5263">
                  <a:moveTo>
                    <a:pt x="4882" y="0"/>
                  </a:moveTo>
                  <a:lnTo>
                    <a:pt x="0" y="4727"/>
                  </a:lnTo>
                  <a:cubicBezTo>
                    <a:pt x="60" y="4703"/>
                    <a:pt x="119" y="4703"/>
                    <a:pt x="191" y="4703"/>
                  </a:cubicBezTo>
                  <a:cubicBezTo>
                    <a:pt x="310" y="4715"/>
                    <a:pt x="429" y="4775"/>
                    <a:pt x="488" y="4882"/>
                  </a:cubicBezTo>
                  <a:lnTo>
                    <a:pt x="5263" y="250"/>
                  </a:lnTo>
                  <a:lnTo>
                    <a:pt x="488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8"/>
            <p:cNvSpPr/>
            <p:nvPr/>
          </p:nvSpPr>
          <p:spPr>
            <a:xfrm>
              <a:off x="6647550" y="2926675"/>
              <a:ext cx="388750" cy="587000"/>
            </a:xfrm>
            <a:custGeom>
              <a:rect b="b" l="l" r="r" t="t"/>
              <a:pathLst>
                <a:path extrusionOk="0" h="23480" w="15550">
                  <a:moveTo>
                    <a:pt x="96" y="1"/>
                  </a:moveTo>
                  <a:lnTo>
                    <a:pt x="96" y="132"/>
                  </a:lnTo>
                  <a:cubicBezTo>
                    <a:pt x="84" y="251"/>
                    <a:pt x="60" y="358"/>
                    <a:pt x="0" y="441"/>
                  </a:cubicBezTo>
                  <a:lnTo>
                    <a:pt x="5739" y="8954"/>
                  </a:lnTo>
                  <a:lnTo>
                    <a:pt x="6025" y="9383"/>
                  </a:lnTo>
                  <a:lnTo>
                    <a:pt x="6561" y="10181"/>
                  </a:lnTo>
                  <a:lnTo>
                    <a:pt x="6608" y="10181"/>
                  </a:lnTo>
                  <a:cubicBezTo>
                    <a:pt x="6823" y="10192"/>
                    <a:pt x="7001" y="10395"/>
                    <a:pt x="6977" y="10621"/>
                  </a:cubicBezTo>
                  <a:cubicBezTo>
                    <a:pt x="6977" y="10669"/>
                    <a:pt x="6965" y="10692"/>
                    <a:pt x="6942" y="10740"/>
                  </a:cubicBezTo>
                  <a:lnTo>
                    <a:pt x="9918" y="15145"/>
                  </a:lnTo>
                  <a:cubicBezTo>
                    <a:pt x="10121" y="15193"/>
                    <a:pt x="10263" y="15372"/>
                    <a:pt x="10240" y="15574"/>
                  </a:cubicBezTo>
                  <a:lnTo>
                    <a:pt x="10240" y="15610"/>
                  </a:lnTo>
                  <a:lnTo>
                    <a:pt x="10371" y="15800"/>
                  </a:lnTo>
                  <a:lnTo>
                    <a:pt x="15550" y="23480"/>
                  </a:lnTo>
                  <a:lnTo>
                    <a:pt x="15550" y="22682"/>
                  </a:lnTo>
                  <a:lnTo>
                    <a:pt x="10728" y="15550"/>
                  </a:lnTo>
                  <a:lnTo>
                    <a:pt x="10478" y="15181"/>
                  </a:lnTo>
                  <a:lnTo>
                    <a:pt x="6263" y="8907"/>
                  </a:lnTo>
                  <a:lnTo>
                    <a:pt x="5977" y="8478"/>
                  </a:lnTo>
                  <a:lnTo>
                    <a:pt x="596" y="501"/>
                  </a:lnTo>
                  <a:lnTo>
                    <a:pt x="310" y="84"/>
                  </a:lnTo>
                  <a:cubicBezTo>
                    <a:pt x="262" y="25"/>
                    <a:pt x="179" y="1"/>
                    <a:pt x="9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8"/>
            <p:cNvSpPr/>
            <p:nvPr/>
          </p:nvSpPr>
          <p:spPr>
            <a:xfrm>
              <a:off x="6603800" y="3495625"/>
              <a:ext cx="7450" cy="13000"/>
            </a:xfrm>
            <a:custGeom>
              <a:rect b="b" l="l" r="r" t="t"/>
              <a:pathLst>
                <a:path extrusionOk="0" h="520" w="298">
                  <a:moveTo>
                    <a:pt x="237" y="0"/>
                  </a:moveTo>
                  <a:cubicBezTo>
                    <a:pt x="172" y="0"/>
                    <a:pt x="97" y="34"/>
                    <a:pt x="60" y="91"/>
                  </a:cubicBezTo>
                  <a:lnTo>
                    <a:pt x="60" y="115"/>
                  </a:lnTo>
                  <a:cubicBezTo>
                    <a:pt x="0" y="222"/>
                    <a:pt x="36" y="353"/>
                    <a:pt x="143" y="412"/>
                  </a:cubicBezTo>
                  <a:lnTo>
                    <a:pt x="298" y="519"/>
                  </a:lnTo>
                  <a:cubicBezTo>
                    <a:pt x="262" y="412"/>
                    <a:pt x="238" y="305"/>
                    <a:pt x="238" y="198"/>
                  </a:cubicBezTo>
                  <a:cubicBezTo>
                    <a:pt x="238" y="138"/>
                    <a:pt x="262" y="67"/>
                    <a:pt x="286" y="7"/>
                  </a:cubicBezTo>
                  <a:cubicBezTo>
                    <a:pt x="271" y="2"/>
                    <a:pt x="254" y="0"/>
                    <a:pt x="23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18"/>
            <p:cNvSpPr/>
            <p:nvPr/>
          </p:nvSpPr>
          <p:spPr>
            <a:xfrm>
              <a:off x="6640400" y="3514550"/>
              <a:ext cx="395900" cy="275350"/>
            </a:xfrm>
            <a:custGeom>
              <a:rect b="b" l="l" r="r" t="t"/>
              <a:pathLst>
                <a:path extrusionOk="0" h="11014" w="15836">
                  <a:moveTo>
                    <a:pt x="12" y="0"/>
                  </a:moveTo>
                  <a:lnTo>
                    <a:pt x="1" y="12"/>
                  </a:lnTo>
                  <a:lnTo>
                    <a:pt x="477" y="846"/>
                  </a:lnTo>
                  <a:lnTo>
                    <a:pt x="12681" y="8930"/>
                  </a:lnTo>
                  <a:lnTo>
                    <a:pt x="13062" y="9180"/>
                  </a:lnTo>
                  <a:lnTo>
                    <a:pt x="15836" y="11014"/>
                  </a:lnTo>
                  <a:lnTo>
                    <a:pt x="15836" y="10478"/>
                  </a:lnTo>
                  <a:lnTo>
                    <a:pt x="13395" y="8847"/>
                  </a:lnTo>
                  <a:lnTo>
                    <a:pt x="13002" y="859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18"/>
            <p:cNvSpPr/>
            <p:nvPr/>
          </p:nvSpPr>
          <p:spPr>
            <a:xfrm>
              <a:off x="6841925" y="4224750"/>
              <a:ext cx="194375" cy="153025"/>
            </a:xfrm>
            <a:custGeom>
              <a:rect b="b" l="l" r="r" t="t"/>
              <a:pathLst>
                <a:path extrusionOk="0" h="6121" w="7775">
                  <a:moveTo>
                    <a:pt x="560" y="1"/>
                  </a:moveTo>
                  <a:lnTo>
                    <a:pt x="0" y="120"/>
                  </a:lnTo>
                  <a:lnTo>
                    <a:pt x="7775" y="6121"/>
                  </a:lnTo>
                  <a:lnTo>
                    <a:pt x="7775" y="5549"/>
                  </a:lnTo>
                  <a:lnTo>
                    <a:pt x="56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18"/>
            <p:cNvSpPr/>
            <p:nvPr/>
          </p:nvSpPr>
          <p:spPr>
            <a:xfrm>
              <a:off x="6649325" y="4070575"/>
              <a:ext cx="195300" cy="148550"/>
            </a:xfrm>
            <a:custGeom>
              <a:rect b="b" l="l" r="r" t="t"/>
              <a:pathLst>
                <a:path extrusionOk="0" h="5942" w="7812">
                  <a:moveTo>
                    <a:pt x="263" y="0"/>
                  </a:moveTo>
                  <a:cubicBezTo>
                    <a:pt x="203" y="119"/>
                    <a:pt x="120" y="227"/>
                    <a:pt x="1" y="334"/>
                  </a:cubicBezTo>
                  <a:lnTo>
                    <a:pt x="48" y="405"/>
                  </a:lnTo>
                  <a:lnTo>
                    <a:pt x="7252" y="5942"/>
                  </a:lnTo>
                  <a:lnTo>
                    <a:pt x="7811" y="5811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18"/>
            <p:cNvSpPr/>
            <p:nvPr/>
          </p:nvSpPr>
          <p:spPr>
            <a:xfrm>
              <a:off x="6831200" y="3872325"/>
              <a:ext cx="180400" cy="298875"/>
            </a:xfrm>
            <a:custGeom>
              <a:rect b="b" l="l" r="r" t="t"/>
              <a:pathLst>
                <a:path extrusionOk="0" h="11955" w="7216">
                  <a:moveTo>
                    <a:pt x="0" y="1"/>
                  </a:moveTo>
                  <a:lnTo>
                    <a:pt x="48" y="72"/>
                  </a:lnTo>
                  <a:lnTo>
                    <a:pt x="6823" y="11955"/>
                  </a:lnTo>
                  <a:cubicBezTo>
                    <a:pt x="6918" y="11847"/>
                    <a:pt x="7073" y="11776"/>
                    <a:pt x="7216" y="11764"/>
                  </a:cubicBezTo>
                  <a:lnTo>
                    <a:pt x="4525" y="7025"/>
                  </a:lnTo>
                  <a:cubicBezTo>
                    <a:pt x="4465" y="7061"/>
                    <a:pt x="4394" y="7061"/>
                    <a:pt x="4334" y="7061"/>
                  </a:cubicBezTo>
                  <a:cubicBezTo>
                    <a:pt x="4108" y="7037"/>
                    <a:pt x="3941" y="6847"/>
                    <a:pt x="3965" y="6609"/>
                  </a:cubicBezTo>
                  <a:cubicBezTo>
                    <a:pt x="3977" y="6490"/>
                    <a:pt x="4037" y="6383"/>
                    <a:pt x="4120" y="6323"/>
                  </a:cubicBezTo>
                  <a:lnTo>
                    <a:pt x="548" y="60"/>
                  </a:lnTo>
                  <a:cubicBezTo>
                    <a:pt x="483" y="107"/>
                    <a:pt x="410" y="139"/>
                    <a:pt x="335" y="139"/>
                  </a:cubicBezTo>
                  <a:cubicBezTo>
                    <a:pt x="315" y="139"/>
                    <a:pt x="295" y="137"/>
                    <a:pt x="274" y="132"/>
                  </a:cubicBezTo>
                  <a:cubicBezTo>
                    <a:pt x="167" y="120"/>
                    <a:pt x="60" y="72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18"/>
            <p:cNvSpPr/>
            <p:nvPr/>
          </p:nvSpPr>
          <p:spPr>
            <a:xfrm>
              <a:off x="6632950" y="3514850"/>
              <a:ext cx="202450" cy="354225"/>
            </a:xfrm>
            <a:custGeom>
              <a:rect b="b" l="l" r="r" t="t"/>
              <a:pathLst>
                <a:path extrusionOk="0" h="14169" w="8098">
                  <a:moveTo>
                    <a:pt x="310" y="0"/>
                  </a:moveTo>
                  <a:cubicBezTo>
                    <a:pt x="227" y="84"/>
                    <a:pt x="120" y="143"/>
                    <a:pt x="1" y="179"/>
                  </a:cubicBezTo>
                  <a:lnTo>
                    <a:pt x="1" y="358"/>
                  </a:lnTo>
                  <a:lnTo>
                    <a:pt x="7764" y="13990"/>
                  </a:lnTo>
                  <a:lnTo>
                    <a:pt x="7871" y="14169"/>
                  </a:lnTo>
                  <a:cubicBezTo>
                    <a:pt x="7859" y="14121"/>
                    <a:pt x="7859" y="14062"/>
                    <a:pt x="7859" y="14002"/>
                  </a:cubicBezTo>
                  <a:cubicBezTo>
                    <a:pt x="7859" y="13835"/>
                    <a:pt x="7954" y="13716"/>
                    <a:pt x="8097" y="13657"/>
                  </a:cubicBezTo>
                  <a:lnTo>
                    <a:pt x="787" y="834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6621650" y="3519025"/>
              <a:ext cx="17000" cy="515550"/>
            </a:xfrm>
            <a:custGeom>
              <a:rect b="b" l="l" r="r" t="t"/>
              <a:pathLst>
                <a:path extrusionOk="0" h="20622" w="680">
                  <a:moveTo>
                    <a:pt x="0" y="0"/>
                  </a:moveTo>
                  <a:lnTo>
                    <a:pt x="227" y="20622"/>
                  </a:lnTo>
                  <a:cubicBezTo>
                    <a:pt x="311" y="20605"/>
                    <a:pt x="389" y="20588"/>
                    <a:pt x="470" y="20588"/>
                  </a:cubicBezTo>
                  <a:cubicBezTo>
                    <a:pt x="503" y="20588"/>
                    <a:pt x="537" y="20591"/>
                    <a:pt x="572" y="20598"/>
                  </a:cubicBezTo>
                  <a:cubicBezTo>
                    <a:pt x="596" y="20598"/>
                    <a:pt x="643" y="20610"/>
                    <a:pt x="679" y="20610"/>
                  </a:cubicBezTo>
                  <a:lnTo>
                    <a:pt x="453" y="202"/>
                  </a:lnTo>
                  <a:lnTo>
                    <a:pt x="453" y="24"/>
                  </a:lnTo>
                  <a:cubicBezTo>
                    <a:pt x="387" y="32"/>
                    <a:pt x="333" y="46"/>
                    <a:pt x="278" y="46"/>
                  </a:cubicBezTo>
                  <a:cubicBezTo>
                    <a:pt x="253" y="46"/>
                    <a:pt x="229" y="43"/>
                    <a:pt x="203" y="36"/>
                  </a:cubicBezTo>
                  <a:cubicBezTo>
                    <a:pt x="143" y="36"/>
                    <a:pt x="60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18"/>
            <p:cNvSpPr/>
            <p:nvPr/>
          </p:nvSpPr>
          <p:spPr>
            <a:xfrm>
              <a:off x="5767375" y="3510375"/>
              <a:ext cx="852500" cy="922475"/>
            </a:xfrm>
            <a:custGeom>
              <a:rect b="b" l="l" r="r" t="t"/>
              <a:pathLst>
                <a:path extrusionOk="0" h="36899" w="34100">
                  <a:moveTo>
                    <a:pt x="33779" y="1"/>
                  </a:moveTo>
                  <a:lnTo>
                    <a:pt x="1" y="36577"/>
                  </a:lnTo>
                  <a:cubicBezTo>
                    <a:pt x="143" y="36672"/>
                    <a:pt x="239" y="36779"/>
                    <a:pt x="334" y="36898"/>
                  </a:cubicBezTo>
                  <a:lnTo>
                    <a:pt x="34100" y="310"/>
                  </a:lnTo>
                  <a:cubicBezTo>
                    <a:pt x="33969" y="239"/>
                    <a:pt x="33862" y="132"/>
                    <a:pt x="3377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8"/>
            <p:cNvSpPr/>
            <p:nvPr/>
          </p:nvSpPr>
          <p:spPr>
            <a:xfrm>
              <a:off x="6299575" y="4069975"/>
              <a:ext cx="318525" cy="244400"/>
            </a:xfrm>
            <a:custGeom>
              <a:rect b="b" l="l" r="r" t="t"/>
              <a:pathLst>
                <a:path extrusionOk="0" h="9776" w="12741">
                  <a:moveTo>
                    <a:pt x="12455" y="1"/>
                  </a:moveTo>
                  <a:lnTo>
                    <a:pt x="1" y="9418"/>
                  </a:lnTo>
                  <a:cubicBezTo>
                    <a:pt x="108" y="9525"/>
                    <a:pt x="191" y="9645"/>
                    <a:pt x="263" y="9776"/>
                  </a:cubicBezTo>
                  <a:lnTo>
                    <a:pt x="12741" y="358"/>
                  </a:lnTo>
                  <a:cubicBezTo>
                    <a:pt x="12622" y="251"/>
                    <a:pt x="12514" y="131"/>
                    <a:pt x="1245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18"/>
            <p:cNvSpPr/>
            <p:nvPr/>
          </p:nvSpPr>
          <p:spPr>
            <a:xfrm>
              <a:off x="6312675" y="4246175"/>
              <a:ext cx="406325" cy="101975"/>
            </a:xfrm>
            <a:custGeom>
              <a:rect b="b" l="l" r="r" t="t"/>
              <a:pathLst>
                <a:path extrusionOk="0" h="4079" w="16253">
                  <a:moveTo>
                    <a:pt x="15931" y="1"/>
                  </a:moveTo>
                  <a:lnTo>
                    <a:pt x="13" y="3620"/>
                  </a:lnTo>
                  <a:cubicBezTo>
                    <a:pt x="25" y="3716"/>
                    <a:pt x="25" y="3799"/>
                    <a:pt x="13" y="3918"/>
                  </a:cubicBezTo>
                  <a:cubicBezTo>
                    <a:pt x="13" y="3966"/>
                    <a:pt x="13" y="4025"/>
                    <a:pt x="1" y="4073"/>
                  </a:cubicBezTo>
                  <a:cubicBezTo>
                    <a:pt x="17" y="4073"/>
                    <a:pt x="38" y="4078"/>
                    <a:pt x="61" y="4078"/>
                  </a:cubicBezTo>
                  <a:cubicBezTo>
                    <a:pt x="72" y="4078"/>
                    <a:pt x="84" y="4077"/>
                    <a:pt x="96" y="4073"/>
                  </a:cubicBezTo>
                  <a:lnTo>
                    <a:pt x="16253" y="394"/>
                  </a:lnTo>
                  <a:cubicBezTo>
                    <a:pt x="16074" y="346"/>
                    <a:pt x="15931" y="203"/>
                    <a:pt x="1593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18"/>
            <p:cNvSpPr/>
            <p:nvPr/>
          </p:nvSpPr>
          <p:spPr>
            <a:xfrm>
              <a:off x="6728200" y="4251550"/>
              <a:ext cx="2725" cy="2100"/>
            </a:xfrm>
            <a:custGeom>
              <a:rect b="b" l="l" r="r" t="t"/>
              <a:pathLst>
                <a:path extrusionOk="0" h="84" w="109">
                  <a:moveTo>
                    <a:pt x="72" y="0"/>
                  </a:moveTo>
                  <a:cubicBezTo>
                    <a:pt x="60" y="24"/>
                    <a:pt x="25" y="60"/>
                    <a:pt x="1" y="84"/>
                  </a:cubicBezTo>
                  <a:lnTo>
                    <a:pt x="108" y="6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8"/>
            <p:cNvSpPr/>
            <p:nvPr/>
          </p:nvSpPr>
          <p:spPr>
            <a:xfrm>
              <a:off x="6736250" y="4181300"/>
              <a:ext cx="261950" cy="69375"/>
            </a:xfrm>
            <a:custGeom>
              <a:rect b="b" l="l" r="r" t="t"/>
              <a:pathLst>
                <a:path extrusionOk="0" h="2775" w="10478">
                  <a:moveTo>
                    <a:pt x="10442" y="0"/>
                  </a:moveTo>
                  <a:lnTo>
                    <a:pt x="4334" y="1382"/>
                  </a:lnTo>
                  <a:lnTo>
                    <a:pt x="3775" y="1513"/>
                  </a:lnTo>
                  <a:lnTo>
                    <a:pt x="0" y="2382"/>
                  </a:lnTo>
                  <a:lnTo>
                    <a:pt x="227" y="2775"/>
                  </a:lnTo>
                  <a:lnTo>
                    <a:pt x="4215" y="1870"/>
                  </a:lnTo>
                  <a:lnTo>
                    <a:pt x="4787" y="1739"/>
                  </a:lnTo>
                  <a:lnTo>
                    <a:pt x="10478" y="441"/>
                  </a:lnTo>
                  <a:cubicBezTo>
                    <a:pt x="10442" y="322"/>
                    <a:pt x="10406" y="203"/>
                    <a:pt x="10418" y="72"/>
                  </a:cubicBezTo>
                  <a:cubicBezTo>
                    <a:pt x="10418" y="36"/>
                    <a:pt x="10442" y="24"/>
                    <a:pt x="1044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18"/>
            <p:cNvSpPr/>
            <p:nvPr/>
          </p:nvSpPr>
          <p:spPr>
            <a:xfrm>
              <a:off x="6640400" y="4078600"/>
              <a:ext cx="213150" cy="382525"/>
            </a:xfrm>
            <a:custGeom>
              <a:rect b="b" l="l" r="r" t="t"/>
              <a:pathLst>
                <a:path extrusionOk="0" h="15301" w="8526">
                  <a:moveTo>
                    <a:pt x="405" y="1"/>
                  </a:moveTo>
                  <a:cubicBezTo>
                    <a:pt x="286" y="84"/>
                    <a:pt x="143" y="156"/>
                    <a:pt x="1" y="191"/>
                  </a:cubicBezTo>
                  <a:lnTo>
                    <a:pt x="3275" y="6275"/>
                  </a:lnTo>
                  <a:lnTo>
                    <a:pt x="3322" y="6275"/>
                  </a:lnTo>
                  <a:cubicBezTo>
                    <a:pt x="3537" y="6311"/>
                    <a:pt x="3703" y="6502"/>
                    <a:pt x="3691" y="6728"/>
                  </a:cubicBezTo>
                  <a:cubicBezTo>
                    <a:pt x="3680" y="6799"/>
                    <a:pt x="3644" y="6859"/>
                    <a:pt x="3620" y="6918"/>
                  </a:cubicBezTo>
                  <a:lnTo>
                    <a:pt x="3644" y="6978"/>
                  </a:lnTo>
                  <a:lnTo>
                    <a:pt x="8121" y="15300"/>
                  </a:lnTo>
                  <a:lnTo>
                    <a:pt x="8180" y="15193"/>
                  </a:lnTo>
                  <a:cubicBezTo>
                    <a:pt x="8204" y="15193"/>
                    <a:pt x="8204" y="15181"/>
                    <a:pt x="8216" y="15157"/>
                  </a:cubicBezTo>
                  <a:lnTo>
                    <a:pt x="8228" y="15146"/>
                  </a:lnTo>
                  <a:lnTo>
                    <a:pt x="8240" y="15134"/>
                  </a:lnTo>
                  <a:cubicBezTo>
                    <a:pt x="8240" y="15122"/>
                    <a:pt x="8263" y="15122"/>
                    <a:pt x="8263" y="15122"/>
                  </a:cubicBezTo>
                  <a:cubicBezTo>
                    <a:pt x="8263" y="15122"/>
                    <a:pt x="8263" y="15098"/>
                    <a:pt x="8275" y="15098"/>
                  </a:cubicBezTo>
                  <a:lnTo>
                    <a:pt x="8287" y="15098"/>
                  </a:lnTo>
                  <a:cubicBezTo>
                    <a:pt x="8287" y="15086"/>
                    <a:pt x="8299" y="15086"/>
                    <a:pt x="8299" y="15086"/>
                  </a:cubicBezTo>
                  <a:lnTo>
                    <a:pt x="8525" y="15026"/>
                  </a:lnTo>
                  <a:lnTo>
                    <a:pt x="4120" y="6871"/>
                  </a:lnTo>
                  <a:lnTo>
                    <a:pt x="3894" y="6466"/>
                  </a:lnTo>
                  <a:lnTo>
                    <a:pt x="441" y="72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18"/>
            <p:cNvSpPr/>
            <p:nvPr/>
          </p:nvSpPr>
          <p:spPr>
            <a:xfrm>
              <a:off x="6851450" y="4463175"/>
              <a:ext cx="184850" cy="115525"/>
            </a:xfrm>
            <a:custGeom>
              <a:rect b="b" l="l" r="r" t="t"/>
              <a:pathLst>
                <a:path extrusionOk="0" h="4621" w="7394">
                  <a:moveTo>
                    <a:pt x="488" y="1"/>
                  </a:moveTo>
                  <a:lnTo>
                    <a:pt x="60" y="108"/>
                  </a:lnTo>
                  <a:lnTo>
                    <a:pt x="0" y="227"/>
                  </a:lnTo>
                  <a:lnTo>
                    <a:pt x="7394" y="4620"/>
                  </a:lnTo>
                  <a:lnTo>
                    <a:pt x="7394" y="4096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18"/>
            <p:cNvSpPr/>
            <p:nvPr/>
          </p:nvSpPr>
          <p:spPr>
            <a:xfrm>
              <a:off x="6847575" y="4406025"/>
              <a:ext cx="188425" cy="60450"/>
            </a:xfrm>
            <a:custGeom>
              <a:rect b="b" l="l" r="r" t="t"/>
              <a:pathLst>
                <a:path extrusionOk="0" h="2418" w="7537">
                  <a:moveTo>
                    <a:pt x="17" y="1997"/>
                  </a:moveTo>
                  <a:cubicBezTo>
                    <a:pt x="11" y="1998"/>
                    <a:pt x="6" y="2000"/>
                    <a:pt x="0" y="2001"/>
                  </a:cubicBezTo>
                  <a:lnTo>
                    <a:pt x="17" y="1997"/>
                  </a:lnTo>
                  <a:close/>
                  <a:moveTo>
                    <a:pt x="7537" y="1"/>
                  </a:moveTo>
                  <a:lnTo>
                    <a:pt x="167" y="1965"/>
                  </a:lnTo>
                  <a:lnTo>
                    <a:pt x="17" y="1997"/>
                  </a:lnTo>
                  <a:lnTo>
                    <a:pt x="17" y="1997"/>
                  </a:lnTo>
                  <a:cubicBezTo>
                    <a:pt x="29" y="1995"/>
                    <a:pt x="43" y="1994"/>
                    <a:pt x="57" y="1994"/>
                  </a:cubicBezTo>
                  <a:cubicBezTo>
                    <a:pt x="92" y="1994"/>
                    <a:pt x="129" y="2002"/>
                    <a:pt x="167" y="2025"/>
                  </a:cubicBezTo>
                  <a:cubicBezTo>
                    <a:pt x="286" y="2084"/>
                    <a:pt x="310" y="2215"/>
                    <a:pt x="250" y="2322"/>
                  </a:cubicBezTo>
                  <a:lnTo>
                    <a:pt x="215" y="2418"/>
                  </a:lnTo>
                  <a:lnTo>
                    <a:pt x="631" y="2299"/>
                  </a:lnTo>
                  <a:lnTo>
                    <a:pt x="7537" y="453"/>
                  </a:lnTo>
                  <a:lnTo>
                    <a:pt x="753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6725825" y="4654575"/>
              <a:ext cx="17300" cy="9550"/>
            </a:xfrm>
            <a:custGeom>
              <a:rect b="b" l="l" r="r" t="t"/>
              <a:pathLst>
                <a:path extrusionOk="0" h="382" w="692">
                  <a:moveTo>
                    <a:pt x="227" y="0"/>
                  </a:moveTo>
                  <a:lnTo>
                    <a:pt x="1" y="381"/>
                  </a:lnTo>
                  <a:lnTo>
                    <a:pt x="525" y="381"/>
                  </a:lnTo>
                  <a:lnTo>
                    <a:pt x="691" y="84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8"/>
            <p:cNvSpPr/>
            <p:nvPr/>
          </p:nvSpPr>
          <p:spPr>
            <a:xfrm>
              <a:off x="6737150" y="4455550"/>
              <a:ext cx="117875" cy="190425"/>
            </a:xfrm>
            <a:custGeom>
              <a:rect b="b" l="l" r="r" t="t"/>
              <a:pathLst>
                <a:path extrusionOk="0" h="7617" w="4715">
                  <a:moveTo>
                    <a:pt x="4478" y="0"/>
                  </a:moveTo>
                  <a:cubicBezTo>
                    <a:pt x="4455" y="0"/>
                    <a:pt x="4430" y="3"/>
                    <a:pt x="4405" y="8"/>
                  </a:cubicBezTo>
                  <a:cubicBezTo>
                    <a:pt x="4405" y="20"/>
                    <a:pt x="4382" y="20"/>
                    <a:pt x="4382" y="20"/>
                  </a:cubicBezTo>
                  <a:lnTo>
                    <a:pt x="4370" y="20"/>
                  </a:lnTo>
                  <a:lnTo>
                    <a:pt x="4358" y="32"/>
                  </a:lnTo>
                  <a:cubicBezTo>
                    <a:pt x="4358" y="56"/>
                    <a:pt x="4346" y="56"/>
                    <a:pt x="4346" y="56"/>
                  </a:cubicBezTo>
                  <a:lnTo>
                    <a:pt x="4334" y="68"/>
                  </a:lnTo>
                  <a:lnTo>
                    <a:pt x="4310" y="79"/>
                  </a:lnTo>
                  <a:cubicBezTo>
                    <a:pt x="4298" y="79"/>
                    <a:pt x="4298" y="91"/>
                    <a:pt x="4286" y="115"/>
                  </a:cubicBezTo>
                  <a:lnTo>
                    <a:pt x="4227" y="222"/>
                  </a:lnTo>
                  <a:lnTo>
                    <a:pt x="0" y="7521"/>
                  </a:lnTo>
                  <a:lnTo>
                    <a:pt x="453" y="7616"/>
                  </a:lnTo>
                  <a:lnTo>
                    <a:pt x="4548" y="508"/>
                  </a:lnTo>
                  <a:lnTo>
                    <a:pt x="4608" y="389"/>
                  </a:lnTo>
                  <a:lnTo>
                    <a:pt x="4655" y="318"/>
                  </a:lnTo>
                  <a:cubicBezTo>
                    <a:pt x="4715" y="210"/>
                    <a:pt x="4667" y="79"/>
                    <a:pt x="4560" y="20"/>
                  </a:cubicBezTo>
                  <a:cubicBezTo>
                    <a:pt x="4539" y="6"/>
                    <a:pt x="4510" y="0"/>
                    <a:pt x="447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18"/>
            <p:cNvSpPr/>
            <p:nvPr/>
          </p:nvSpPr>
          <p:spPr>
            <a:xfrm>
              <a:off x="6337975" y="4576300"/>
              <a:ext cx="3900" cy="5375"/>
            </a:xfrm>
            <a:custGeom>
              <a:rect b="b" l="l" r="r" t="t"/>
              <a:pathLst>
                <a:path extrusionOk="0" h="215" w="156">
                  <a:moveTo>
                    <a:pt x="1" y="0"/>
                  </a:moveTo>
                  <a:lnTo>
                    <a:pt x="1" y="0"/>
                  </a:lnTo>
                  <a:cubicBezTo>
                    <a:pt x="13" y="95"/>
                    <a:pt x="72" y="179"/>
                    <a:pt x="156" y="214"/>
                  </a:cubicBezTo>
                  <a:lnTo>
                    <a:pt x="156" y="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18"/>
            <p:cNvSpPr/>
            <p:nvPr/>
          </p:nvSpPr>
          <p:spPr>
            <a:xfrm>
              <a:off x="6410025" y="4583425"/>
              <a:ext cx="434000" cy="80700"/>
            </a:xfrm>
            <a:custGeom>
              <a:rect b="b" l="l" r="r" t="t"/>
              <a:pathLst>
                <a:path extrusionOk="0" h="3228" w="17360">
                  <a:moveTo>
                    <a:pt x="107" y="1"/>
                  </a:moveTo>
                  <a:cubicBezTo>
                    <a:pt x="95" y="144"/>
                    <a:pt x="60" y="298"/>
                    <a:pt x="0" y="429"/>
                  </a:cubicBezTo>
                  <a:lnTo>
                    <a:pt x="12859" y="2846"/>
                  </a:lnTo>
                  <a:lnTo>
                    <a:pt x="13323" y="2930"/>
                  </a:lnTo>
                  <a:lnTo>
                    <a:pt x="14931" y="3227"/>
                  </a:lnTo>
                  <a:lnTo>
                    <a:pt x="17359" y="3227"/>
                  </a:lnTo>
                  <a:lnTo>
                    <a:pt x="13561" y="2513"/>
                  </a:lnTo>
                  <a:lnTo>
                    <a:pt x="13097" y="241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18"/>
            <p:cNvSpPr/>
            <p:nvPr/>
          </p:nvSpPr>
          <p:spPr>
            <a:xfrm>
              <a:off x="5778675" y="4344125"/>
              <a:ext cx="436700" cy="105675"/>
            </a:xfrm>
            <a:custGeom>
              <a:rect b="b" l="l" r="r" t="t"/>
              <a:pathLst>
                <a:path extrusionOk="0" h="4227" w="17468">
                  <a:moveTo>
                    <a:pt x="17384" y="0"/>
                  </a:moveTo>
                  <a:lnTo>
                    <a:pt x="1" y="3786"/>
                  </a:lnTo>
                  <a:cubicBezTo>
                    <a:pt x="25" y="3905"/>
                    <a:pt x="60" y="4048"/>
                    <a:pt x="49" y="4179"/>
                  </a:cubicBezTo>
                  <a:lnTo>
                    <a:pt x="49" y="4227"/>
                  </a:lnTo>
                  <a:lnTo>
                    <a:pt x="17467" y="429"/>
                  </a:lnTo>
                  <a:cubicBezTo>
                    <a:pt x="17432" y="286"/>
                    <a:pt x="17396" y="155"/>
                    <a:pt x="1738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18"/>
            <p:cNvSpPr/>
            <p:nvPr/>
          </p:nvSpPr>
          <p:spPr>
            <a:xfrm>
              <a:off x="5778975" y="4449775"/>
              <a:ext cx="566475" cy="127425"/>
            </a:xfrm>
            <a:custGeom>
              <a:rect b="b" l="l" r="r" t="t"/>
              <a:pathLst>
                <a:path extrusionOk="0" h="5097" w="22659">
                  <a:moveTo>
                    <a:pt x="48" y="1"/>
                  </a:moveTo>
                  <a:cubicBezTo>
                    <a:pt x="37" y="72"/>
                    <a:pt x="13" y="132"/>
                    <a:pt x="1" y="191"/>
                  </a:cubicBezTo>
                  <a:lnTo>
                    <a:pt x="691" y="596"/>
                  </a:lnTo>
                  <a:lnTo>
                    <a:pt x="22373" y="5061"/>
                  </a:lnTo>
                  <a:lnTo>
                    <a:pt x="22539" y="5097"/>
                  </a:lnTo>
                  <a:cubicBezTo>
                    <a:pt x="22551" y="4942"/>
                    <a:pt x="22575" y="4799"/>
                    <a:pt x="22658" y="4656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18"/>
            <p:cNvSpPr/>
            <p:nvPr/>
          </p:nvSpPr>
          <p:spPr>
            <a:xfrm>
              <a:off x="6395425" y="4603375"/>
              <a:ext cx="42600" cy="60750"/>
            </a:xfrm>
            <a:custGeom>
              <a:rect b="b" l="l" r="r" t="t"/>
              <a:pathLst>
                <a:path extrusionOk="0" h="2430" w="1704">
                  <a:moveTo>
                    <a:pt x="346" y="0"/>
                  </a:moveTo>
                  <a:cubicBezTo>
                    <a:pt x="239" y="120"/>
                    <a:pt x="144" y="215"/>
                    <a:pt x="1" y="286"/>
                  </a:cubicBezTo>
                  <a:lnTo>
                    <a:pt x="1191" y="2429"/>
                  </a:lnTo>
                  <a:lnTo>
                    <a:pt x="1703" y="242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18"/>
            <p:cNvSpPr/>
            <p:nvPr/>
          </p:nvSpPr>
          <p:spPr>
            <a:xfrm>
              <a:off x="6271300" y="4385800"/>
              <a:ext cx="100350" cy="163725"/>
            </a:xfrm>
            <a:custGeom>
              <a:rect b="b" l="l" r="r" t="t"/>
              <a:pathLst>
                <a:path extrusionOk="0" h="6549" w="4014">
                  <a:moveTo>
                    <a:pt x="429" y="0"/>
                  </a:moveTo>
                  <a:cubicBezTo>
                    <a:pt x="298" y="60"/>
                    <a:pt x="144" y="107"/>
                    <a:pt x="1" y="131"/>
                  </a:cubicBezTo>
                  <a:lnTo>
                    <a:pt x="3585" y="6548"/>
                  </a:lnTo>
                  <a:cubicBezTo>
                    <a:pt x="3716" y="6477"/>
                    <a:pt x="3870" y="6429"/>
                    <a:pt x="4013" y="6406"/>
                  </a:cubicBezTo>
                  <a:lnTo>
                    <a:pt x="42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18"/>
            <p:cNvSpPr/>
            <p:nvPr/>
          </p:nvSpPr>
          <p:spPr>
            <a:xfrm>
              <a:off x="5772725" y="4454250"/>
              <a:ext cx="364950" cy="209875"/>
            </a:xfrm>
            <a:custGeom>
              <a:rect b="b" l="l" r="r" t="t"/>
              <a:pathLst>
                <a:path extrusionOk="0" h="8395" w="14598">
                  <a:moveTo>
                    <a:pt x="239" y="0"/>
                  </a:moveTo>
                  <a:cubicBezTo>
                    <a:pt x="179" y="155"/>
                    <a:pt x="108" y="286"/>
                    <a:pt x="1" y="393"/>
                  </a:cubicBezTo>
                  <a:lnTo>
                    <a:pt x="13705" y="8394"/>
                  </a:lnTo>
                  <a:lnTo>
                    <a:pt x="14598" y="8394"/>
                  </a:lnTo>
                  <a:lnTo>
                    <a:pt x="918" y="417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18"/>
            <p:cNvSpPr/>
            <p:nvPr/>
          </p:nvSpPr>
          <p:spPr>
            <a:xfrm>
              <a:off x="6341850" y="4544475"/>
              <a:ext cx="72350" cy="71050"/>
            </a:xfrm>
            <a:custGeom>
              <a:rect b="b" l="l" r="r" t="t"/>
              <a:pathLst>
                <a:path extrusionOk="0" h="2842" w="2894">
                  <a:moveTo>
                    <a:pt x="1417" y="1"/>
                  </a:moveTo>
                  <a:cubicBezTo>
                    <a:pt x="1338" y="1"/>
                    <a:pt x="1261" y="15"/>
                    <a:pt x="1179" y="23"/>
                  </a:cubicBezTo>
                  <a:cubicBezTo>
                    <a:pt x="1036" y="59"/>
                    <a:pt x="882" y="94"/>
                    <a:pt x="751" y="166"/>
                  </a:cubicBezTo>
                  <a:cubicBezTo>
                    <a:pt x="465" y="321"/>
                    <a:pt x="239" y="559"/>
                    <a:pt x="108" y="856"/>
                  </a:cubicBezTo>
                  <a:cubicBezTo>
                    <a:pt x="60" y="987"/>
                    <a:pt x="24" y="1142"/>
                    <a:pt x="1" y="1285"/>
                  </a:cubicBezTo>
                  <a:lnTo>
                    <a:pt x="1" y="1297"/>
                  </a:lnTo>
                  <a:lnTo>
                    <a:pt x="1" y="1464"/>
                  </a:lnTo>
                  <a:cubicBezTo>
                    <a:pt x="36" y="2178"/>
                    <a:pt x="584" y="2773"/>
                    <a:pt x="1298" y="2833"/>
                  </a:cubicBezTo>
                  <a:cubicBezTo>
                    <a:pt x="1351" y="2839"/>
                    <a:pt x="1403" y="2842"/>
                    <a:pt x="1455" y="2842"/>
                  </a:cubicBezTo>
                  <a:cubicBezTo>
                    <a:pt x="1707" y="2842"/>
                    <a:pt x="1946" y="2771"/>
                    <a:pt x="2144" y="2642"/>
                  </a:cubicBezTo>
                  <a:cubicBezTo>
                    <a:pt x="2287" y="2571"/>
                    <a:pt x="2382" y="2476"/>
                    <a:pt x="2489" y="2345"/>
                  </a:cubicBezTo>
                  <a:cubicBezTo>
                    <a:pt x="2584" y="2225"/>
                    <a:pt x="2656" y="2106"/>
                    <a:pt x="2715" y="1975"/>
                  </a:cubicBezTo>
                  <a:cubicBezTo>
                    <a:pt x="2775" y="1833"/>
                    <a:pt x="2799" y="1690"/>
                    <a:pt x="2822" y="1535"/>
                  </a:cubicBezTo>
                  <a:cubicBezTo>
                    <a:pt x="2894" y="761"/>
                    <a:pt x="2310" y="82"/>
                    <a:pt x="1525" y="11"/>
                  </a:cubicBezTo>
                  <a:cubicBezTo>
                    <a:pt x="1488" y="4"/>
                    <a:pt x="1452" y="1"/>
                    <a:pt x="141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18"/>
            <p:cNvSpPr/>
            <p:nvPr/>
          </p:nvSpPr>
          <p:spPr>
            <a:xfrm>
              <a:off x="6212375" y="4289200"/>
              <a:ext cx="100625" cy="100600"/>
            </a:xfrm>
            <a:custGeom>
              <a:rect b="b" l="l" r="r" t="t"/>
              <a:pathLst>
                <a:path extrusionOk="0" h="4024" w="4025">
                  <a:moveTo>
                    <a:pt x="2038" y="1"/>
                  </a:moveTo>
                  <a:cubicBezTo>
                    <a:pt x="1006" y="1"/>
                    <a:pt x="115" y="796"/>
                    <a:pt x="24" y="1840"/>
                  </a:cubicBezTo>
                  <a:cubicBezTo>
                    <a:pt x="0" y="1959"/>
                    <a:pt x="0" y="2078"/>
                    <a:pt x="24" y="2197"/>
                  </a:cubicBezTo>
                  <a:cubicBezTo>
                    <a:pt x="36" y="2352"/>
                    <a:pt x="60" y="2495"/>
                    <a:pt x="108" y="2626"/>
                  </a:cubicBezTo>
                  <a:cubicBezTo>
                    <a:pt x="358" y="3376"/>
                    <a:pt x="1036" y="3935"/>
                    <a:pt x="1846" y="4019"/>
                  </a:cubicBezTo>
                  <a:cubicBezTo>
                    <a:pt x="1890" y="4022"/>
                    <a:pt x="1934" y="4023"/>
                    <a:pt x="1978" y="4023"/>
                  </a:cubicBezTo>
                  <a:cubicBezTo>
                    <a:pt x="2107" y="4023"/>
                    <a:pt x="2230" y="4010"/>
                    <a:pt x="2346" y="3983"/>
                  </a:cubicBezTo>
                  <a:cubicBezTo>
                    <a:pt x="2501" y="3971"/>
                    <a:pt x="2655" y="3924"/>
                    <a:pt x="2786" y="3864"/>
                  </a:cubicBezTo>
                  <a:cubicBezTo>
                    <a:pt x="3417" y="3602"/>
                    <a:pt x="3894" y="3031"/>
                    <a:pt x="4013" y="2328"/>
                  </a:cubicBezTo>
                  <a:cubicBezTo>
                    <a:pt x="4013" y="2292"/>
                    <a:pt x="4025" y="2233"/>
                    <a:pt x="4025" y="2185"/>
                  </a:cubicBezTo>
                  <a:lnTo>
                    <a:pt x="4025" y="1899"/>
                  </a:lnTo>
                  <a:cubicBezTo>
                    <a:pt x="3989" y="1578"/>
                    <a:pt x="3906" y="1257"/>
                    <a:pt x="3739" y="995"/>
                  </a:cubicBezTo>
                  <a:cubicBezTo>
                    <a:pt x="3667" y="864"/>
                    <a:pt x="3572" y="745"/>
                    <a:pt x="3465" y="637"/>
                  </a:cubicBezTo>
                  <a:cubicBezTo>
                    <a:pt x="3144" y="292"/>
                    <a:pt x="2703" y="54"/>
                    <a:pt x="2191" y="6"/>
                  </a:cubicBezTo>
                  <a:cubicBezTo>
                    <a:pt x="2140" y="2"/>
                    <a:pt x="2089" y="1"/>
                    <a:pt x="203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18"/>
            <p:cNvSpPr/>
            <p:nvPr/>
          </p:nvSpPr>
          <p:spPr>
            <a:xfrm>
              <a:off x="6886575" y="1575550"/>
              <a:ext cx="19050" cy="17950"/>
            </a:xfrm>
            <a:custGeom>
              <a:rect b="b" l="l" r="r" t="t"/>
              <a:pathLst>
                <a:path extrusionOk="0" h="718" w="762">
                  <a:moveTo>
                    <a:pt x="367" y="0"/>
                  </a:moveTo>
                  <a:cubicBezTo>
                    <a:pt x="308" y="0"/>
                    <a:pt x="251" y="22"/>
                    <a:pt x="202" y="51"/>
                  </a:cubicBezTo>
                  <a:cubicBezTo>
                    <a:pt x="95" y="111"/>
                    <a:pt x="36" y="206"/>
                    <a:pt x="24" y="325"/>
                  </a:cubicBezTo>
                  <a:cubicBezTo>
                    <a:pt x="0" y="539"/>
                    <a:pt x="155" y="706"/>
                    <a:pt x="345" y="718"/>
                  </a:cubicBezTo>
                  <a:cubicBezTo>
                    <a:pt x="405" y="718"/>
                    <a:pt x="464" y="706"/>
                    <a:pt x="512" y="682"/>
                  </a:cubicBezTo>
                  <a:cubicBezTo>
                    <a:pt x="631" y="646"/>
                    <a:pt x="714" y="539"/>
                    <a:pt x="738" y="384"/>
                  </a:cubicBezTo>
                  <a:cubicBezTo>
                    <a:pt x="762" y="194"/>
                    <a:pt x="595" y="15"/>
                    <a:pt x="405" y="3"/>
                  </a:cubicBezTo>
                  <a:cubicBezTo>
                    <a:pt x="392" y="1"/>
                    <a:pt x="380" y="0"/>
                    <a:pt x="3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18"/>
            <p:cNvSpPr/>
            <p:nvPr/>
          </p:nvSpPr>
          <p:spPr>
            <a:xfrm>
              <a:off x="6612725" y="2909675"/>
              <a:ext cx="36925" cy="36225"/>
            </a:xfrm>
            <a:custGeom>
              <a:rect b="b" l="l" r="r" t="t"/>
              <a:pathLst>
                <a:path extrusionOk="0" h="1449" w="1477">
                  <a:moveTo>
                    <a:pt x="765" y="1"/>
                  </a:moveTo>
                  <a:cubicBezTo>
                    <a:pt x="380" y="1"/>
                    <a:pt x="59" y="291"/>
                    <a:pt x="36" y="669"/>
                  </a:cubicBezTo>
                  <a:cubicBezTo>
                    <a:pt x="0" y="1074"/>
                    <a:pt x="298" y="1419"/>
                    <a:pt x="703" y="1443"/>
                  </a:cubicBezTo>
                  <a:cubicBezTo>
                    <a:pt x="732" y="1446"/>
                    <a:pt x="761" y="1448"/>
                    <a:pt x="790" y="1448"/>
                  </a:cubicBezTo>
                  <a:cubicBezTo>
                    <a:pt x="1039" y="1448"/>
                    <a:pt x="1252" y="1312"/>
                    <a:pt x="1369" y="1109"/>
                  </a:cubicBezTo>
                  <a:cubicBezTo>
                    <a:pt x="1429" y="1014"/>
                    <a:pt x="1465" y="907"/>
                    <a:pt x="1477" y="788"/>
                  </a:cubicBezTo>
                  <a:cubicBezTo>
                    <a:pt x="1477" y="752"/>
                    <a:pt x="1477" y="705"/>
                    <a:pt x="1465" y="657"/>
                  </a:cubicBezTo>
                  <a:lnTo>
                    <a:pt x="1465" y="645"/>
                  </a:lnTo>
                  <a:cubicBezTo>
                    <a:pt x="1417" y="312"/>
                    <a:pt x="1167" y="38"/>
                    <a:pt x="810" y="2"/>
                  </a:cubicBezTo>
                  <a:cubicBezTo>
                    <a:pt x="795" y="1"/>
                    <a:pt x="780" y="1"/>
                    <a:pt x="7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18"/>
            <p:cNvSpPr/>
            <p:nvPr/>
          </p:nvSpPr>
          <p:spPr>
            <a:xfrm>
              <a:off x="6607950" y="4033250"/>
              <a:ext cx="50925" cy="50550"/>
            </a:xfrm>
            <a:custGeom>
              <a:rect b="b" l="l" r="r" t="t"/>
              <a:pathLst>
                <a:path extrusionOk="0" h="2022" w="2037">
                  <a:moveTo>
                    <a:pt x="1019" y="1"/>
                  </a:moveTo>
                  <a:cubicBezTo>
                    <a:pt x="930" y="1"/>
                    <a:pt x="843" y="14"/>
                    <a:pt x="763" y="41"/>
                  </a:cubicBezTo>
                  <a:cubicBezTo>
                    <a:pt x="358" y="148"/>
                    <a:pt x="48" y="505"/>
                    <a:pt x="13" y="934"/>
                  </a:cubicBezTo>
                  <a:cubicBezTo>
                    <a:pt x="1" y="1124"/>
                    <a:pt x="25" y="1291"/>
                    <a:pt x="108" y="1458"/>
                  </a:cubicBezTo>
                  <a:cubicBezTo>
                    <a:pt x="179" y="1600"/>
                    <a:pt x="275" y="1720"/>
                    <a:pt x="394" y="1815"/>
                  </a:cubicBezTo>
                  <a:cubicBezTo>
                    <a:pt x="537" y="1934"/>
                    <a:pt x="727" y="2005"/>
                    <a:pt x="941" y="2017"/>
                  </a:cubicBezTo>
                  <a:cubicBezTo>
                    <a:pt x="969" y="2020"/>
                    <a:pt x="997" y="2021"/>
                    <a:pt x="1024" y="2021"/>
                  </a:cubicBezTo>
                  <a:cubicBezTo>
                    <a:pt x="1110" y="2021"/>
                    <a:pt x="1187" y="2006"/>
                    <a:pt x="1251" y="1970"/>
                  </a:cubicBezTo>
                  <a:cubicBezTo>
                    <a:pt x="1406" y="1946"/>
                    <a:pt x="1537" y="1874"/>
                    <a:pt x="1656" y="1779"/>
                  </a:cubicBezTo>
                  <a:cubicBezTo>
                    <a:pt x="1775" y="1696"/>
                    <a:pt x="1858" y="1589"/>
                    <a:pt x="1918" y="1470"/>
                  </a:cubicBezTo>
                  <a:cubicBezTo>
                    <a:pt x="1977" y="1350"/>
                    <a:pt x="2013" y="1219"/>
                    <a:pt x="2025" y="1077"/>
                  </a:cubicBezTo>
                  <a:cubicBezTo>
                    <a:pt x="2037" y="874"/>
                    <a:pt x="2001" y="660"/>
                    <a:pt x="1894" y="505"/>
                  </a:cubicBezTo>
                  <a:cubicBezTo>
                    <a:pt x="1799" y="362"/>
                    <a:pt x="1703" y="267"/>
                    <a:pt x="1584" y="172"/>
                  </a:cubicBezTo>
                  <a:cubicBezTo>
                    <a:pt x="1465" y="100"/>
                    <a:pt x="1346" y="53"/>
                    <a:pt x="1203" y="29"/>
                  </a:cubicBezTo>
                  <a:cubicBezTo>
                    <a:pt x="1179" y="29"/>
                    <a:pt x="1132" y="5"/>
                    <a:pt x="1108" y="5"/>
                  </a:cubicBezTo>
                  <a:cubicBezTo>
                    <a:pt x="1078" y="2"/>
                    <a:pt x="1049" y="1"/>
                    <a:pt x="101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18"/>
            <p:cNvSpPr/>
            <p:nvPr/>
          </p:nvSpPr>
          <p:spPr>
            <a:xfrm>
              <a:off x="6996400" y="4166875"/>
              <a:ext cx="36325" cy="36000"/>
            </a:xfrm>
            <a:custGeom>
              <a:rect b="b" l="l" r="r" t="t"/>
              <a:pathLst>
                <a:path extrusionOk="0" h="1440" w="1453">
                  <a:moveTo>
                    <a:pt x="733" y="1"/>
                  </a:moveTo>
                  <a:cubicBezTo>
                    <a:pt x="700" y="1"/>
                    <a:pt x="671" y="6"/>
                    <a:pt x="631" y="6"/>
                  </a:cubicBezTo>
                  <a:cubicBezTo>
                    <a:pt x="465" y="18"/>
                    <a:pt x="334" y="101"/>
                    <a:pt x="227" y="196"/>
                  </a:cubicBezTo>
                  <a:cubicBezTo>
                    <a:pt x="119" y="304"/>
                    <a:pt x="60" y="423"/>
                    <a:pt x="36" y="577"/>
                  </a:cubicBezTo>
                  <a:cubicBezTo>
                    <a:pt x="36" y="601"/>
                    <a:pt x="12" y="613"/>
                    <a:pt x="12" y="649"/>
                  </a:cubicBezTo>
                  <a:cubicBezTo>
                    <a:pt x="0" y="780"/>
                    <a:pt x="36" y="899"/>
                    <a:pt x="84" y="1030"/>
                  </a:cubicBezTo>
                  <a:cubicBezTo>
                    <a:pt x="191" y="1256"/>
                    <a:pt x="405" y="1423"/>
                    <a:pt x="667" y="1435"/>
                  </a:cubicBezTo>
                  <a:cubicBezTo>
                    <a:pt x="696" y="1438"/>
                    <a:pt x="724" y="1440"/>
                    <a:pt x="752" y="1440"/>
                  </a:cubicBezTo>
                  <a:cubicBezTo>
                    <a:pt x="1119" y="1440"/>
                    <a:pt x="1419" y="1156"/>
                    <a:pt x="1441" y="780"/>
                  </a:cubicBezTo>
                  <a:cubicBezTo>
                    <a:pt x="1453" y="399"/>
                    <a:pt x="1155" y="42"/>
                    <a:pt x="786" y="6"/>
                  </a:cubicBezTo>
                  <a:cubicBezTo>
                    <a:pt x="766" y="2"/>
                    <a:pt x="749" y="1"/>
                    <a:pt x="73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18"/>
            <p:cNvSpPr/>
            <p:nvPr/>
          </p:nvSpPr>
          <p:spPr>
            <a:xfrm>
              <a:off x="6710350" y="4394000"/>
              <a:ext cx="37225" cy="35950"/>
            </a:xfrm>
            <a:custGeom>
              <a:rect b="b" l="l" r="r" t="t"/>
              <a:pathLst>
                <a:path extrusionOk="0" h="1438" w="1489">
                  <a:moveTo>
                    <a:pt x="737" y="0"/>
                  </a:moveTo>
                  <a:cubicBezTo>
                    <a:pt x="370" y="0"/>
                    <a:pt x="70" y="284"/>
                    <a:pt x="48" y="660"/>
                  </a:cubicBezTo>
                  <a:cubicBezTo>
                    <a:pt x="1" y="1053"/>
                    <a:pt x="298" y="1398"/>
                    <a:pt x="703" y="1434"/>
                  </a:cubicBezTo>
                  <a:cubicBezTo>
                    <a:pt x="724" y="1436"/>
                    <a:pt x="746" y="1437"/>
                    <a:pt x="767" y="1437"/>
                  </a:cubicBezTo>
                  <a:cubicBezTo>
                    <a:pt x="1133" y="1437"/>
                    <a:pt x="1443" y="1151"/>
                    <a:pt x="1477" y="779"/>
                  </a:cubicBezTo>
                  <a:cubicBezTo>
                    <a:pt x="1489" y="386"/>
                    <a:pt x="1203" y="41"/>
                    <a:pt x="822" y="5"/>
                  </a:cubicBezTo>
                  <a:cubicBezTo>
                    <a:pt x="793" y="2"/>
                    <a:pt x="765" y="0"/>
                    <a:pt x="73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18"/>
            <p:cNvSpPr/>
            <p:nvPr/>
          </p:nvSpPr>
          <p:spPr>
            <a:xfrm>
              <a:off x="6609750" y="3484075"/>
              <a:ext cx="35725" cy="35675"/>
            </a:xfrm>
            <a:custGeom>
              <a:rect b="b" l="l" r="r" t="t"/>
              <a:pathLst>
                <a:path extrusionOk="0" h="1427" w="1429">
                  <a:moveTo>
                    <a:pt x="700" y="1"/>
                  </a:moveTo>
                  <a:cubicBezTo>
                    <a:pt x="418" y="1"/>
                    <a:pt x="158" y="184"/>
                    <a:pt x="60" y="458"/>
                  </a:cubicBezTo>
                  <a:cubicBezTo>
                    <a:pt x="48" y="517"/>
                    <a:pt x="24" y="577"/>
                    <a:pt x="24" y="648"/>
                  </a:cubicBezTo>
                  <a:cubicBezTo>
                    <a:pt x="0" y="755"/>
                    <a:pt x="36" y="850"/>
                    <a:pt x="60" y="958"/>
                  </a:cubicBezTo>
                  <a:cubicBezTo>
                    <a:pt x="84" y="993"/>
                    <a:pt x="84" y="1005"/>
                    <a:pt x="95" y="1041"/>
                  </a:cubicBezTo>
                  <a:cubicBezTo>
                    <a:pt x="155" y="1172"/>
                    <a:pt x="274" y="1279"/>
                    <a:pt x="405" y="1350"/>
                  </a:cubicBezTo>
                  <a:cubicBezTo>
                    <a:pt x="417" y="1362"/>
                    <a:pt x="453" y="1362"/>
                    <a:pt x="465" y="1374"/>
                  </a:cubicBezTo>
                  <a:cubicBezTo>
                    <a:pt x="524" y="1398"/>
                    <a:pt x="584" y="1422"/>
                    <a:pt x="655" y="1422"/>
                  </a:cubicBezTo>
                  <a:cubicBezTo>
                    <a:pt x="683" y="1425"/>
                    <a:pt x="710" y="1427"/>
                    <a:pt x="736" y="1427"/>
                  </a:cubicBezTo>
                  <a:cubicBezTo>
                    <a:pt x="799" y="1427"/>
                    <a:pt x="858" y="1418"/>
                    <a:pt x="917" y="1410"/>
                  </a:cubicBezTo>
                  <a:cubicBezTo>
                    <a:pt x="1036" y="1374"/>
                    <a:pt x="1155" y="1315"/>
                    <a:pt x="1227" y="1243"/>
                  </a:cubicBezTo>
                  <a:lnTo>
                    <a:pt x="1238" y="1231"/>
                  </a:lnTo>
                  <a:cubicBezTo>
                    <a:pt x="1346" y="1112"/>
                    <a:pt x="1417" y="958"/>
                    <a:pt x="1429" y="779"/>
                  </a:cubicBezTo>
                  <a:cubicBezTo>
                    <a:pt x="1429" y="684"/>
                    <a:pt x="1429" y="600"/>
                    <a:pt x="1405" y="517"/>
                  </a:cubicBezTo>
                  <a:cubicBezTo>
                    <a:pt x="1358" y="362"/>
                    <a:pt x="1262" y="231"/>
                    <a:pt x="1143" y="148"/>
                  </a:cubicBezTo>
                  <a:cubicBezTo>
                    <a:pt x="1048" y="65"/>
                    <a:pt x="917" y="29"/>
                    <a:pt x="774" y="5"/>
                  </a:cubicBezTo>
                  <a:cubicBezTo>
                    <a:pt x="749" y="2"/>
                    <a:pt x="724" y="1"/>
                    <a:pt x="70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18"/>
            <p:cNvSpPr/>
            <p:nvPr/>
          </p:nvSpPr>
          <p:spPr>
            <a:xfrm>
              <a:off x="7027050" y="3205875"/>
              <a:ext cx="8950" cy="31275"/>
            </a:xfrm>
            <a:custGeom>
              <a:rect b="b" l="l" r="r" t="t"/>
              <a:pathLst>
                <a:path extrusionOk="0" h="1251" w="358">
                  <a:moveTo>
                    <a:pt x="358" y="1"/>
                  </a:moveTo>
                  <a:cubicBezTo>
                    <a:pt x="334" y="25"/>
                    <a:pt x="310" y="36"/>
                    <a:pt x="298" y="48"/>
                  </a:cubicBezTo>
                  <a:cubicBezTo>
                    <a:pt x="132" y="167"/>
                    <a:pt x="13" y="346"/>
                    <a:pt x="1" y="572"/>
                  </a:cubicBezTo>
                  <a:cubicBezTo>
                    <a:pt x="1" y="656"/>
                    <a:pt x="1" y="751"/>
                    <a:pt x="25" y="834"/>
                  </a:cubicBezTo>
                  <a:cubicBezTo>
                    <a:pt x="72" y="989"/>
                    <a:pt x="179" y="1108"/>
                    <a:pt x="275" y="1215"/>
                  </a:cubicBezTo>
                  <a:cubicBezTo>
                    <a:pt x="310" y="1227"/>
                    <a:pt x="322" y="1239"/>
                    <a:pt x="358" y="1251"/>
                  </a:cubicBezTo>
                  <a:lnTo>
                    <a:pt x="358" y="1"/>
                  </a:ln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18"/>
            <p:cNvSpPr/>
            <p:nvPr/>
          </p:nvSpPr>
          <p:spPr>
            <a:xfrm>
              <a:off x="6923175" y="1659900"/>
              <a:ext cx="35750" cy="35150"/>
            </a:xfrm>
            <a:custGeom>
              <a:rect b="b" l="l" r="r" t="t"/>
              <a:pathLst>
                <a:path extrusionOk="0" h="1406" w="1430">
                  <a:moveTo>
                    <a:pt x="681" y="1"/>
                  </a:moveTo>
                  <a:cubicBezTo>
                    <a:pt x="607" y="1"/>
                    <a:pt x="536" y="18"/>
                    <a:pt x="477" y="35"/>
                  </a:cubicBezTo>
                  <a:cubicBezTo>
                    <a:pt x="227" y="130"/>
                    <a:pt x="24" y="344"/>
                    <a:pt x="12" y="642"/>
                  </a:cubicBezTo>
                  <a:cubicBezTo>
                    <a:pt x="0" y="844"/>
                    <a:pt x="60" y="1035"/>
                    <a:pt x="179" y="1166"/>
                  </a:cubicBezTo>
                  <a:cubicBezTo>
                    <a:pt x="262" y="1285"/>
                    <a:pt x="405" y="1356"/>
                    <a:pt x="548" y="1392"/>
                  </a:cubicBezTo>
                  <a:cubicBezTo>
                    <a:pt x="584" y="1392"/>
                    <a:pt x="608" y="1404"/>
                    <a:pt x="655" y="1404"/>
                  </a:cubicBezTo>
                  <a:cubicBezTo>
                    <a:pt x="677" y="1405"/>
                    <a:pt x="698" y="1406"/>
                    <a:pt x="720" y="1406"/>
                  </a:cubicBezTo>
                  <a:cubicBezTo>
                    <a:pt x="874" y="1406"/>
                    <a:pt x="1016" y="1367"/>
                    <a:pt x="1132" y="1273"/>
                  </a:cubicBezTo>
                  <a:cubicBezTo>
                    <a:pt x="1263" y="1178"/>
                    <a:pt x="1370" y="1023"/>
                    <a:pt x="1394" y="844"/>
                  </a:cubicBezTo>
                  <a:cubicBezTo>
                    <a:pt x="1394" y="820"/>
                    <a:pt x="1417" y="797"/>
                    <a:pt x="1417" y="761"/>
                  </a:cubicBezTo>
                  <a:cubicBezTo>
                    <a:pt x="1429" y="546"/>
                    <a:pt x="1334" y="332"/>
                    <a:pt x="1191" y="189"/>
                  </a:cubicBezTo>
                  <a:cubicBezTo>
                    <a:pt x="1132" y="130"/>
                    <a:pt x="1060" y="82"/>
                    <a:pt x="977" y="46"/>
                  </a:cubicBezTo>
                  <a:cubicBezTo>
                    <a:pt x="917" y="35"/>
                    <a:pt x="846" y="11"/>
                    <a:pt x="774" y="11"/>
                  </a:cubicBezTo>
                  <a:cubicBezTo>
                    <a:pt x="743" y="4"/>
                    <a:pt x="712" y="1"/>
                    <a:pt x="68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18"/>
            <p:cNvSpPr/>
            <p:nvPr/>
          </p:nvSpPr>
          <p:spPr>
            <a:xfrm>
              <a:off x="6526400" y="2260750"/>
              <a:ext cx="36625" cy="35900"/>
            </a:xfrm>
            <a:custGeom>
              <a:rect b="b" l="l" r="r" t="t"/>
              <a:pathLst>
                <a:path extrusionOk="0" h="1436" w="1465">
                  <a:moveTo>
                    <a:pt x="756" y="1"/>
                  </a:moveTo>
                  <a:cubicBezTo>
                    <a:pt x="382" y="1"/>
                    <a:pt x="82" y="287"/>
                    <a:pt x="48" y="658"/>
                  </a:cubicBezTo>
                  <a:cubicBezTo>
                    <a:pt x="0" y="1063"/>
                    <a:pt x="298" y="1408"/>
                    <a:pt x="703" y="1432"/>
                  </a:cubicBezTo>
                  <a:cubicBezTo>
                    <a:pt x="727" y="1435"/>
                    <a:pt x="751" y="1436"/>
                    <a:pt x="775" y="1436"/>
                  </a:cubicBezTo>
                  <a:cubicBezTo>
                    <a:pt x="986" y="1436"/>
                    <a:pt x="1182" y="1343"/>
                    <a:pt x="1310" y="1182"/>
                  </a:cubicBezTo>
                  <a:cubicBezTo>
                    <a:pt x="1405" y="1075"/>
                    <a:pt x="1465" y="944"/>
                    <a:pt x="1465" y="765"/>
                  </a:cubicBezTo>
                  <a:lnTo>
                    <a:pt x="1465" y="754"/>
                  </a:lnTo>
                  <a:lnTo>
                    <a:pt x="1465" y="682"/>
                  </a:lnTo>
                  <a:cubicBezTo>
                    <a:pt x="1453" y="515"/>
                    <a:pt x="1393" y="384"/>
                    <a:pt x="1298" y="265"/>
                  </a:cubicBezTo>
                  <a:cubicBezTo>
                    <a:pt x="1179" y="123"/>
                    <a:pt x="1012" y="27"/>
                    <a:pt x="822" y="3"/>
                  </a:cubicBezTo>
                  <a:cubicBezTo>
                    <a:pt x="800" y="2"/>
                    <a:pt x="778" y="1"/>
                    <a:pt x="75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18"/>
            <p:cNvSpPr/>
            <p:nvPr/>
          </p:nvSpPr>
          <p:spPr>
            <a:xfrm>
              <a:off x="5728375" y="4421425"/>
              <a:ext cx="51825" cy="50475"/>
            </a:xfrm>
            <a:custGeom>
              <a:rect b="b" l="l" r="r" t="t"/>
              <a:pathLst>
                <a:path extrusionOk="0" h="2019" w="2073">
                  <a:moveTo>
                    <a:pt x="1045" y="0"/>
                  </a:moveTo>
                  <a:cubicBezTo>
                    <a:pt x="521" y="0"/>
                    <a:pt x="71" y="402"/>
                    <a:pt x="48" y="932"/>
                  </a:cubicBezTo>
                  <a:cubicBezTo>
                    <a:pt x="1" y="1492"/>
                    <a:pt x="418" y="1980"/>
                    <a:pt x="965" y="2016"/>
                  </a:cubicBezTo>
                  <a:cubicBezTo>
                    <a:pt x="992" y="2018"/>
                    <a:pt x="1019" y="2019"/>
                    <a:pt x="1046" y="2019"/>
                  </a:cubicBezTo>
                  <a:cubicBezTo>
                    <a:pt x="1333" y="2019"/>
                    <a:pt x="1579" y="1903"/>
                    <a:pt x="1775" y="1718"/>
                  </a:cubicBezTo>
                  <a:cubicBezTo>
                    <a:pt x="1870" y="1611"/>
                    <a:pt x="1965" y="1480"/>
                    <a:pt x="2013" y="1325"/>
                  </a:cubicBezTo>
                  <a:cubicBezTo>
                    <a:pt x="2037" y="1266"/>
                    <a:pt x="2037" y="1194"/>
                    <a:pt x="2061" y="1135"/>
                  </a:cubicBezTo>
                  <a:lnTo>
                    <a:pt x="2061" y="1123"/>
                  </a:lnTo>
                  <a:lnTo>
                    <a:pt x="2061" y="1075"/>
                  </a:lnTo>
                  <a:cubicBezTo>
                    <a:pt x="2072" y="944"/>
                    <a:pt x="2061" y="813"/>
                    <a:pt x="2013" y="671"/>
                  </a:cubicBezTo>
                  <a:cubicBezTo>
                    <a:pt x="1977" y="599"/>
                    <a:pt x="1942" y="528"/>
                    <a:pt x="1894" y="456"/>
                  </a:cubicBezTo>
                  <a:cubicBezTo>
                    <a:pt x="1822" y="337"/>
                    <a:pt x="1703" y="218"/>
                    <a:pt x="1561" y="135"/>
                  </a:cubicBezTo>
                  <a:cubicBezTo>
                    <a:pt x="1430" y="63"/>
                    <a:pt x="1275" y="16"/>
                    <a:pt x="1132" y="4"/>
                  </a:cubicBezTo>
                  <a:cubicBezTo>
                    <a:pt x="1103" y="1"/>
                    <a:pt x="1074" y="0"/>
                    <a:pt x="104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18"/>
            <p:cNvSpPr/>
            <p:nvPr/>
          </p:nvSpPr>
          <p:spPr>
            <a:xfrm>
              <a:off x="6710950" y="4235475"/>
              <a:ext cx="20850" cy="20600"/>
            </a:xfrm>
            <a:custGeom>
              <a:rect b="b" l="l" r="r" t="t"/>
              <a:pathLst>
                <a:path extrusionOk="0" h="824" w="834">
                  <a:moveTo>
                    <a:pt x="405" y="0"/>
                  </a:moveTo>
                  <a:cubicBezTo>
                    <a:pt x="203" y="0"/>
                    <a:pt x="24" y="155"/>
                    <a:pt x="0" y="369"/>
                  </a:cubicBezTo>
                  <a:lnTo>
                    <a:pt x="0" y="417"/>
                  </a:lnTo>
                  <a:cubicBezTo>
                    <a:pt x="24" y="608"/>
                    <a:pt x="143" y="762"/>
                    <a:pt x="322" y="810"/>
                  </a:cubicBezTo>
                  <a:cubicBezTo>
                    <a:pt x="334" y="822"/>
                    <a:pt x="358" y="822"/>
                    <a:pt x="381" y="822"/>
                  </a:cubicBezTo>
                  <a:cubicBezTo>
                    <a:pt x="394" y="823"/>
                    <a:pt x="406" y="824"/>
                    <a:pt x="418" y="824"/>
                  </a:cubicBezTo>
                  <a:cubicBezTo>
                    <a:pt x="520" y="824"/>
                    <a:pt x="604" y="780"/>
                    <a:pt x="679" y="727"/>
                  </a:cubicBezTo>
                  <a:cubicBezTo>
                    <a:pt x="703" y="703"/>
                    <a:pt x="739" y="667"/>
                    <a:pt x="750" y="643"/>
                  </a:cubicBezTo>
                  <a:cubicBezTo>
                    <a:pt x="798" y="584"/>
                    <a:pt x="822" y="524"/>
                    <a:pt x="822" y="453"/>
                  </a:cubicBezTo>
                  <a:cubicBezTo>
                    <a:pt x="834" y="227"/>
                    <a:pt x="679" y="36"/>
                    <a:pt x="45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18"/>
            <p:cNvSpPr/>
            <p:nvPr/>
          </p:nvSpPr>
          <p:spPr>
            <a:xfrm>
              <a:off x="6828225" y="3855375"/>
              <a:ext cx="21150" cy="20450"/>
            </a:xfrm>
            <a:custGeom>
              <a:rect b="b" l="l" r="r" t="t"/>
              <a:pathLst>
                <a:path extrusionOk="0" h="818" w="846">
                  <a:moveTo>
                    <a:pt x="465" y="0"/>
                  </a:moveTo>
                  <a:cubicBezTo>
                    <a:pt x="393" y="0"/>
                    <a:pt x="334" y="12"/>
                    <a:pt x="274" y="24"/>
                  </a:cubicBezTo>
                  <a:lnTo>
                    <a:pt x="250" y="24"/>
                  </a:lnTo>
                  <a:cubicBezTo>
                    <a:pt x="119" y="83"/>
                    <a:pt x="36" y="203"/>
                    <a:pt x="12" y="369"/>
                  </a:cubicBezTo>
                  <a:cubicBezTo>
                    <a:pt x="0" y="429"/>
                    <a:pt x="12" y="488"/>
                    <a:pt x="36" y="536"/>
                  </a:cubicBezTo>
                  <a:cubicBezTo>
                    <a:pt x="60" y="595"/>
                    <a:pt x="96" y="631"/>
                    <a:pt x="119" y="679"/>
                  </a:cubicBezTo>
                  <a:cubicBezTo>
                    <a:pt x="191" y="774"/>
                    <a:pt x="286" y="810"/>
                    <a:pt x="369" y="810"/>
                  </a:cubicBezTo>
                  <a:cubicBezTo>
                    <a:pt x="392" y="815"/>
                    <a:pt x="415" y="817"/>
                    <a:pt x="438" y="817"/>
                  </a:cubicBezTo>
                  <a:cubicBezTo>
                    <a:pt x="521" y="817"/>
                    <a:pt x="599" y="785"/>
                    <a:pt x="655" y="738"/>
                  </a:cubicBezTo>
                  <a:cubicBezTo>
                    <a:pt x="762" y="679"/>
                    <a:pt x="822" y="572"/>
                    <a:pt x="834" y="441"/>
                  </a:cubicBezTo>
                  <a:cubicBezTo>
                    <a:pt x="846" y="357"/>
                    <a:pt x="822" y="250"/>
                    <a:pt x="762" y="179"/>
                  </a:cubicBezTo>
                  <a:cubicBezTo>
                    <a:pt x="703" y="72"/>
                    <a:pt x="596" y="12"/>
                    <a:pt x="46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18"/>
            <p:cNvSpPr/>
            <p:nvPr/>
          </p:nvSpPr>
          <p:spPr>
            <a:xfrm>
              <a:off x="6930325" y="4028600"/>
              <a:ext cx="21450" cy="20575"/>
            </a:xfrm>
            <a:custGeom>
              <a:rect b="b" l="l" r="r" t="t"/>
              <a:pathLst>
                <a:path extrusionOk="0" h="823" w="858">
                  <a:moveTo>
                    <a:pt x="476" y="1"/>
                  </a:moveTo>
                  <a:cubicBezTo>
                    <a:pt x="357" y="1"/>
                    <a:pt x="250" y="36"/>
                    <a:pt x="179" y="96"/>
                  </a:cubicBezTo>
                  <a:cubicBezTo>
                    <a:pt x="84" y="155"/>
                    <a:pt x="24" y="251"/>
                    <a:pt x="12" y="370"/>
                  </a:cubicBezTo>
                  <a:cubicBezTo>
                    <a:pt x="0" y="608"/>
                    <a:pt x="143" y="810"/>
                    <a:pt x="381" y="822"/>
                  </a:cubicBezTo>
                  <a:cubicBezTo>
                    <a:pt x="453" y="822"/>
                    <a:pt x="512" y="810"/>
                    <a:pt x="572" y="786"/>
                  </a:cubicBezTo>
                  <a:cubicBezTo>
                    <a:pt x="727" y="751"/>
                    <a:pt x="834" y="608"/>
                    <a:pt x="846" y="453"/>
                  </a:cubicBezTo>
                  <a:cubicBezTo>
                    <a:pt x="857" y="215"/>
                    <a:pt x="679" y="12"/>
                    <a:pt x="47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18"/>
            <p:cNvSpPr/>
            <p:nvPr/>
          </p:nvSpPr>
          <p:spPr>
            <a:xfrm>
              <a:off x="6984800" y="3178775"/>
              <a:ext cx="21450" cy="20600"/>
            </a:xfrm>
            <a:custGeom>
              <a:rect b="b" l="l" r="r" t="t"/>
              <a:pathLst>
                <a:path extrusionOk="0" h="824" w="858">
                  <a:moveTo>
                    <a:pt x="440" y="1"/>
                  </a:moveTo>
                  <a:cubicBezTo>
                    <a:pt x="225" y="1"/>
                    <a:pt x="47" y="152"/>
                    <a:pt x="24" y="370"/>
                  </a:cubicBezTo>
                  <a:cubicBezTo>
                    <a:pt x="0" y="608"/>
                    <a:pt x="155" y="799"/>
                    <a:pt x="393" y="823"/>
                  </a:cubicBezTo>
                  <a:cubicBezTo>
                    <a:pt x="402" y="823"/>
                    <a:pt x="411" y="823"/>
                    <a:pt x="420" y="823"/>
                  </a:cubicBezTo>
                  <a:cubicBezTo>
                    <a:pt x="646" y="823"/>
                    <a:pt x="822" y="682"/>
                    <a:pt x="834" y="442"/>
                  </a:cubicBezTo>
                  <a:cubicBezTo>
                    <a:pt x="857" y="204"/>
                    <a:pt x="703" y="13"/>
                    <a:pt x="464" y="1"/>
                  </a:cubicBezTo>
                  <a:cubicBezTo>
                    <a:pt x="456" y="1"/>
                    <a:pt x="448" y="1"/>
                    <a:pt x="4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18"/>
            <p:cNvSpPr/>
            <p:nvPr/>
          </p:nvSpPr>
          <p:spPr>
            <a:xfrm>
              <a:off x="6950250" y="2089625"/>
              <a:ext cx="20875" cy="20600"/>
            </a:xfrm>
            <a:custGeom>
              <a:rect b="b" l="l" r="r" t="t"/>
              <a:pathLst>
                <a:path extrusionOk="0" h="824" w="835">
                  <a:moveTo>
                    <a:pt x="410" y="1"/>
                  </a:moveTo>
                  <a:cubicBezTo>
                    <a:pt x="287" y="1"/>
                    <a:pt x="183" y="47"/>
                    <a:pt x="108" y="121"/>
                  </a:cubicBezTo>
                  <a:cubicBezTo>
                    <a:pt x="49" y="205"/>
                    <a:pt x="1" y="276"/>
                    <a:pt x="1" y="383"/>
                  </a:cubicBezTo>
                  <a:lnTo>
                    <a:pt x="1" y="419"/>
                  </a:lnTo>
                  <a:cubicBezTo>
                    <a:pt x="1" y="574"/>
                    <a:pt x="72" y="693"/>
                    <a:pt x="191" y="764"/>
                  </a:cubicBezTo>
                  <a:cubicBezTo>
                    <a:pt x="239" y="800"/>
                    <a:pt x="299" y="824"/>
                    <a:pt x="370" y="824"/>
                  </a:cubicBezTo>
                  <a:cubicBezTo>
                    <a:pt x="441" y="824"/>
                    <a:pt x="525" y="812"/>
                    <a:pt x="584" y="776"/>
                  </a:cubicBezTo>
                  <a:cubicBezTo>
                    <a:pt x="692" y="741"/>
                    <a:pt x="751" y="657"/>
                    <a:pt x="787" y="574"/>
                  </a:cubicBezTo>
                  <a:cubicBezTo>
                    <a:pt x="811" y="538"/>
                    <a:pt x="822" y="502"/>
                    <a:pt x="822" y="455"/>
                  </a:cubicBezTo>
                  <a:cubicBezTo>
                    <a:pt x="834" y="324"/>
                    <a:pt x="787" y="217"/>
                    <a:pt x="703" y="121"/>
                  </a:cubicBezTo>
                  <a:cubicBezTo>
                    <a:pt x="656" y="98"/>
                    <a:pt x="608" y="50"/>
                    <a:pt x="549" y="38"/>
                  </a:cubicBezTo>
                  <a:cubicBezTo>
                    <a:pt x="525" y="26"/>
                    <a:pt x="489" y="2"/>
                    <a:pt x="453" y="2"/>
                  </a:cubicBezTo>
                  <a:cubicBezTo>
                    <a:pt x="439" y="1"/>
                    <a:pt x="424" y="1"/>
                    <a:pt x="41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18"/>
            <p:cNvSpPr/>
            <p:nvPr/>
          </p:nvSpPr>
          <p:spPr>
            <a:xfrm>
              <a:off x="6882700" y="3304975"/>
              <a:ext cx="21450" cy="20600"/>
            </a:xfrm>
            <a:custGeom>
              <a:rect b="b" l="l" r="r" t="t"/>
              <a:pathLst>
                <a:path extrusionOk="0" h="824" w="858">
                  <a:moveTo>
                    <a:pt x="425" y="1"/>
                  </a:moveTo>
                  <a:cubicBezTo>
                    <a:pt x="200" y="1"/>
                    <a:pt x="24" y="142"/>
                    <a:pt x="12" y="371"/>
                  </a:cubicBezTo>
                  <a:cubicBezTo>
                    <a:pt x="0" y="490"/>
                    <a:pt x="36" y="597"/>
                    <a:pt x="119" y="680"/>
                  </a:cubicBezTo>
                  <a:cubicBezTo>
                    <a:pt x="179" y="764"/>
                    <a:pt x="274" y="799"/>
                    <a:pt x="381" y="823"/>
                  </a:cubicBezTo>
                  <a:cubicBezTo>
                    <a:pt x="391" y="824"/>
                    <a:pt x="400" y="824"/>
                    <a:pt x="410" y="824"/>
                  </a:cubicBezTo>
                  <a:cubicBezTo>
                    <a:pt x="623" y="824"/>
                    <a:pt x="799" y="694"/>
                    <a:pt x="834" y="478"/>
                  </a:cubicBezTo>
                  <a:lnTo>
                    <a:pt x="834" y="442"/>
                  </a:lnTo>
                  <a:cubicBezTo>
                    <a:pt x="857" y="252"/>
                    <a:pt x="727" y="61"/>
                    <a:pt x="512" y="13"/>
                  </a:cubicBezTo>
                  <a:cubicBezTo>
                    <a:pt x="500" y="2"/>
                    <a:pt x="476" y="2"/>
                    <a:pt x="453" y="2"/>
                  </a:cubicBezTo>
                  <a:cubicBezTo>
                    <a:pt x="443" y="1"/>
                    <a:pt x="434" y="1"/>
                    <a:pt x="4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18"/>
            <p:cNvSpPr/>
            <p:nvPr/>
          </p:nvSpPr>
          <p:spPr>
            <a:xfrm>
              <a:off x="6801125" y="3180575"/>
              <a:ext cx="21475" cy="20600"/>
            </a:xfrm>
            <a:custGeom>
              <a:rect b="b" l="l" r="r" t="t"/>
              <a:pathLst>
                <a:path extrusionOk="0" h="824" w="859">
                  <a:moveTo>
                    <a:pt x="418" y="1"/>
                  </a:moveTo>
                  <a:cubicBezTo>
                    <a:pt x="203" y="1"/>
                    <a:pt x="25" y="155"/>
                    <a:pt x="13" y="370"/>
                  </a:cubicBezTo>
                  <a:cubicBezTo>
                    <a:pt x="1" y="620"/>
                    <a:pt x="144" y="810"/>
                    <a:pt x="382" y="822"/>
                  </a:cubicBezTo>
                  <a:cubicBezTo>
                    <a:pt x="392" y="823"/>
                    <a:pt x="402" y="823"/>
                    <a:pt x="412" y="823"/>
                  </a:cubicBezTo>
                  <a:cubicBezTo>
                    <a:pt x="579" y="823"/>
                    <a:pt x="731" y="730"/>
                    <a:pt x="799" y="572"/>
                  </a:cubicBezTo>
                  <a:cubicBezTo>
                    <a:pt x="822" y="536"/>
                    <a:pt x="834" y="489"/>
                    <a:pt x="834" y="453"/>
                  </a:cubicBezTo>
                  <a:cubicBezTo>
                    <a:pt x="858" y="227"/>
                    <a:pt x="703" y="25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4" name="Google Shape;754;p18"/>
          <p:cNvGrpSpPr/>
          <p:nvPr/>
        </p:nvGrpSpPr>
        <p:grpSpPr>
          <a:xfrm flipH="1">
            <a:off x="266" y="51528"/>
            <a:ext cx="1978228" cy="4794296"/>
            <a:chOff x="5728375" y="1492875"/>
            <a:chExt cx="1308525" cy="3171250"/>
          </a:xfrm>
        </p:grpSpPr>
        <p:sp>
          <p:nvSpPr>
            <p:cNvPr id="755" name="Google Shape;755;p18"/>
            <p:cNvSpPr/>
            <p:nvPr/>
          </p:nvSpPr>
          <p:spPr>
            <a:xfrm>
              <a:off x="6942225" y="2835900"/>
              <a:ext cx="625" cy="925"/>
            </a:xfrm>
            <a:custGeom>
              <a:rect b="b" l="l" r="r" t="t"/>
              <a:pathLst>
                <a:path extrusionOk="0" h="37" w="25">
                  <a:moveTo>
                    <a:pt x="24" y="0"/>
                  </a:moveTo>
                  <a:lnTo>
                    <a:pt x="24" y="0"/>
                  </a:lnTo>
                  <a:cubicBezTo>
                    <a:pt x="12" y="12"/>
                    <a:pt x="12" y="24"/>
                    <a:pt x="0" y="36"/>
                  </a:cubicBezTo>
                  <a:cubicBezTo>
                    <a:pt x="12" y="36"/>
                    <a:pt x="12" y="24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18"/>
            <p:cNvSpPr/>
            <p:nvPr/>
          </p:nvSpPr>
          <p:spPr>
            <a:xfrm>
              <a:off x="6942225" y="28368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18"/>
            <p:cNvSpPr/>
            <p:nvPr/>
          </p:nvSpPr>
          <p:spPr>
            <a:xfrm>
              <a:off x="6945500" y="2844825"/>
              <a:ext cx="42300" cy="133375"/>
            </a:xfrm>
            <a:custGeom>
              <a:rect b="b" l="l" r="r" t="t"/>
              <a:pathLst>
                <a:path extrusionOk="0" h="5335" w="1692">
                  <a:moveTo>
                    <a:pt x="346" y="0"/>
                  </a:moveTo>
                  <a:lnTo>
                    <a:pt x="203" y="12"/>
                  </a:lnTo>
                  <a:lnTo>
                    <a:pt x="0" y="453"/>
                  </a:lnTo>
                  <a:lnTo>
                    <a:pt x="1215" y="5263"/>
                  </a:lnTo>
                  <a:lnTo>
                    <a:pt x="1691" y="5334"/>
                  </a:lnTo>
                  <a:lnTo>
                    <a:pt x="1691" y="533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18"/>
            <p:cNvSpPr/>
            <p:nvPr/>
          </p:nvSpPr>
          <p:spPr>
            <a:xfrm>
              <a:off x="6943725" y="2835300"/>
              <a:ext cx="300" cy="25"/>
            </a:xfrm>
            <a:custGeom>
              <a:rect b="b" l="l" r="r" t="t"/>
              <a:pathLst>
                <a:path extrusionOk="0" h="1" w="12">
                  <a:moveTo>
                    <a:pt x="0" y="0"/>
                  </a:moveTo>
                  <a:lnTo>
                    <a:pt x="0" y="0"/>
                  </a:ln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18"/>
            <p:cNvSpPr/>
            <p:nvPr/>
          </p:nvSpPr>
          <p:spPr>
            <a:xfrm>
              <a:off x="6945500" y="2834575"/>
              <a:ext cx="625" cy="150"/>
            </a:xfrm>
            <a:custGeom>
              <a:rect b="b" l="l" r="r" t="t"/>
              <a:pathLst>
                <a:path extrusionOk="0" h="6" w="25">
                  <a:moveTo>
                    <a:pt x="15" y="0"/>
                  </a:moveTo>
                  <a:cubicBezTo>
                    <a:pt x="11" y="0"/>
                    <a:pt x="8" y="6"/>
                    <a:pt x="0" y="6"/>
                  </a:cubicBezTo>
                  <a:lnTo>
                    <a:pt x="24" y="6"/>
                  </a:lnTo>
                  <a:cubicBezTo>
                    <a:pt x="20" y="2"/>
                    <a:pt x="18" y="0"/>
                    <a:pt x="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18"/>
            <p:cNvSpPr/>
            <p:nvPr/>
          </p:nvSpPr>
          <p:spPr>
            <a:xfrm>
              <a:off x="6943125" y="2835625"/>
              <a:ext cx="550" cy="300"/>
            </a:xfrm>
            <a:custGeom>
              <a:rect b="b" l="l" r="r" t="t"/>
              <a:pathLst>
                <a:path extrusionOk="0" h="12" w="22">
                  <a:moveTo>
                    <a:pt x="16" y="1"/>
                  </a:moveTo>
                  <a:cubicBezTo>
                    <a:pt x="13" y="1"/>
                    <a:pt x="8" y="3"/>
                    <a:pt x="0" y="11"/>
                  </a:cubicBezTo>
                  <a:cubicBezTo>
                    <a:pt x="16" y="11"/>
                    <a:pt x="21" y="1"/>
                    <a:pt x="1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18"/>
            <p:cNvSpPr/>
            <p:nvPr/>
          </p:nvSpPr>
          <p:spPr>
            <a:xfrm>
              <a:off x="6978825" y="2988300"/>
              <a:ext cx="57175" cy="218500"/>
            </a:xfrm>
            <a:custGeom>
              <a:rect b="b" l="l" r="r" t="t"/>
              <a:pathLst>
                <a:path extrusionOk="0" h="8740" w="2287">
                  <a:moveTo>
                    <a:pt x="1" y="0"/>
                  </a:moveTo>
                  <a:lnTo>
                    <a:pt x="2227" y="8739"/>
                  </a:lnTo>
                  <a:cubicBezTo>
                    <a:pt x="2239" y="8728"/>
                    <a:pt x="2251" y="8704"/>
                    <a:pt x="2287" y="8692"/>
                  </a:cubicBezTo>
                  <a:lnTo>
                    <a:pt x="2287" y="7180"/>
                  </a:lnTo>
                  <a:lnTo>
                    <a:pt x="477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8"/>
            <p:cNvSpPr/>
            <p:nvPr/>
          </p:nvSpPr>
          <p:spPr>
            <a:xfrm>
              <a:off x="6796675" y="2972825"/>
              <a:ext cx="91400" cy="176525"/>
            </a:xfrm>
            <a:custGeom>
              <a:rect b="b" l="l" r="r" t="t"/>
              <a:pathLst>
                <a:path extrusionOk="0" h="7061" w="3656">
                  <a:moveTo>
                    <a:pt x="3203" y="0"/>
                  </a:moveTo>
                  <a:lnTo>
                    <a:pt x="0" y="6632"/>
                  </a:lnTo>
                  <a:lnTo>
                    <a:pt x="286" y="7061"/>
                  </a:lnTo>
                  <a:lnTo>
                    <a:pt x="3656" y="48"/>
                  </a:lnTo>
                  <a:lnTo>
                    <a:pt x="3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18"/>
            <p:cNvSpPr/>
            <p:nvPr/>
          </p:nvSpPr>
          <p:spPr>
            <a:xfrm>
              <a:off x="6629100" y="3150225"/>
              <a:ext cx="168775" cy="337550"/>
            </a:xfrm>
            <a:custGeom>
              <a:rect b="b" l="l" r="r" t="t"/>
              <a:pathLst>
                <a:path extrusionOk="0" h="13502" w="6751">
                  <a:moveTo>
                    <a:pt x="6465" y="0"/>
                  </a:moveTo>
                  <a:lnTo>
                    <a:pt x="0" y="13359"/>
                  </a:lnTo>
                  <a:cubicBezTo>
                    <a:pt x="155" y="13359"/>
                    <a:pt x="274" y="13419"/>
                    <a:pt x="381" y="13502"/>
                  </a:cubicBezTo>
                  <a:lnTo>
                    <a:pt x="464" y="13442"/>
                  </a:lnTo>
                  <a:lnTo>
                    <a:pt x="6751" y="429"/>
                  </a:lnTo>
                  <a:lnTo>
                    <a:pt x="646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6945500" y="28347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6943725" y="2835300"/>
              <a:ext cx="0" cy="625"/>
            </a:xfrm>
            <a:custGeom>
              <a:rect b="b" l="l" r="r" t="t"/>
              <a:pathLst>
                <a:path extrusionOk="0" h="25" w="120000">
                  <a:moveTo>
                    <a:pt x="0" y="24"/>
                  </a:moveTo>
                  <a:cubicBezTo>
                    <a:pt x="0" y="24"/>
                    <a:pt x="0" y="0"/>
                    <a:pt x="0" y="24"/>
                  </a:cubicBezTo>
                  <a:cubicBezTo>
                    <a:pt x="0" y="0"/>
                    <a:pt x="0" y="0"/>
                    <a:pt x="0" y="24"/>
                  </a:cubicBezTo>
                  <a:cubicBezTo>
                    <a:pt x="0" y="0"/>
                    <a:pt x="0" y="0"/>
                    <a:pt x="0" y="24"/>
                  </a:cubicBez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6942225" y="28368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8"/>
            <p:cNvSpPr/>
            <p:nvPr/>
          </p:nvSpPr>
          <p:spPr>
            <a:xfrm>
              <a:off x="6881800" y="2836500"/>
              <a:ext cx="68775" cy="126825"/>
            </a:xfrm>
            <a:custGeom>
              <a:rect b="b" l="l" r="r" t="t"/>
              <a:pathLst>
                <a:path extrusionOk="0" h="5073" w="2751">
                  <a:moveTo>
                    <a:pt x="2429" y="0"/>
                  </a:moveTo>
                  <a:cubicBezTo>
                    <a:pt x="2417" y="0"/>
                    <a:pt x="2417" y="12"/>
                    <a:pt x="2417" y="12"/>
                  </a:cubicBezTo>
                  <a:lnTo>
                    <a:pt x="1" y="5001"/>
                  </a:lnTo>
                  <a:lnTo>
                    <a:pt x="465" y="5072"/>
                  </a:lnTo>
                  <a:lnTo>
                    <a:pt x="2548" y="774"/>
                  </a:lnTo>
                  <a:lnTo>
                    <a:pt x="2751" y="345"/>
                  </a:lnTo>
                  <a:lnTo>
                    <a:pt x="2632" y="357"/>
                  </a:lnTo>
                  <a:cubicBezTo>
                    <a:pt x="2624" y="358"/>
                    <a:pt x="2615" y="358"/>
                    <a:pt x="2607" y="358"/>
                  </a:cubicBezTo>
                  <a:cubicBezTo>
                    <a:pt x="2488" y="358"/>
                    <a:pt x="2394" y="276"/>
                    <a:pt x="2394" y="131"/>
                  </a:cubicBezTo>
                  <a:cubicBezTo>
                    <a:pt x="2394" y="95"/>
                    <a:pt x="2394" y="48"/>
                    <a:pt x="242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6902350" y="1492875"/>
              <a:ext cx="133950" cy="92000"/>
            </a:xfrm>
            <a:custGeom>
              <a:rect b="b" l="l" r="r" t="t"/>
              <a:pathLst>
                <a:path extrusionOk="0" h="3680" w="5358">
                  <a:moveTo>
                    <a:pt x="5358" y="0"/>
                  </a:moveTo>
                  <a:lnTo>
                    <a:pt x="0" y="3275"/>
                  </a:lnTo>
                  <a:lnTo>
                    <a:pt x="202" y="3679"/>
                  </a:lnTo>
                  <a:lnTo>
                    <a:pt x="5358" y="524"/>
                  </a:lnTo>
                  <a:lnTo>
                    <a:pt x="535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6839525" y="1837250"/>
              <a:ext cx="325" cy="925"/>
            </a:xfrm>
            <a:custGeom>
              <a:rect b="b" l="l" r="r" t="t"/>
              <a:pathLst>
                <a:path extrusionOk="0" h="37" w="13">
                  <a:moveTo>
                    <a:pt x="13" y="1"/>
                  </a:moveTo>
                  <a:cubicBezTo>
                    <a:pt x="1" y="1"/>
                    <a:pt x="1" y="25"/>
                    <a:pt x="1" y="37"/>
                  </a:cubicBezTo>
                  <a:cubicBezTo>
                    <a:pt x="1" y="25"/>
                    <a:pt x="1" y="13"/>
                    <a:pt x="1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6839525" y="1689025"/>
              <a:ext cx="97375" cy="151525"/>
            </a:xfrm>
            <a:custGeom>
              <a:rect b="b" l="l" r="r" t="t"/>
              <a:pathLst>
                <a:path extrusionOk="0" h="6061" w="3895">
                  <a:moveTo>
                    <a:pt x="20" y="5898"/>
                  </a:moveTo>
                  <a:cubicBezTo>
                    <a:pt x="13" y="5908"/>
                    <a:pt x="6" y="5919"/>
                    <a:pt x="1" y="5930"/>
                  </a:cubicBezTo>
                  <a:lnTo>
                    <a:pt x="20" y="5898"/>
                  </a:lnTo>
                  <a:close/>
                  <a:moveTo>
                    <a:pt x="3513" y="1"/>
                  </a:moveTo>
                  <a:lnTo>
                    <a:pt x="20" y="5898"/>
                  </a:lnTo>
                  <a:lnTo>
                    <a:pt x="20" y="5898"/>
                  </a:lnTo>
                  <a:cubicBezTo>
                    <a:pt x="42" y="5867"/>
                    <a:pt x="69" y="5844"/>
                    <a:pt x="96" y="5835"/>
                  </a:cubicBezTo>
                  <a:cubicBezTo>
                    <a:pt x="130" y="5818"/>
                    <a:pt x="166" y="5809"/>
                    <a:pt x="201" y="5809"/>
                  </a:cubicBezTo>
                  <a:cubicBezTo>
                    <a:pt x="288" y="5809"/>
                    <a:pt x="368" y="5860"/>
                    <a:pt x="394" y="5954"/>
                  </a:cubicBezTo>
                  <a:lnTo>
                    <a:pt x="441" y="6061"/>
                  </a:lnTo>
                  <a:lnTo>
                    <a:pt x="3894" y="239"/>
                  </a:lnTo>
                  <a:cubicBezTo>
                    <a:pt x="3727" y="191"/>
                    <a:pt x="3597" y="120"/>
                    <a:pt x="351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6838950" y="1834425"/>
              <a:ext cx="124725" cy="258250"/>
            </a:xfrm>
            <a:custGeom>
              <a:rect b="b" l="l" r="r" t="t"/>
              <a:pathLst>
                <a:path extrusionOk="0" h="10330" w="4989">
                  <a:moveTo>
                    <a:pt x="212" y="0"/>
                  </a:moveTo>
                  <a:cubicBezTo>
                    <a:pt x="182" y="0"/>
                    <a:pt x="150" y="6"/>
                    <a:pt x="119" y="19"/>
                  </a:cubicBezTo>
                  <a:cubicBezTo>
                    <a:pt x="83" y="31"/>
                    <a:pt x="48" y="66"/>
                    <a:pt x="24" y="102"/>
                  </a:cubicBezTo>
                  <a:cubicBezTo>
                    <a:pt x="24" y="126"/>
                    <a:pt x="0" y="138"/>
                    <a:pt x="0" y="150"/>
                  </a:cubicBezTo>
                  <a:lnTo>
                    <a:pt x="0" y="162"/>
                  </a:lnTo>
                  <a:lnTo>
                    <a:pt x="0" y="197"/>
                  </a:lnTo>
                  <a:lnTo>
                    <a:pt x="0" y="209"/>
                  </a:lnTo>
                  <a:lnTo>
                    <a:pt x="0" y="245"/>
                  </a:lnTo>
                  <a:lnTo>
                    <a:pt x="0" y="257"/>
                  </a:lnTo>
                  <a:cubicBezTo>
                    <a:pt x="0" y="269"/>
                    <a:pt x="24" y="281"/>
                    <a:pt x="24" y="304"/>
                  </a:cubicBezTo>
                  <a:lnTo>
                    <a:pt x="4560" y="10329"/>
                  </a:lnTo>
                  <a:cubicBezTo>
                    <a:pt x="4624" y="10255"/>
                    <a:pt x="4736" y="10209"/>
                    <a:pt x="4845" y="10209"/>
                  </a:cubicBezTo>
                  <a:cubicBezTo>
                    <a:pt x="4857" y="10209"/>
                    <a:pt x="4869" y="10209"/>
                    <a:pt x="4882" y="10210"/>
                  </a:cubicBezTo>
                  <a:cubicBezTo>
                    <a:pt x="4917" y="10210"/>
                    <a:pt x="4965" y="10222"/>
                    <a:pt x="4989" y="10246"/>
                  </a:cubicBezTo>
                  <a:lnTo>
                    <a:pt x="464" y="221"/>
                  </a:lnTo>
                  <a:lnTo>
                    <a:pt x="417" y="126"/>
                  </a:lnTo>
                  <a:cubicBezTo>
                    <a:pt x="373" y="47"/>
                    <a:pt x="297" y="0"/>
                    <a:pt x="21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6945800" y="1529475"/>
              <a:ext cx="90500" cy="135175"/>
            </a:xfrm>
            <a:custGeom>
              <a:rect b="b" l="l" r="r" t="t"/>
              <a:pathLst>
                <a:path extrusionOk="0" h="5407" w="3620">
                  <a:moveTo>
                    <a:pt x="3620" y="1"/>
                  </a:moveTo>
                  <a:lnTo>
                    <a:pt x="0" y="5073"/>
                  </a:lnTo>
                  <a:lnTo>
                    <a:pt x="108" y="5263"/>
                  </a:lnTo>
                  <a:cubicBezTo>
                    <a:pt x="179" y="5299"/>
                    <a:pt x="250" y="5335"/>
                    <a:pt x="310" y="5406"/>
                  </a:cubicBezTo>
                  <a:lnTo>
                    <a:pt x="3620" y="775"/>
                  </a:lnTo>
                  <a:lnTo>
                    <a:pt x="362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6951750" y="1681000"/>
              <a:ext cx="84550" cy="169075"/>
            </a:xfrm>
            <a:custGeom>
              <a:rect b="b" l="l" r="r" t="t"/>
              <a:pathLst>
                <a:path extrusionOk="0" h="6763" w="3382">
                  <a:moveTo>
                    <a:pt x="286" y="0"/>
                  </a:moveTo>
                  <a:cubicBezTo>
                    <a:pt x="239" y="179"/>
                    <a:pt x="155" y="334"/>
                    <a:pt x="0" y="429"/>
                  </a:cubicBezTo>
                  <a:lnTo>
                    <a:pt x="3382" y="6763"/>
                  </a:lnTo>
                  <a:lnTo>
                    <a:pt x="3382" y="581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6891325" y="1570800"/>
              <a:ext cx="56875" cy="90275"/>
            </a:xfrm>
            <a:custGeom>
              <a:rect b="b" l="l" r="r" t="t"/>
              <a:pathLst>
                <a:path extrusionOk="0" h="3611" w="2275">
                  <a:moveTo>
                    <a:pt x="219" y="1"/>
                  </a:moveTo>
                  <a:cubicBezTo>
                    <a:pt x="185" y="1"/>
                    <a:pt x="151" y="9"/>
                    <a:pt x="120" y="27"/>
                  </a:cubicBezTo>
                  <a:cubicBezTo>
                    <a:pt x="84" y="62"/>
                    <a:pt x="48" y="86"/>
                    <a:pt x="36" y="122"/>
                  </a:cubicBezTo>
                  <a:cubicBezTo>
                    <a:pt x="24" y="146"/>
                    <a:pt x="1" y="193"/>
                    <a:pt x="1" y="241"/>
                  </a:cubicBezTo>
                  <a:cubicBezTo>
                    <a:pt x="72" y="205"/>
                    <a:pt x="143" y="193"/>
                    <a:pt x="215" y="193"/>
                  </a:cubicBezTo>
                  <a:cubicBezTo>
                    <a:pt x="405" y="205"/>
                    <a:pt x="572" y="384"/>
                    <a:pt x="548" y="574"/>
                  </a:cubicBezTo>
                  <a:cubicBezTo>
                    <a:pt x="524" y="717"/>
                    <a:pt x="441" y="836"/>
                    <a:pt x="322" y="872"/>
                  </a:cubicBezTo>
                  <a:lnTo>
                    <a:pt x="1763" y="3587"/>
                  </a:lnTo>
                  <a:cubicBezTo>
                    <a:pt x="1834" y="3560"/>
                    <a:pt x="1906" y="3546"/>
                    <a:pt x="1982" y="3546"/>
                  </a:cubicBezTo>
                  <a:cubicBezTo>
                    <a:pt x="2007" y="3546"/>
                    <a:pt x="2034" y="3548"/>
                    <a:pt x="2060" y="3551"/>
                  </a:cubicBezTo>
                  <a:cubicBezTo>
                    <a:pt x="2132" y="3575"/>
                    <a:pt x="2215" y="3587"/>
                    <a:pt x="2275" y="3610"/>
                  </a:cubicBezTo>
                  <a:lnTo>
                    <a:pt x="2167" y="3420"/>
                  </a:lnTo>
                  <a:lnTo>
                    <a:pt x="643" y="551"/>
                  </a:lnTo>
                  <a:lnTo>
                    <a:pt x="441" y="146"/>
                  </a:lnTo>
                  <a:lnTo>
                    <a:pt x="417" y="122"/>
                  </a:lnTo>
                  <a:cubicBezTo>
                    <a:pt x="375" y="47"/>
                    <a:pt x="298" y="1"/>
                    <a:pt x="21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6967825" y="2063475"/>
              <a:ext cx="68475" cy="40500"/>
            </a:xfrm>
            <a:custGeom>
              <a:rect b="b" l="l" r="r" t="t"/>
              <a:pathLst>
                <a:path extrusionOk="0" h="1620" w="2739">
                  <a:moveTo>
                    <a:pt x="2739" y="1"/>
                  </a:moveTo>
                  <a:lnTo>
                    <a:pt x="0" y="1167"/>
                  </a:lnTo>
                  <a:cubicBezTo>
                    <a:pt x="72" y="1263"/>
                    <a:pt x="131" y="1370"/>
                    <a:pt x="119" y="1501"/>
                  </a:cubicBezTo>
                  <a:cubicBezTo>
                    <a:pt x="119" y="1548"/>
                    <a:pt x="108" y="1572"/>
                    <a:pt x="84" y="1620"/>
                  </a:cubicBezTo>
                  <a:lnTo>
                    <a:pt x="2739" y="489"/>
                  </a:lnTo>
                  <a:lnTo>
                    <a:pt x="273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6558850" y="2100100"/>
              <a:ext cx="396200" cy="178025"/>
            </a:xfrm>
            <a:custGeom>
              <a:rect b="b" l="l" r="r" t="t"/>
              <a:pathLst>
                <a:path extrusionOk="0" h="7121" w="15848">
                  <a:moveTo>
                    <a:pt x="15657" y="0"/>
                  </a:moveTo>
                  <a:lnTo>
                    <a:pt x="0" y="6703"/>
                  </a:lnTo>
                  <a:cubicBezTo>
                    <a:pt x="95" y="6822"/>
                    <a:pt x="155" y="6965"/>
                    <a:pt x="167" y="7120"/>
                  </a:cubicBezTo>
                  <a:lnTo>
                    <a:pt x="15824" y="417"/>
                  </a:lnTo>
                  <a:cubicBezTo>
                    <a:pt x="15836" y="393"/>
                    <a:pt x="15836" y="357"/>
                    <a:pt x="15847" y="345"/>
                  </a:cubicBezTo>
                  <a:cubicBezTo>
                    <a:pt x="15728" y="274"/>
                    <a:pt x="15657" y="155"/>
                    <a:pt x="1565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6954425" y="2108725"/>
              <a:ext cx="81875" cy="207200"/>
            </a:xfrm>
            <a:custGeom>
              <a:rect b="b" l="l" r="r" t="t"/>
              <a:pathLst>
                <a:path extrusionOk="0" h="8288" w="3275">
                  <a:moveTo>
                    <a:pt x="24" y="0"/>
                  </a:moveTo>
                  <a:cubicBezTo>
                    <a:pt x="13" y="36"/>
                    <a:pt x="1" y="48"/>
                    <a:pt x="1" y="60"/>
                  </a:cubicBezTo>
                  <a:cubicBezTo>
                    <a:pt x="1" y="108"/>
                    <a:pt x="1" y="155"/>
                    <a:pt x="13" y="191"/>
                  </a:cubicBezTo>
                  <a:lnTo>
                    <a:pt x="3275" y="8287"/>
                  </a:lnTo>
                  <a:lnTo>
                    <a:pt x="3275" y="7097"/>
                  </a:lnTo>
                  <a:lnTo>
                    <a:pt x="429" y="36"/>
                  </a:lnTo>
                  <a:cubicBezTo>
                    <a:pt x="417" y="36"/>
                    <a:pt x="417" y="12"/>
                    <a:pt x="417" y="12"/>
                  </a:cubicBezTo>
                  <a:cubicBezTo>
                    <a:pt x="358" y="48"/>
                    <a:pt x="286" y="60"/>
                    <a:pt x="203" y="60"/>
                  </a:cubicBezTo>
                  <a:cubicBezTo>
                    <a:pt x="132" y="48"/>
                    <a:pt x="72" y="36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6559150" y="2280175"/>
              <a:ext cx="477150" cy="150350"/>
            </a:xfrm>
            <a:custGeom>
              <a:rect b="b" l="l" r="r" t="t"/>
              <a:pathLst>
                <a:path extrusionOk="0" h="6014" w="19086">
                  <a:moveTo>
                    <a:pt x="167" y="0"/>
                  </a:moveTo>
                  <a:cubicBezTo>
                    <a:pt x="155" y="167"/>
                    <a:pt x="95" y="298"/>
                    <a:pt x="0" y="405"/>
                  </a:cubicBezTo>
                  <a:lnTo>
                    <a:pt x="19086" y="6013"/>
                  </a:lnTo>
                  <a:lnTo>
                    <a:pt x="19086" y="5561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6941625" y="2825775"/>
              <a:ext cx="95275" cy="19700"/>
            </a:xfrm>
            <a:custGeom>
              <a:rect b="b" l="l" r="r" t="t"/>
              <a:pathLst>
                <a:path extrusionOk="0" h="788" w="3811">
                  <a:moveTo>
                    <a:pt x="3811" y="0"/>
                  </a:moveTo>
                  <a:lnTo>
                    <a:pt x="227" y="334"/>
                  </a:lnTo>
                  <a:lnTo>
                    <a:pt x="155" y="334"/>
                  </a:lnTo>
                  <a:cubicBezTo>
                    <a:pt x="132" y="334"/>
                    <a:pt x="132" y="358"/>
                    <a:pt x="120" y="358"/>
                  </a:cubicBezTo>
                  <a:cubicBezTo>
                    <a:pt x="120" y="370"/>
                    <a:pt x="108" y="370"/>
                    <a:pt x="108" y="370"/>
                  </a:cubicBezTo>
                  <a:cubicBezTo>
                    <a:pt x="108" y="381"/>
                    <a:pt x="96" y="381"/>
                    <a:pt x="96" y="381"/>
                  </a:cubicBezTo>
                  <a:lnTo>
                    <a:pt x="84" y="405"/>
                  </a:lnTo>
                  <a:lnTo>
                    <a:pt x="60" y="417"/>
                  </a:lnTo>
                  <a:cubicBezTo>
                    <a:pt x="48" y="417"/>
                    <a:pt x="48" y="429"/>
                    <a:pt x="36" y="441"/>
                  </a:cubicBezTo>
                  <a:cubicBezTo>
                    <a:pt x="1" y="489"/>
                    <a:pt x="1" y="536"/>
                    <a:pt x="1" y="584"/>
                  </a:cubicBezTo>
                  <a:cubicBezTo>
                    <a:pt x="1" y="707"/>
                    <a:pt x="105" y="787"/>
                    <a:pt x="216" y="787"/>
                  </a:cubicBezTo>
                  <a:cubicBezTo>
                    <a:pt x="224" y="787"/>
                    <a:pt x="231" y="787"/>
                    <a:pt x="239" y="786"/>
                  </a:cubicBezTo>
                  <a:lnTo>
                    <a:pt x="358" y="774"/>
                  </a:lnTo>
                  <a:lnTo>
                    <a:pt x="501" y="762"/>
                  </a:lnTo>
                  <a:lnTo>
                    <a:pt x="3811" y="441"/>
                  </a:lnTo>
                  <a:lnTo>
                    <a:pt x="381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6649325" y="2926075"/>
              <a:ext cx="386100" cy="71175"/>
            </a:xfrm>
            <a:custGeom>
              <a:rect b="b" l="l" r="r" t="t"/>
              <a:pathLst>
                <a:path extrusionOk="0" h="2847" w="15444">
                  <a:moveTo>
                    <a:pt x="1" y="1"/>
                  </a:moveTo>
                  <a:lnTo>
                    <a:pt x="1" y="25"/>
                  </a:lnTo>
                  <a:cubicBezTo>
                    <a:pt x="18" y="20"/>
                    <a:pt x="36" y="17"/>
                    <a:pt x="52" y="17"/>
                  </a:cubicBezTo>
                  <a:cubicBezTo>
                    <a:pt x="117" y="17"/>
                    <a:pt x="175" y="52"/>
                    <a:pt x="203" y="108"/>
                  </a:cubicBezTo>
                  <a:lnTo>
                    <a:pt x="489" y="525"/>
                  </a:lnTo>
                  <a:lnTo>
                    <a:pt x="9097" y="1846"/>
                  </a:lnTo>
                  <a:lnTo>
                    <a:pt x="9550" y="1918"/>
                  </a:lnTo>
                  <a:lnTo>
                    <a:pt x="13169" y="2489"/>
                  </a:lnTo>
                  <a:lnTo>
                    <a:pt x="13645" y="2561"/>
                  </a:lnTo>
                  <a:lnTo>
                    <a:pt x="15443" y="2846"/>
                  </a:lnTo>
                  <a:lnTo>
                    <a:pt x="15443" y="2406"/>
                  </a:lnTo>
                  <a:lnTo>
                    <a:pt x="13526" y="2108"/>
                  </a:lnTo>
                  <a:lnTo>
                    <a:pt x="13050" y="2025"/>
                  </a:lnTo>
                  <a:lnTo>
                    <a:pt x="9752" y="1525"/>
                  </a:lnTo>
                  <a:lnTo>
                    <a:pt x="9288" y="14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6909175" y="3226725"/>
              <a:ext cx="125350" cy="88725"/>
            </a:xfrm>
            <a:custGeom>
              <a:rect b="b" l="l" r="r" t="t"/>
              <a:pathLst>
                <a:path extrusionOk="0" h="3549" w="5014">
                  <a:moveTo>
                    <a:pt x="4740" y="0"/>
                  </a:moveTo>
                  <a:lnTo>
                    <a:pt x="1" y="3179"/>
                  </a:lnTo>
                  <a:lnTo>
                    <a:pt x="263" y="3548"/>
                  </a:lnTo>
                  <a:lnTo>
                    <a:pt x="5013" y="357"/>
                  </a:lnTo>
                  <a:cubicBezTo>
                    <a:pt x="4871" y="274"/>
                    <a:pt x="4787" y="155"/>
                    <a:pt x="474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6638625" y="3316900"/>
              <a:ext cx="267900" cy="180400"/>
            </a:xfrm>
            <a:custGeom>
              <a:rect b="b" l="l" r="r" t="t"/>
              <a:pathLst>
                <a:path extrusionOk="0" h="7216" w="10716">
                  <a:moveTo>
                    <a:pt x="10573" y="1"/>
                  </a:moveTo>
                  <a:cubicBezTo>
                    <a:pt x="10550" y="196"/>
                    <a:pt x="10372" y="347"/>
                    <a:pt x="10157" y="347"/>
                  </a:cubicBezTo>
                  <a:cubicBezTo>
                    <a:pt x="10149" y="347"/>
                    <a:pt x="10141" y="346"/>
                    <a:pt x="10132" y="346"/>
                  </a:cubicBezTo>
                  <a:cubicBezTo>
                    <a:pt x="10025" y="322"/>
                    <a:pt x="9918" y="287"/>
                    <a:pt x="9858" y="203"/>
                  </a:cubicBezTo>
                  <a:lnTo>
                    <a:pt x="83" y="6775"/>
                  </a:lnTo>
                  <a:lnTo>
                    <a:pt x="0" y="6835"/>
                  </a:lnTo>
                  <a:cubicBezTo>
                    <a:pt x="119" y="6930"/>
                    <a:pt x="203" y="7049"/>
                    <a:pt x="250" y="7216"/>
                  </a:cubicBezTo>
                  <a:lnTo>
                    <a:pt x="10716" y="191"/>
                  </a:lnTo>
                  <a:lnTo>
                    <a:pt x="105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6965450" y="3661000"/>
              <a:ext cx="70850" cy="74725"/>
            </a:xfrm>
            <a:custGeom>
              <a:rect b="b" l="l" r="r" t="t"/>
              <a:pathLst>
                <a:path extrusionOk="0" h="2989" w="2834">
                  <a:moveTo>
                    <a:pt x="2834" y="0"/>
                  </a:moveTo>
                  <a:lnTo>
                    <a:pt x="0" y="2739"/>
                  </a:lnTo>
                  <a:lnTo>
                    <a:pt x="393" y="2989"/>
                  </a:lnTo>
                  <a:lnTo>
                    <a:pt x="2834" y="631"/>
                  </a:lnTo>
                  <a:lnTo>
                    <a:pt x="283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6647850" y="3864600"/>
              <a:ext cx="184850" cy="181875"/>
            </a:xfrm>
            <a:custGeom>
              <a:rect b="b" l="l" r="r" t="t"/>
              <a:pathLst>
                <a:path extrusionOk="0" h="7275" w="7394">
                  <a:moveTo>
                    <a:pt x="7156" y="0"/>
                  </a:moveTo>
                  <a:lnTo>
                    <a:pt x="0" y="6953"/>
                  </a:lnTo>
                  <a:cubicBezTo>
                    <a:pt x="119" y="7025"/>
                    <a:pt x="226" y="7144"/>
                    <a:pt x="310" y="7275"/>
                  </a:cubicBezTo>
                  <a:lnTo>
                    <a:pt x="7394" y="405"/>
                  </a:lnTo>
                  <a:lnTo>
                    <a:pt x="7346" y="322"/>
                  </a:lnTo>
                  <a:cubicBezTo>
                    <a:pt x="7311" y="286"/>
                    <a:pt x="7275" y="238"/>
                    <a:pt x="7263" y="179"/>
                  </a:cubicBezTo>
                  <a:lnTo>
                    <a:pt x="715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6835375" y="3737800"/>
              <a:ext cx="131575" cy="122050"/>
            </a:xfrm>
            <a:custGeom>
              <a:rect b="b" l="l" r="r" t="t"/>
              <a:pathLst>
                <a:path extrusionOk="0" h="4882" w="5263">
                  <a:moveTo>
                    <a:pt x="4882" y="0"/>
                  </a:moveTo>
                  <a:lnTo>
                    <a:pt x="0" y="4727"/>
                  </a:lnTo>
                  <a:cubicBezTo>
                    <a:pt x="60" y="4703"/>
                    <a:pt x="119" y="4703"/>
                    <a:pt x="191" y="4703"/>
                  </a:cubicBezTo>
                  <a:cubicBezTo>
                    <a:pt x="310" y="4715"/>
                    <a:pt x="429" y="4775"/>
                    <a:pt x="488" y="4882"/>
                  </a:cubicBezTo>
                  <a:lnTo>
                    <a:pt x="5263" y="250"/>
                  </a:lnTo>
                  <a:lnTo>
                    <a:pt x="488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6647550" y="2926675"/>
              <a:ext cx="388750" cy="587000"/>
            </a:xfrm>
            <a:custGeom>
              <a:rect b="b" l="l" r="r" t="t"/>
              <a:pathLst>
                <a:path extrusionOk="0" h="23480" w="15550">
                  <a:moveTo>
                    <a:pt x="96" y="1"/>
                  </a:moveTo>
                  <a:lnTo>
                    <a:pt x="96" y="132"/>
                  </a:lnTo>
                  <a:cubicBezTo>
                    <a:pt x="84" y="251"/>
                    <a:pt x="60" y="358"/>
                    <a:pt x="0" y="441"/>
                  </a:cubicBezTo>
                  <a:lnTo>
                    <a:pt x="5739" y="8954"/>
                  </a:lnTo>
                  <a:lnTo>
                    <a:pt x="6025" y="9383"/>
                  </a:lnTo>
                  <a:lnTo>
                    <a:pt x="6561" y="10181"/>
                  </a:lnTo>
                  <a:lnTo>
                    <a:pt x="6608" y="10181"/>
                  </a:lnTo>
                  <a:cubicBezTo>
                    <a:pt x="6823" y="10192"/>
                    <a:pt x="7001" y="10395"/>
                    <a:pt x="6977" y="10621"/>
                  </a:cubicBezTo>
                  <a:cubicBezTo>
                    <a:pt x="6977" y="10669"/>
                    <a:pt x="6965" y="10692"/>
                    <a:pt x="6942" y="10740"/>
                  </a:cubicBezTo>
                  <a:lnTo>
                    <a:pt x="9918" y="15145"/>
                  </a:lnTo>
                  <a:cubicBezTo>
                    <a:pt x="10121" y="15193"/>
                    <a:pt x="10263" y="15372"/>
                    <a:pt x="10240" y="15574"/>
                  </a:cubicBezTo>
                  <a:lnTo>
                    <a:pt x="10240" y="15610"/>
                  </a:lnTo>
                  <a:lnTo>
                    <a:pt x="10371" y="15800"/>
                  </a:lnTo>
                  <a:lnTo>
                    <a:pt x="15550" y="23480"/>
                  </a:lnTo>
                  <a:lnTo>
                    <a:pt x="15550" y="22682"/>
                  </a:lnTo>
                  <a:lnTo>
                    <a:pt x="10728" y="15550"/>
                  </a:lnTo>
                  <a:lnTo>
                    <a:pt x="10478" y="15181"/>
                  </a:lnTo>
                  <a:lnTo>
                    <a:pt x="6263" y="8907"/>
                  </a:lnTo>
                  <a:lnTo>
                    <a:pt x="5977" y="8478"/>
                  </a:lnTo>
                  <a:lnTo>
                    <a:pt x="596" y="501"/>
                  </a:lnTo>
                  <a:lnTo>
                    <a:pt x="310" y="84"/>
                  </a:lnTo>
                  <a:cubicBezTo>
                    <a:pt x="262" y="25"/>
                    <a:pt x="179" y="1"/>
                    <a:pt x="9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6603800" y="3495625"/>
              <a:ext cx="7450" cy="13000"/>
            </a:xfrm>
            <a:custGeom>
              <a:rect b="b" l="l" r="r" t="t"/>
              <a:pathLst>
                <a:path extrusionOk="0" h="520" w="298">
                  <a:moveTo>
                    <a:pt x="237" y="0"/>
                  </a:moveTo>
                  <a:cubicBezTo>
                    <a:pt x="172" y="0"/>
                    <a:pt x="97" y="34"/>
                    <a:pt x="60" y="91"/>
                  </a:cubicBezTo>
                  <a:lnTo>
                    <a:pt x="60" y="115"/>
                  </a:lnTo>
                  <a:cubicBezTo>
                    <a:pt x="0" y="222"/>
                    <a:pt x="36" y="353"/>
                    <a:pt x="143" y="412"/>
                  </a:cubicBezTo>
                  <a:lnTo>
                    <a:pt x="298" y="519"/>
                  </a:lnTo>
                  <a:cubicBezTo>
                    <a:pt x="262" y="412"/>
                    <a:pt x="238" y="305"/>
                    <a:pt x="238" y="198"/>
                  </a:cubicBezTo>
                  <a:cubicBezTo>
                    <a:pt x="238" y="138"/>
                    <a:pt x="262" y="67"/>
                    <a:pt x="286" y="7"/>
                  </a:cubicBezTo>
                  <a:cubicBezTo>
                    <a:pt x="271" y="2"/>
                    <a:pt x="254" y="0"/>
                    <a:pt x="23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6640400" y="3514550"/>
              <a:ext cx="395900" cy="275350"/>
            </a:xfrm>
            <a:custGeom>
              <a:rect b="b" l="l" r="r" t="t"/>
              <a:pathLst>
                <a:path extrusionOk="0" h="11014" w="15836">
                  <a:moveTo>
                    <a:pt x="12" y="0"/>
                  </a:moveTo>
                  <a:lnTo>
                    <a:pt x="1" y="12"/>
                  </a:lnTo>
                  <a:lnTo>
                    <a:pt x="477" y="846"/>
                  </a:lnTo>
                  <a:lnTo>
                    <a:pt x="12681" y="8930"/>
                  </a:lnTo>
                  <a:lnTo>
                    <a:pt x="13062" y="9180"/>
                  </a:lnTo>
                  <a:lnTo>
                    <a:pt x="15836" y="11014"/>
                  </a:lnTo>
                  <a:lnTo>
                    <a:pt x="15836" y="10478"/>
                  </a:lnTo>
                  <a:lnTo>
                    <a:pt x="13395" y="8847"/>
                  </a:lnTo>
                  <a:lnTo>
                    <a:pt x="13002" y="859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6841925" y="4224750"/>
              <a:ext cx="194375" cy="153025"/>
            </a:xfrm>
            <a:custGeom>
              <a:rect b="b" l="l" r="r" t="t"/>
              <a:pathLst>
                <a:path extrusionOk="0" h="6121" w="7775">
                  <a:moveTo>
                    <a:pt x="560" y="1"/>
                  </a:moveTo>
                  <a:lnTo>
                    <a:pt x="0" y="120"/>
                  </a:lnTo>
                  <a:lnTo>
                    <a:pt x="7775" y="6121"/>
                  </a:lnTo>
                  <a:lnTo>
                    <a:pt x="7775" y="5549"/>
                  </a:lnTo>
                  <a:lnTo>
                    <a:pt x="56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6649325" y="4070575"/>
              <a:ext cx="195300" cy="148550"/>
            </a:xfrm>
            <a:custGeom>
              <a:rect b="b" l="l" r="r" t="t"/>
              <a:pathLst>
                <a:path extrusionOk="0" h="5942" w="7812">
                  <a:moveTo>
                    <a:pt x="263" y="0"/>
                  </a:moveTo>
                  <a:cubicBezTo>
                    <a:pt x="203" y="119"/>
                    <a:pt x="120" y="227"/>
                    <a:pt x="1" y="334"/>
                  </a:cubicBezTo>
                  <a:lnTo>
                    <a:pt x="48" y="405"/>
                  </a:lnTo>
                  <a:lnTo>
                    <a:pt x="7252" y="5942"/>
                  </a:lnTo>
                  <a:lnTo>
                    <a:pt x="7811" y="5811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6831200" y="3872325"/>
              <a:ext cx="180400" cy="298875"/>
            </a:xfrm>
            <a:custGeom>
              <a:rect b="b" l="l" r="r" t="t"/>
              <a:pathLst>
                <a:path extrusionOk="0" h="11955" w="7216">
                  <a:moveTo>
                    <a:pt x="0" y="1"/>
                  </a:moveTo>
                  <a:lnTo>
                    <a:pt x="48" y="72"/>
                  </a:lnTo>
                  <a:lnTo>
                    <a:pt x="6823" y="11955"/>
                  </a:lnTo>
                  <a:cubicBezTo>
                    <a:pt x="6918" y="11847"/>
                    <a:pt x="7073" y="11776"/>
                    <a:pt x="7216" y="11764"/>
                  </a:cubicBezTo>
                  <a:lnTo>
                    <a:pt x="4525" y="7025"/>
                  </a:lnTo>
                  <a:cubicBezTo>
                    <a:pt x="4465" y="7061"/>
                    <a:pt x="4394" y="7061"/>
                    <a:pt x="4334" y="7061"/>
                  </a:cubicBezTo>
                  <a:cubicBezTo>
                    <a:pt x="4108" y="7037"/>
                    <a:pt x="3941" y="6847"/>
                    <a:pt x="3965" y="6609"/>
                  </a:cubicBezTo>
                  <a:cubicBezTo>
                    <a:pt x="3977" y="6490"/>
                    <a:pt x="4037" y="6383"/>
                    <a:pt x="4120" y="6323"/>
                  </a:cubicBezTo>
                  <a:lnTo>
                    <a:pt x="548" y="60"/>
                  </a:lnTo>
                  <a:cubicBezTo>
                    <a:pt x="483" y="107"/>
                    <a:pt x="410" y="139"/>
                    <a:pt x="335" y="139"/>
                  </a:cubicBezTo>
                  <a:cubicBezTo>
                    <a:pt x="315" y="139"/>
                    <a:pt x="295" y="137"/>
                    <a:pt x="274" y="132"/>
                  </a:cubicBezTo>
                  <a:cubicBezTo>
                    <a:pt x="167" y="120"/>
                    <a:pt x="60" y="72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6632950" y="3514850"/>
              <a:ext cx="202450" cy="354225"/>
            </a:xfrm>
            <a:custGeom>
              <a:rect b="b" l="l" r="r" t="t"/>
              <a:pathLst>
                <a:path extrusionOk="0" h="14169" w="8098">
                  <a:moveTo>
                    <a:pt x="310" y="0"/>
                  </a:moveTo>
                  <a:cubicBezTo>
                    <a:pt x="227" y="84"/>
                    <a:pt x="120" y="143"/>
                    <a:pt x="1" y="179"/>
                  </a:cubicBezTo>
                  <a:lnTo>
                    <a:pt x="1" y="358"/>
                  </a:lnTo>
                  <a:lnTo>
                    <a:pt x="7764" y="13990"/>
                  </a:lnTo>
                  <a:lnTo>
                    <a:pt x="7871" y="14169"/>
                  </a:lnTo>
                  <a:cubicBezTo>
                    <a:pt x="7859" y="14121"/>
                    <a:pt x="7859" y="14062"/>
                    <a:pt x="7859" y="14002"/>
                  </a:cubicBezTo>
                  <a:cubicBezTo>
                    <a:pt x="7859" y="13835"/>
                    <a:pt x="7954" y="13716"/>
                    <a:pt x="8097" y="13657"/>
                  </a:cubicBezTo>
                  <a:lnTo>
                    <a:pt x="787" y="834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6621650" y="3519025"/>
              <a:ext cx="17000" cy="515550"/>
            </a:xfrm>
            <a:custGeom>
              <a:rect b="b" l="l" r="r" t="t"/>
              <a:pathLst>
                <a:path extrusionOk="0" h="20622" w="680">
                  <a:moveTo>
                    <a:pt x="0" y="0"/>
                  </a:moveTo>
                  <a:lnTo>
                    <a:pt x="227" y="20622"/>
                  </a:lnTo>
                  <a:cubicBezTo>
                    <a:pt x="311" y="20605"/>
                    <a:pt x="389" y="20588"/>
                    <a:pt x="470" y="20588"/>
                  </a:cubicBezTo>
                  <a:cubicBezTo>
                    <a:pt x="503" y="20588"/>
                    <a:pt x="537" y="20591"/>
                    <a:pt x="572" y="20598"/>
                  </a:cubicBezTo>
                  <a:cubicBezTo>
                    <a:pt x="596" y="20598"/>
                    <a:pt x="643" y="20610"/>
                    <a:pt x="679" y="20610"/>
                  </a:cubicBezTo>
                  <a:lnTo>
                    <a:pt x="453" y="202"/>
                  </a:lnTo>
                  <a:lnTo>
                    <a:pt x="453" y="24"/>
                  </a:lnTo>
                  <a:cubicBezTo>
                    <a:pt x="387" y="32"/>
                    <a:pt x="333" y="46"/>
                    <a:pt x="278" y="46"/>
                  </a:cubicBezTo>
                  <a:cubicBezTo>
                    <a:pt x="253" y="46"/>
                    <a:pt x="229" y="43"/>
                    <a:pt x="203" y="36"/>
                  </a:cubicBezTo>
                  <a:cubicBezTo>
                    <a:pt x="143" y="36"/>
                    <a:pt x="60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5767375" y="3510375"/>
              <a:ext cx="852500" cy="922475"/>
            </a:xfrm>
            <a:custGeom>
              <a:rect b="b" l="l" r="r" t="t"/>
              <a:pathLst>
                <a:path extrusionOk="0" h="36899" w="34100">
                  <a:moveTo>
                    <a:pt x="33779" y="1"/>
                  </a:moveTo>
                  <a:lnTo>
                    <a:pt x="1" y="36577"/>
                  </a:lnTo>
                  <a:cubicBezTo>
                    <a:pt x="143" y="36672"/>
                    <a:pt x="239" y="36779"/>
                    <a:pt x="334" y="36898"/>
                  </a:cubicBezTo>
                  <a:lnTo>
                    <a:pt x="34100" y="310"/>
                  </a:lnTo>
                  <a:cubicBezTo>
                    <a:pt x="33969" y="239"/>
                    <a:pt x="33862" y="132"/>
                    <a:pt x="3377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6299575" y="4069975"/>
              <a:ext cx="318525" cy="244400"/>
            </a:xfrm>
            <a:custGeom>
              <a:rect b="b" l="l" r="r" t="t"/>
              <a:pathLst>
                <a:path extrusionOk="0" h="9776" w="12741">
                  <a:moveTo>
                    <a:pt x="12455" y="1"/>
                  </a:moveTo>
                  <a:lnTo>
                    <a:pt x="1" y="9418"/>
                  </a:lnTo>
                  <a:cubicBezTo>
                    <a:pt x="108" y="9525"/>
                    <a:pt x="191" y="9645"/>
                    <a:pt x="263" y="9776"/>
                  </a:cubicBezTo>
                  <a:lnTo>
                    <a:pt x="12741" y="358"/>
                  </a:lnTo>
                  <a:cubicBezTo>
                    <a:pt x="12622" y="251"/>
                    <a:pt x="12514" y="131"/>
                    <a:pt x="1245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6312675" y="4246175"/>
              <a:ext cx="406325" cy="101975"/>
            </a:xfrm>
            <a:custGeom>
              <a:rect b="b" l="l" r="r" t="t"/>
              <a:pathLst>
                <a:path extrusionOk="0" h="4079" w="16253">
                  <a:moveTo>
                    <a:pt x="15931" y="1"/>
                  </a:moveTo>
                  <a:lnTo>
                    <a:pt x="13" y="3620"/>
                  </a:lnTo>
                  <a:cubicBezTo>
                    <a:pt x="25" y="3716"/>
                    <a:pt x="25" y="3799"/>
                    <a:pt x="13" y="3918"/>
                  </a:cubicBezTo>
                  <a:cubicBezTo>
                    <a:pt x="13" y="3966"/>
                    <a:pt x="13" y="4025"/>
                    <a:pt x="1" y="4073"/>
                  </a:cubicBezTo>
                  <a:cubicBezTo>
                    <a:pt x="17" y="4073"/>
                    <a:pt x="38" y="4078"/>
                    <a:pt x="61" y="4078"/>
                  </a:cubicBezTo>
                  <a:cubicBezTo>
                    <a:pt x="72" y="4078"/>
                    <a:pt x="84" y="4077"/>
                    <a:pt x="96" y="4073"/>
                  </a:cubicBezTo>
                  <a:lnTo>
                    <a:pt x="16253" y="394"/>
                  </a:lnTo>
                  <a:cubicBezTo>
                    <a:pt x="16074" y="346"/>
                    <a:pt x="15931" y="203"/>
                    <a:pt x="1593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6728200" y="4251550"/>
              <a:ext cx="2725" cy="2100"/>
            </a:xfrm>
            <a:custGeom>
              <a:rect b="b" l="l" r="r" t="t"/>
              <a:pathLst>
                <a:path extrusionOk="0" h="84" w="109">
                  <a:moveTo>
                    <a:pt x="72" y="0"/>
                  </a:moveTo>
                  <a:cubicBezTo>
                    <a:pt x="60" y="24"/>
                    <a:pt x="25" y="60"/>
                    <a:pt x="1" y="84"/>
                  </a:cubicBezTo>
                  <a:lnTo>
                    <a:pt x="108" y="6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6736250" y="4181300"/>
              <a:ext cx="261950" cy="69375"/>
            </a:xfrm>
            <a:custGeom>
              <a:rect b="b" l="l" r="r" t="t"/>
              <a:pathLst>
                <a:path extrusionOk="0" h="2775" w="10478">
                  <a:moveTo>
                    <a:pt x="10442" y="0"/>
                  </a:moveTo>
                  <a:lnTo>
                    <a:pt x="4334" y="1382"/>
                  </a:lnTo>
                  <a:lnTo>
                    <a:pt x="3775" y="1513"/>
                  </a:lnTo>
                  <a:lnTo>
                    <a:pt x="0" y="2382"/>
                  </a:lnTo>
                  <a:lnTo>
                    <a:pt x="227" y="2775"/>
                  </a:lnTo>
                  <a:lnTo>
                    <a:pt x="4215" y="1870"/>
                  </a:lnTo>
                  <a:lnTo>
                    <a:pt x="4787" y="1739"/>
                  </a:lnTo>
                  <a:lnTo>
                    <a:pt x="10478" y="441"/>
                  </a:lnTo>
                  <a:cubicBezTo>
                    <a:pt x="10442" y="322"/>
                    <a:pt x="10406" y="203"/>
                    <a:pt x="10418" y="72"/>
                  </a:cubicBezTo>
                  <a:cubicBezTo>
                    <a:pt x="10418" y="36"/>
                    <a:pt x="10442" y="24"/>
                    <a:pt x="1044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6640400" y="4078600"/>
              <a:ext cx="213150" cy="382525"/>
            </a:xfrm>
            <a:custGeom>
              <a:rect b="b" l="l" r="r" t="t"/>
              <a:pathLst>
                <a:path extrusionOk="0" h="15301" w="8526">
                  <a:moveTo>
                    <a:pt x="405" y="1"/>
                  </a:moveTo>
                  <a:cubicBezTo>
                    <a:pt x="286" y="84"/>
                    <a:pt x="143" y="156"/>
                    <a:pt x="1" y="191"/>
                  </a:cubicBezTo>
                  <a:lnTo>
                    <a:pt x="3275" y="6275"/>
                  </a:lnTo>
                  <a:lnTo>
                    <a:pt x="3322" y="6275"/>
                  </a:lnTo>
                  <a:cubicBezTo>
                    <a:pt x="3537" y="6311"/>
                    <a:pt x="3703" y="6502"/>
                    <a:pt x="3691" y="6728"/>
                  </a:cubicBezTo>
                  <a:cubicBezTo>
                    <a:pt x="3680" y="6799"/>
                    <a:pt x="3644" y="6859"/>
                    <a:pt x="3620" y="6918"/>
                  </a:cubicBezTo>
                  <a:lnTo>
                    <a:pt x="3644" y="6978"/>
                  </a:lnTo>
                  <a:lnTo>
                    <a:pt x="8121" y="15300"/>
                  </a:lnTo>
                  <a:lnTo>
                    <a:pt x="8180" y="15193"/>
                  </a:lnTo>
                  <a:cubicBezTo>
                    <a:pt x="8204" y="15193"/>
                    <a:pt x="8204" y="15181"/>
                    <a:pt x="8216" y="15157"/>
                  </a:cubicBezTo>
                  <a:lnTo>
                    <a:pt x="8228" y="15146"/>
                  </a:lnTo>
                  <a:lnTo>
                    <a:pt x="8240" y="15134"/>
                  </a:lnTo>
                  <a:cubicBezTo>
                    <a:pt x="8240" y="15122"/>
                    <a:pt x="8263" y="15122"/>
                    <a:pt x="8263" y="15122"/>
                  </a:cubicBezTo>
                  <a:cubicBezTo>
                    <a:pt x="8263" y="15122"/>
                    <a:pt x="8263" y="15098"/>
                    <a:pt x="8275" y="15098"/>
                  </a:cubicBezTo>
                  <a:lnTo>
                    <a:pt x="8287" y="15098"/>
                  </a:lnTo>
                  <a:cubicBezTo>
                    <a:pt x="8287" y="15086"/>
                    <a:pt x="8299" y="15086"/>
                    <a:pt x="8299" y="15086"/>
                  </a:cubicBezTo>
                  <a:lnTo>
                    <a:pt x="8525" y="15026"/>
                  </a:lnTo>
                  <a:lnTo>
                    <a:pt x="4120" y="6871"/>
                  </a:lnTo>
                  <a:lnTo>
                    <a:pt x="3894" y="6466"/>
                  </a:lnTo>
                  <a:lnTo>
                    <a:pt x="441" y="72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6851450" y="4463175"/>
              <a:ext cx="184850" cy="115525"/>
            </a:xfrm>
            <a:custGeom>
              <a:rect b="b" l="l" r="r" t="t"/>
              <a:pathLst>
                <a:path extrusionOk="0" h="4621" w="7394">
                  <a:moveTo>
                    <a:pt x="488" y="1"/>
                  </a:moveTo>
                  <a:lnTo>
                    <a:pt x="60" y="108"/>
                  </a:lnTo>
                  <a:lnTo>
                    <a:pt x="0" y="227"/>
                  </a:lnTo>
                  <a:lnTo>
                    <a:pt x="7394" y="4620"/>
                  </a:lnTo>
                  <a:lnTo>
                    <a:pt x="7394" y="4096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6847575" y="4406025"/>
              <a:ext cx="188425" cy="60450"/>
            </a:xfrm>
            <a:custGeom>
              <a:rect b="b" l="l" r="r" t="t"/>
              <a:pathLst>
                <a:path extrusionOk="0" h="2418" w="7537">
                  <a:moveTo>
                    <a:pt x="17" y="1997"/>
                  </a:moveTo>
                  <a:cubicBezTo>
                    <a:pt x="11" y="1998"/>
                    <a:pt x="6" y="2000"/>
                    <a:pt x="0" y="2001"/>
                  </a:cubicBezTo>
                  <a:lnTo>
                    <a:pt x="17" y="1997"/>
                  </a:lnTo>
                  <a:close/>
                  <a:moveTo>
                    <a:pt x="7537" y="1"/>
                  </a:moveTo>
                  <a:lnTo>
                    <a:pt x="167" y="1965"/>
                  </a:lnTo>
                  <a:lnTo>
                    <a:pt x="17" y="1997"/>
                  </a:lnTo>
                  <a:lnTo>
                    <a:pt x="17" y="1997"/>
                  </a:lnTo>
                  <a:cubicBezTo>
                    <a:pt x="29" y="1995"/>
                    <a:pt x="43" y="1994"/>
                    <a:pt x="57" y="1994"/>
                  </a:cubicBezTo>
                  <a:cubicBezTo>
                    <a:pt x="92" y="1994"/>
                    <a:pt x="129" y="2002"/>
                    <a:pt x="167" y="2025"/>
                  </a:cubicBezTo>
                  <a:cubicBezTo>
                    <a:pt x="286" y="2084"/>
                    <a:pt x="310" y="2215"/>
                    <a:pt x="250" y="2322"/>
                  </a:cubicBezTo>
                  <a:lnTo>
                    <a:pt x="215" y="2418"/>
                  </a:lnTo>
                  <a:lnTo>
                    <a:pt x="631" y="2299"/>
                  </a:lnTo>
                  <a:lnTo>
                    <a:pt x="7537" y="453"/>
                  </a:lnTo>
                  <a:lnTo>
                    <a:pt x="753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6725825" y="4654575"/>
              <a:ext cx="17300" cy="9550"/>
            </a:xfrm>
            <a:custGeom>
              <a:rect b="b" l="l" r="r" t="t"/>
              <a:pathLst>
                <a:path extrusionOk="0" h="382" w="692">
                  <a:moveTo>
                    <a:pt x="227" y="0"/>
                  </a:moveTo>
                  <a:lnTo>
                    <a:pt x="1" y="381"/>
                  </a:lnTo>
                  <a:lnTo>
                    <a:pt x="525" y="381"/>
                  </a:lnTo>
                  <a:lnTo>
                    <a:pt x="691" y="84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6737150" y="4455550"/>
              <a:ext cx="117875" cy="190425"/>
            </a:xfrm>
            <a:custGeom>
              <a:rect b="b" l="l" r="r" t="t"/>
              <a:pathLst>
                <a:path extrusionOk="0" h="7617" w="4715">
                  <a:moveTo>
                    <a:pt x="4478" y="0"/>
                  </a:moveTo>
                  <a:cubicBezTo>
                    <a:pt x="4455" y="0"/>
                    <a:pt x="4430" y="3"/>
                    <a:pt x="4405" y="8"/>
                  </a:cubicBezTo>
                  <a:cubicBezTo>
                    <a:pt x="4405" y="20"/>
                    <a:pt x="4382" y="20"/>
                    <a:pt x="4382" y="20"/>
                  </a:cubicBezTo>
                  <a:lnTo>
                    <a:pt x="4370" y="20"/>
                  </a:lnTo>
                  <a:lnTo>
                    <a:pt x="4358" y="32"/>
                  </a:lnTo>
                  <a:cubicBezTo>
                    <a:pt x="4358" y="56"/>
                    <a:pt x="4346" y="56"/>
                    <a:pt x="4346" y="56"/>
                  </a:cubicBezTo>
                  <a:lnTo>
                    <a:pt x="4334" y="68"/>
                  </a:lnTo>
                  <a:lnTo>
                    <a:pt x="4310" y="79"/>
                  </a:lnTo>
                  <a:cubicBezTo>
                    <a:pt x="4298" y="79"/>
                    <a:pt x="4298" y="91"/>
                    <a:pt x="4286" y="115"/>
                  </a:cubicBezTo>
                  <a:lnTo>
                    <a:pt x="4227" y="222"/>
                  </a:lnTo>
                  <a:lnTo>
                    <a:pt x="0" y="7521"/>
                  </a:lnTo>
                  <a:lnTo>
                    <a:pt x="453" y="7616"/>
                  </a:lnTo>
                  <a:lnTo>
                    <a:pt x="4548" y="508"/>
                  </a:lnTo>
                  <a:lnTo>
                    <a:pt x="4608" y="389"/>
                  </a:lnTo>
                  <a:lnTo>
                    <a:pt x="4655" y="318"/>
                  </a:lnTo>
                  <a:cubicBezTo>
                    <a:pt x="4715" y="210"/>
                    <a:pt x="4667" y="79"/>
                    <a:pt x="4560" y="20"/>
                  </a:cubicBezTo>
                  <a:cubicBezTo>
                    <a:pt x="4539" y="6"/>
                    <a:pt x="4510" y="0"/>
                    <a:pt x="447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6337975" y="4576300"/>
              <a:ext cx="3900" cy="5375"/>
            </a:xfrm>
            <a:custGeom>
              <a:rect b="b" l="l" r="r" t="t"/>
              <a:pathLst>
                <a:path extrusionOk="0" h="215" w="156">
                  <a:moveTo>
                    <a:pt x="1" y="0"/>
                  </a:moveTo>
                  <a:lnTo>
                    <a:pt x="1" y="0"/>
                  </a:lnTo>
                  <a:cubicBezTo>
                    <a:pt x="13" y="95"/>
                    <a:pt x="72" y="179"/>
                    <a:pt x="156" y="214"/>
                  </a:cubicBezTo>
                  <a:lnTo>
                    <a:pt x="156" y="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6410025" y="4583425"/>
              <a:ext cx="434000" cy="80700"/>
            </a:xfrm>
            <a:custGeom>
              <a:rect b="b" l="l" r="r" t="t"/>
              <a:pathLst>
                <a:path extrusionOk="0" h="3228" w="17360">
                  <a:moveTo>
                    <a:pt x="107" y="1"/>
                  </a:moveTo>
                  <a:cubicBezTo>
                    <a:pt x="95" y="144"/>
                    <a:pt x="60" y="298"/>
                    <a:pt x="0" y="429"/>
                  </a:cubicBezTo>
                  <a:lnTo>
                    <a:pt x="12859" y="2846"/>
                  </a:lnTo>
                  <a:lnTo>
                    <a:pt x="13323" y="2930"/>
                  </a:lnTo>
                  <a:lnTo>
                    <a:pt x="14931" y="3227"/>
                  </a:lnTo>
                  <a:lnTo>
                    <a:pt x="17359" y="3227"/>
                  </a:lnTo>
                  <a:lnTo>
                    <a:pt x="13561" y="2513"/>
                  </a:lnTo>
                  <a:lnTo>
                    <a:pt x="13097" y="241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5778675" y="4344125"/>
              <a:ext cx="436700" cy="105675"/>
            </a:xfrm>
            <a:custGeom>
              <a:rect b="b" l="l" r="r" t="t"/>
              <a:pathLst>
                <a:path extrusionOk="0" h="4227" w="17468">
                  <a:moveTo>
                    <a:pt x="17384" y="0"/>
                  </a:moveTo>
                  <a:lnTo>
                    <a:pt x="1" y="3786"/>
                  </a:lnTo>
                  <a:cubicBezTo>
                    <a:pt x="25" y="3905"/>
                    <a:pt x="60" y="4048"/>
                    <a:pt x="49" y="4179"/>
                  </a:cubicBezTo>
                  <a:lnTo>
                    <a:pt x="49" y="4227"/>
                  </a:lnTo>
                  <a:lnTo>
                    <a:pt x="17467" y="429"/>
                  </a:lnTo>
                  <a:cubicBezTo>
                    <a:pt x="17432" y="286"/>
                    <a:pt x="17396" y="155"/>
                    <a:pt x="1738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5778975" y="4449775"/>
              <a:ext cx="566475" cy="127425"/>
            </a:xfrm>
            <a:custGeom>
              <a:rect b="b" l="l" r="r" t="t"/>
              <a:pathLst>
                <a:path extrusionOk="0" h="5097" w="22659">
                  <a:moveTo>
                    <a:pt x="48" y="1"/>
                  </a:moveTo>
                  <a:cubicBezTo>
                    <a:pt x="37" y="72"/>
                    <a:pt x="13" y="132"/>
                    <a:pt x="1" y="191"/>
                  </a:cubicBezTo>
                  <a:lnTo>
                    <a:pt x="691" y="596"/>
                  </a:lnTo>
                  <a:lnTo>
                    <a:pt x="22373" y="5061"/>
                  </a:lnTo>
                  <a:lnTo>
                    <a:pt x="22539" y="5097"/>
                  </a:lnTo>
                  <a:cubicBezTo>
                    <a:pt x="22551" y="4942"/>
                    <a:pt x="22575" y="4799"/>
                    <a:pt x="22658" y="4656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6395425" y="4603375"/>
              <a:ext cx="42600" cy="60750"/>
            </a:xfrm>
            <a:custGeom>
              <a:rect b="b" l="l" r="r" t="t"/>
              <a:pathLst>
                <a:path extrusionOk="0" h="2430" w="1704">
                  <a:moveTo>
                    <a:pt x="346" y="0"/>
                  </a:moveTo>
                  <a:cubicBezTo>
                    <a:pt x="239" y="120"/>
                    <a:pt x="144" y="215"/>
                    <a:pt x="1" y="286"/>
                  </a:cubicBezTo>
                  <a:lnTo>
                    <a:pt x="1191" y="2429"/>
                  </a:lnTo>
                  <a:lnTo>
                    <a:pt x="1703" y="242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6271300" y="4385800"/>
              <a:ext cx="100350" cy="163725"/>
            </a:xfrm>
            <a:custGeom>
              <a:rect b="b" l="l" r="r" t="t"/>
              <a:pathLst>
                <a:path extrusionOk="0" h="6549" w="4014">
                  <a:moveTo>
                    <a:pt x="429" y="0"/>
                  </a:moveTo>
                  <a:cubicBezTo>
                    <a:pt x="298" y="60"/>
                    <a:pt x="144" y="107"/>
                    <a:pt x="1" y="131"/>
                  </a:cubicBezTo>
                  <a:lnTo>
                    <a:pt x="3585" y="6548"/>
                  </a:lnTo>
                  <a:cubicBezTo>
                    <a:pt x="3716" y="6477"/>
                    <a:pt x="3870" y="6429"/>
                    <a:pt x="4013" y="6406"/>
                  </a:cubicBezTo>
                  <a:lnTo>
                    <a:pt x="42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5772725" y="4454250"/>
              <a:ext cx="364950" cy="209875"/>
            </a:xfrm>
            <a:custGeom>
              <a:rect b="b" l="l" r="r" t="t"/>
              <a:pathLst>
                <a:path extrusionOk="0" h="8395" w="14598">
                  <a:moveTo>
                    <a:pt x="239" y="0"/>
                  </a:moveTo>
                  <a:cubicBezTo>
                    <a:pt x="179" y="155"/>
                    <a:pt x="108" y="286"/>
                    <a:pt x="1" y="393"/>
                  </a:cubicBezTo>
                  <a:lnTo>
                    <a:pt x="13705" y="8394"/>
                  </a:lnTo>
                  <a:lnTo>
                    <a:pt x="14598" y="8394"/>
                  </a:lnTo>
                  <a:lnTo>
                    <a:pt x="918" y="417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6341850" y="4544475"/>
              <a:ext cx="72350" cy="71050"/>
            </a:xfrm>
            <a:custGeom>
              <a:rect b="b" l="l" r="r" t="t"/>
              <a:pathLst>
                <a:path extrusionOk="0" h="2842" w="2894">
                  <a:moveTo>
                    <a:pt x="1417" y="1"/>
                  </a:moveTo>
                  <a:cubicBezTo>
                    <a:pt x="1338" y="1"/>
                    <a:pt x="1261" y="15"/>
                    <a:pt x="1179" y="23"/>
                  </a:cubicBezTo>
                  <a:cubicBezTo>
                    <a:pt x="1036" y="59"/>
                    <a:pt x="882" y="94"/>
                    <a:pt x="751" y="166"/>
                  </a:cubicBezTo>
                  <a:cubicBezTo>
                    <a:pt x="465" y="321"/>
                    <a:pt x="239" y="559"/>
                    <a:pt x="108" y="856"/>
                  </a:cubicBezTo>
                  <a:cubicBezTo>
                    <a:pt x="60" y="987"/>
                    <a:pt x="24" y="1142"/>
                    <a:pt x="1" y="1285"/>
                  </a:cubicBezTo>
                  <a:lnTo>
                    <a:pt x="1" y="1297"/>
                  </a:lnTo>
                  <a:lnTo>
                    <a:pt x="1" y="1464"/>
                  </a:lnTo>
                  <a:cubicBezTo>
                    <a:pt x="36" y="2178"/>
                    <a:pt x="584" y="2773"/>
                    <a:pt x="1298" y="2833"/>
                  </a:cubicBezTo>
                  <a:cubicBezTo>
                    <a:pt x="1351" y="2839"/>
                    <a:pt x="1403" y="2842"/>
                    <a:pt x="1455" y="2842"/>
                  </a:cubicBezTo>
                  <a:cubicBezTo>
                    <a:pt x="1707" y="2842"/>
                    <a:pt x="1946" y="2771"/>
                    <a:pt x="2144" y="2642"/>
                  </a:cubicBezTo>
                  <a:cubicBezTo>
                    <a:pt x="2287" y="2571"/>
                    <a:pt x="2382" y="2476"/>
                    <a:pt x="2489" y="2345"/>
                  </a:cubicBezTo>
                  <a:cubicBezTo>
                    <a:pt x="2584" y="2225"/>
                    <a:pt x="2656" y="2106"/>
                    <a:pt x="2715" y="1975"/>
                  </a:cubicBezTo>
                  <a:cubicBezTo>
                    <a:pt x="2775" y="1833"/>
                    <a:pt x="2799" y="1690"/>
                    <a:pt x="2822" y="1535"/>
                  </a:cubicBezTo>
                  <a:cubicBezTo>
                    <a:pt x="2894" y="761"/>
                    <a:pt x="2310" y="82"/>
                    <a:pt x="1525" y="11"/>
                  </a:cubicBezTo>
                  <a:cubicBezTo>
                    <a:pt x="1488" y="4"/>
                    <a:pt x="1452" y="1"/>
                    <a:pt x="141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6212375" y="4289200"/>
              <a:ext cx="100625" cy="100600"/>
            </a:xfrm>
            <a:custGeom>
              <a:rect b="b" l="l" r="r" t="t"/>
              <a:pathLst>
                <a:path extrusionOk="0" h="4024" w="4025">
                  <a:moveTo>
                    <a:pt x="2038" y="1"/>
                  </a:moveTo>
                  <a:cubicBezTo>
                    <a:pt x="1006" y="1"/>
                    <a:pt x="115" y="796"/>
                    <a:pt x="24" y="1840"/>
                  </a:cubicBezTo>
                  <a:cubicBezTo>
                    <a:pt x="0" y="1959"/>
                    <a:pt x="0" y="2078"/>
                    <a:pt x="24" y="2197"/>
                  </a:cubicBezTo>
                  <a:cubicBezTo>
                    <a:pt x="36" y="2352"/>
                    <a:pt x="60" y="2495"/>
                    <a:pt x="108" y="2626"/>
                  </a:cubicBezTo>
                  <a:cubicBezTo>
                    <a:pt x="358" y="3376"/>
                    <a:pt x="1036" y="3935"/>
                    <a:pt x="1846" y="4019"/>
                  </a:cubicBezTo>
                  <a:cubicBezTo>
                    <a:pt x="1890" y="4022"/>
                    <a:pt x="1934" y="4023"/>
                    <a:pt x="1978" y="4023"/>
                  </a:cubicBezTo>
                  <a:cubicBezTo>
                    <a:pt x="2107" y="4023"/>
                    <a:pt x="2230" y="4010"/>
                    <a:pt x="2346" y="3983"/>
                  </a:cubicBezTo>
                  <a:cubicBezTo>
                    <a:pt x="2501" y="3971"/>
                    <a:pt x="2655" y="3924"/>
                    <a:pt x="2786" y="3864"/>
                  </a:cubicBezTo>
                  <a:cubicBezTo>
                    <a:pt x="3417" y="3602"/>
                    <a:pt x="3894" y="3031"/>
                    <a:pt x="4013" y="2328"/>
                  </a:cubicBezTo>
                  <a:cubicBezTo>
                    <a:pt x="4013" y="2292"/>
                    <a:pt x="4025" y="2233"/>
                    <a:pt x="4025" y="2185"/>
                  </a:cubicBezTo>
                  <a:lnTo>
                    <a:pt x="4025" y="1899"/>
                  </a:lnTo>
                  <a:cubicBezTo>
                    <a:pt x="3989" y="1578"/>
                    <a:pt x="3906" y="1257"/>
                    <a:pt x="3739" y="995"/>
                  </a:cubicBezTo>
                  <a:cubicBezTo>
                    <a:pt x="3667" y="864"/>
                    <a:pt x="3572" y="745"/>
                    <a:pt x="3465" y="637"/>
                  </a:cubicBezTo>
                  <a:cubicBezTo>
                    <a:pt x="3144" y="292"/>
                    <a:pt x="2703" y="54"/>
                    <a:pt x="2191" y="6"/>
                  </a:cubicBezTo>
                  <a:cubicBezTo>
                    <a:pt x="2140" y="2"/>
                    <a:pt x="2089" y="1"/>
                    <a:pt x="203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6886575" y="1575550"/>
              <a:ext cx="19050" cy="17950"/>
            </a:xfrm>
            <a:custGeom>
              <a:rect b="b" l="l" r="r" t="t"/>
              <a:pathLst>
                <a:path extrusionOk="0" h="718" w="762">
                  <a:moveTo>
                    <a:pt x="367" y="0"/>
                  </a:moveTo>
                  <a:cubicBezTo>
                    <a:pt x="308" y="0"/>
                    <a:pt x="251" y="22"/>
                    <a:pt x="202" y="51"/>
                  </a:cubicBezTo>
                  <a:cubicBezTo>
                    <a:pt x="95" y="111"/>
                    <a:pt x="36" y="206"/>
                    <a:pt x="24" y="325"/>
                  </a:cubicBezTo>
                  <a:cubicBezTo>
                    <a:pt x="0" y="539"/>
                    <a:pt x="155" y="706"/>
                    <a:pt x="345" y="718"/>
                  </a:cubicBezTo>
                  <a:cubicBezTo>
                    <a:pt x="405" y="718"/>
                    <a:pt x="464" y="706"/>
                    <a:pt x="512" y="682"/>
                  </a:cubicBezTo>
                  <a:cubicBezTo>
                    <a:pt x="631" y="646"/>
                    <a:pt x="714" y="539"/>
                    <a:pt x="738" y="384"/>
                  </a:cubicBezTo>
                  <a:cubicBezTo>
                    <a:pt x="762" y="194"/>
                    <a:pt x="595" y="15"/>
                    <a:pt x="405" y="3"/>
                  </a:cubicBezTo>
                  <a:cubicBezTo>
                    <a:pt x="392" y="1"/>
                    <a:pt x="380" y="0"/>
                    <a:pt x="3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6612725" y="2909675"/>
              <a:ext cx="36925" cy="36225"/>
            </a:xfrm>
            <a:custGeom>
              <a:rect b="b" l="l" r="r" t="t"/>
              <a:pathLst>
                <a:path extrusionOk="0" h="1449" w="1477">
                  <a:moveTo>
                    <a:pt x="765" y="1"/>
                  </a:moveTo>
                  <a:cubicBezTo>
                    <a:pt x="380" y="1"/>
                    <a:pt x="59" y="291"/>
                    <a:pt x="36" y="669"/>
                  </a:cubicBezTo>
                  <a:cubicBezTo>
                    <a:pt x="0" y="1074"/>
                    <a:pt x="298" y="1419"/>
                    <a:pt x="703" y="1443"/>
                  </a:cubicBezTo>
                  <a:cubicBezTo>
                    <a:pt x="732" y="1446"/>
                    <a:pt x="761" y="1448"/>
                    <a:pt x="790" y="1448"/>
                  </a:cubicBezTo>
                  <a:cubicBezTo>
                    <a:pt x="1039" y="1448"/>
                    <a:pt x="1252" y="1312"/>
                    <a:pt x="1369" y="1109"/>
                  </a:cubicBezTo>
                  <a:cubicBezTo>
                    <a:pt x="1429" y="1014"/>
                    <a:pt x="1465" y="907"/>
                    <a:pt x="1477" y="788"/>
                  </a:cubicBezTo>
                  <a:cubicBezTo>
                    <a:pt x="1477" y="752"/>
                    <a:pt x="1477" y="705"/>
                    <a:pt x="1465" y="657"/>
                  </a:cubicBezTo>
                  <a:lnTo>
                    <a:pt x="1465" y="645"/>
                  </a:lnTo>
                  <a:cubicBezTo>
                    <a:pt x="1417" y="312"/>
                    <a:pt x="1167" y="38"/>
                    <a:pt x="810" y="2"/>
                  </a:cubicBezTo>
                  <a:cubicBezTo>
                    <a:pt x="795" y="1"/>
                    <a:pt x="780" y="1"/>
                    <a:pt x="7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6607950" y="4033250"/>
              <a:ext cx="50925" cy="50550"/>
            </a:xfrm>
            <a:custGeom>
              <a:rect b="b" l="l" r="r" t="t"/>
              <a:pathLst>
                <a:path extrusionOk="0" h="2022" w="2037">
                  <a:moveTo>
                    <a:pt x="1019" y="1"/>
                  </a:moveTo>
                  <a:cubicBezTo>
                    <a:pt x="930" y="1"/>
                    <a:pt x="843" y="14"/>
                    <a:pt x="763" y="41"/>
                  </a:cubicBezTo>
                  <a:cubicBezTo>
                    <a:pt x="358" y="148"/>
                    <a:pt x="48" y="505"/>
                    <a:pt x="13" y="934"/>
                  </a:cubicBezTo>
                  <a:cubicBezTo>
                    <a:pt x="1" y="1124"/>
                    <a:pt x="25" y="1291"/>
                    <a:pt x="108" y="1458"/>
                  </a:cubicBezTo>
                  <a:cubicBezTo>
                    <a:pt x="179" y="1600"/>
                    <a:pt x="275" y="1720"/>
                    <a:pt x="394" y="1815"/>
                  </a:cubicBezTo>
                  <a:cubicBezTo>
                    <a:pt x="537" y="1934"/>
                    <a:pt x="727" y="2005"/>
                    <a:pt x="941" y="2017"/>
                  </a:cubicBezTo>
                  <a:cubicBezTo>
                    <a:pt x="969" y="2020"/>
                    <a:pt x="997" y="2021"/>
                    <a:pt x="1024" y="2021"/>
                  </a:cubicBezTo>
                  <a:cubicBezTo>
                    <a:pt x="1110" y="2021"/>
                    <a:pt x="1187" y="2006"/>
                    <a:pt x="1251" y="1970"/>
                  </a:cubicBezTo>
                  <a:cubicBezTo>
                    <a:pt x="1406" y="1946"/>
                    <a:pt x="1537" y="1874"/>
                    <a:pt x="1656" y="1779"/>
                  </a:cubicBezTo>
                  <a:cubicBezTo>
                    <a:pt x="1775" y="1696"/>
                    <a:pt x="1858" y="1589"/>
                    <a:pt x="1918" y="1470"/>
                  </a:cubicBezTo>
                  <a:cubicBezTo>
                    <a:pt x="1977" y="1350"/>
                    <a:pt x="2013" y="1219"/>
                    <a:pt x="2025" y="1077"/>
                  </a:cubicBezTo>
                  <a:cubicBezTo>
                    <a:pt x="2037" y="874"/>
                    <a:pt x="2001" y="660"/>
                    <a:pt x="1894" y="505"/>
                  </a:cubicBezTo>
                  <a:cubicBezTo>
                    <a:pt x="1799" y="362"/>
                    <a:pt x="1703" y="267"/>
                    <a:pt x="1584" y="172"/>
                  </a:cubicBezTo>
                  <a:cubicBezTo>
                    <a:pt x="1465" y="100"/>
                    <a:pt x="1346" y="53"/>
                    <a:pt x="1203" y="29"/>
                  </a:cubicBezTo>
                  <a:cubicBezTo>
                    <a:pt x="1179" y="29"/>
                    <a:pt x="1132" y="5"/>
                    <a:pt x="1108" y="5"/>
                  </a:cubicBezTo>
                  <a:cubicBezTo>
                    <a:pt x="1078" y="2"/>
                    <a:pt x="1049" y="1"/>
                    <a:pt x="101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6996400" y="4166875"/>
              <a:ext cx="36325" cy="36000"/>
            </a:xfrm>
            <a:custGeom>
              <a:rect b="b" l="l" r="r" t="t"/>
              <a:pathLst>
                <a:path extrusionOk="0" h="1440" w="1453">
                  <a:moveTo>
                    <a:pt x="733" y="1"/>
                  </a:moveTo>
                  <a:cubicBezTo>
                    <a:pt x="700" y="1"/>
                    <a:pt x="671" y="6"/>
                    <a:pt x="631" y="6"/>
                  </a:cubicBezTo>
                  <a:cubicBezTo>
                    <a:pt x="465" y="18"/>
                    <a:pt x="334" y="101"/>
                    <a:pt x="227" y="196"/>
                  </a:cubicBezTo>
                  <a:cubicBezTo>
                    <a:pt x="119" y="304"/>
                    <a:pt x="60" y="423"/>
                    <a:pt x="36" y="577"/>
                  </a:cubicBezTo>
                  <a:cubicBezTo>
                    <a:pt x="36" y="601"/>
                    <a:pt x="12" y="613"/>
                    <a:pt x="12" y="649"/>
                  </a:cubicBezTo>
                  <a:cubicBezTo>
                    <a:pt x="0" y="780"/>
                    <a:pt x="36" y="899"/>
                    <a:pt x="84" y="1030"/>
                  </a:cubicBezTo>
                  <a:cubicBezTo>
                    <a:pt x="191" y="1256"/>
                    <a:pt x="405" y="1423"/>
                    <a:pt x="667" y="1435"/>
                  </a:cubicBezTo>
                  <a:cubicBezTo>
                    <a:pt x="696" y="1438"/>
                    <a:pt x="724" y="1440"/>
                    <a:pt x="752" y="1440"/>
                  </a:cubicBezTo>
                  <a:cubicBezTo>
                    <a:pt x="1119" y="1440"/>
                    <a:pt x="1419" y="1156"/>
                    <a:pt x="1441" y="780"/>
                  </a:cubicBezTo>
                  <a:cubicBezTo>
                    <a:pt x="1453" y="399"/>
                    <a:pt x="1155" y="42"/>
                    <a:pt x="786" y="6"/>
                  </a:cubicBezTo>
                  <a:cubicBezTo>
                    <a:pt x="766" y="2"/>
                    <a:pt x="749" y="1"/>
                    <a:pt x="73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6710350" y="4394000"/>
              <a:ext cx="37225" cy="35950"/>
            </a:xfrm>
            <a:custGeom>
              <a:rect b="b" l="l" r="r" t="t"/>
              <a:pathLst>
                <a:path extrusionOk="0" h="1438" w="1489">
                  <a:moveTo>
                    <a:pt x="737" y="0"/>
                  </a:moveTo>
                  <a:cubicBezTo>
                    <a:pt x="370" y="0"/>
                    <a:pt x="70" y="284"/>
                    <a:pt x="48" y="660"/>
                  </a:cubicBezTo>
                  <a:cubicBezTo>
                    <a:pt x="1" y="1053"/>
                    <a:pt x="298" y="1398"/>
                    <a:pt x="703" y="1434"/>
                  </a:cubicBezTo>
                  <a:cubicBezTo>
                    <a:pt x="724" y="1436"/>
                    <a:pt x="746" y="1437"/>
                    <a:pt x="767" y="1437"/>
                  </a:cubicBezTo>
                  <a:cubicBezTo>
                    <a:pt x="1133" y="1437"/>
                    <a:pt x="1443" y="1151"/>
                    <a:pt x="1477" y="779"/>
                  </a:cubicBezTo>
                  <a:cubicBezTo>
                    <a:pt x="1489" y="386"/>
                    <a:pt x="1203" y="41"/>
                    <a:pt x="822" y="5"/>
                  </a:cubicBezTo>
                  <a:cubicBezTo>
                    <a:pt x="793" y="2"/>
                    <a:pt x="765" y="0"/>
                    <a:pt x="73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6609750" y="3484075"/>
              <a:ext cx="35725" cy="35675"/>
            </a:xfrm>
            <a:custGeom>
              <a:rect b="b" l="l" r="r" t="t"/>
              <a:pathLst>
                <a:path extrusionOk="0" h="1427" w="1429">
                  <a:moveTo>
                    <a:pt x="700" y="1"/>
                  </a:moveTo>
                  <a:cubicBezTo>
                    <a:pt x="418" y="1"/>
                    <a:pt x="158" y="184"/>
                    <a:pt x="60" y="458"/>
                  </a:cubicBezTo>
                  <a:cubicBezTo>
                    <a:pt x="48" y="517"/>
                    <a:pt x="24" y="577"/>
                    <a:pt x="24" y="648"/>
                  </a:cubicBezTo>
                  <a:cubicBezTo>
                    <a:pt x="0" y="755"/>
                    <a:pt x="36" y="850"/>
                    <a:pt x="60" y="958"/>
                  </a:cubicBezTo>
                  <a:cubicBezTo>
                    <a:pt x="84" y="993"/>
                    <a:pt x="84" y="1005"/>
                    <a:pt x="95" y="1041"/>
                  </a:cubicBezTo>
                  <a:cubicBezTo>
                    <a:pt x="155" y="1172"/>
                    <a:pt x="274" y="1279"/>
                    <a:pt x="405" y="1350"/>
                  </a:cubicBezTo>
                  <a:cubicBezTo>
                    <a:pt x="417" y="1362"/>
                    <a:pt x="453" y="1362"/>
                    <a:pt x="465" y="1374"/>
                  </a:cubicBezTo>
                  <a:cubicBezTo>
                    <a:pt x="524" y="1398"/>
                    <a:pt x="584" y="1422"/>
                    <a:pt x="655" y="1422"/>
                  </a:cubicBezTo>
                  <a:cubicBezTo>
                    <a:pt x="683" y="1425"/>
                    <a:pt x="710" y="1427"/>
                    <a:pt x="736" y="1427"/>
                  </a:cubicBezTo>
                  <a:cubicBezTo>
                    <a:pt x="799" y="1427"/>
                    <a:pt x="858" y="1418"/>
                    <a:pt x="917" y="1410"/>
                  </a:cubicBezTo>
                  <a:cubicBezTo>
                    <a:pt x="1036" y="1374"/>
                    <a:pt x="1155" y="1315"/>
                    <a:pt x="1227" y="1243"/>
                  </a:cubicBezTo>
                  <a:lnTo>
                    <a:pt x="1238" y="1231"/>
                  </a:lnTo>
                  <a:cubicBezTo>
                    <a:pt x="1346" y="1112"/>
                    <a:pt x="1417" y="958"/>
                    <a:pt x="1429" y="779"/>
                  </a:cubicBezTo>
                  <a:cubicBezTo>
                    <a:pt x="1429" y="684"/>
                    <a:pt x="1429" y="600"/>
                    <a:pt x="1405" y="517"/>
                  </a:cubicBezTo>
                  <a:cubicBezTo>
                    <a:pt x="1358" y="362"/>
                    <a:pt x="1262" y="231"/>
                    <a:pt x="1143" y="148"/>
                  </a:cubicBezTo>
                  <a:cubicBezTo>
                    <a:pt x="1048" y="65"/>
                    <a:pt x="917" y="29"/>
                    <a:pt x="774" y="5"/>
                  </a:cubicBezTo>
                  <a:cubicBezTo>
                    <a:pt x="749" y="2"/>
                    <a:pt x="724" y="1"/>
                    <a:pt x="70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18"/>
            <p:cNvSpPr/>
            <p:nvPr/>
          </p:nvSpPr>
          <p:spPr>
            <a:xfrm>
              <a:off x="7027050" y="3205875"/>
              <a:ext cx="8950" cy="31275"/>
            </a:xfrm>
            <a:custGeom>
              <a:rect b="b" l="l" r="r" t="t"/>
              <a:pathLst>
                <a:path extrusionOk="0" h="1251" w="358">
                  <a:moveTo>
                    <a:pt x="358" y="1"/>
                  </a:moveTo>
                  <a:cubicBezTo>
                    <a:pt x="334" y="25"/>
                    <a:pt x="310" y="36"/>
                    <a:pt x="298" y="48"/>
                  </a:cubicBezTo>
                  <a:cubicBezTo>
                    <a:pt x="132" y="167"/>
                    <a:pt x="13" y="346"/>
                    <a:pt x="1" y="572"/>
                  </a:cubicBezTo>
                  <a:cubicBezTo>
                    <a:pt x="1" y="656"/>
                    <a:pt x="1" y="751"/>
                    <a:pt x="25" y="834"/>
                  </a:cubicBezTo>
                  <a:cubicBezTo>
                    <a:pt x="72" y="989"/>
                    <a:pt x="179" y="1108"/>
                    <a:pt x="275" y="1215"/>
                  </a:cubicBezTo>
                  <a:cubicBezTo>
                    <a:pt x="310" y="1227"/>
                    <a:pt x="322" y="1239"/>
                    <a:pt x="358" y="1251"/>
                  </a:cubicBezTo>
                  <a:lnTo>
                    <a:pt x="358" y="1"/>
                  </a:ln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18"/>
            <p:cNvSpPr/>
            <p:nvPr/>
          </p:nvSpPr>
          <p:spPr>
            <a:xfrm>
              <a:off x="6923175" y="1659900"/>
              <a:ext cx="35750" cy="35150"/>
            </a:xfrm>
            <a:custGeom>
              <a:rect b="b" l="l" r="r" t="t"/>
              <a:pathLst>
                <a:path extrusionOk="0" h="1406" w="1430">
                  <a:moveTo>
                    <a:pt x="681" y="1"/>
                  </a:moveTo>
                  <a:cubicBezTo>
                    <a:pt x="607" y="1"/>
                    <a:pt x="536" y="18"/>
                    <a:pt x="477" y="35"/>
                  </a:cubicBezTo>
                  <a:cubicBezTo>
                    <a:pt x="227" y="130"/>
                    <a:pt x="24" y="344"/>
                    <a:pt x="12" y="642"/>
                  </a:cubicBezTo>
                  <a:cubicBezTo>
                    <a:pt x="0" y="844"/>
                    <a:pt x="60" y="1035"/>
                    <a:pt x="179" y="1166"/>
                  </a:cubicBezTo>
                  <a:cubicBezTo>
                    <a:pt x="262" y="1285"/>
                    <a:pt x="405" y="1356"/>
                    <a:pt x="548" y="1392"/>
                  </a:cubicBezTo>
                  <a:cubicBezTo>
                    <a:pt x="584" y="1392"/>
                    <a:pt x="608" y="1404"/>
                    <a:pt x="655" y="1404"/>
                  </a:cubicBezTo>
                  <a:cubicBezTo>
                    <a:pt x="677" y="1405"/>
                    <a:pt x="698" y="1406"/>
                    <a:pt x="720" y="1406"/>
                  </a:cubicBezTo>
                  <a:cubicBezTo>
                    <a:pt x="874" y="1406"/>
                    <a:pt x="1016" y="1367"/>
                    <a:pt x="1132" y="1273"/>
                  </a:cubicBezTo>
                  <a:cubicBezTo>
                    <a:pt x="1263" y="1178"/>
                    <a:pt x="1370" y="1023"/>
                    <a:pt x="1394" y="844"/>
                  </a:cubicBezTo>
                  <a:cubicBezTo>
                    <a:pt x="1394" y="820"/>
                    <a:pt x="1417" y="797"/>
                    <a:pt x="1417" y="761"/>
                  </a:cubicBezTo>
                  <a:cubicBezTo>
                    <a:pt x="1429" y="546"/>
                    <a:pt x="1334" y="332"/>
                    <a:pt x="1191" y="189"/>
                  </a:cubicBezTo>
                  <a:cubicBezTo>
                    <a:pt x="1132" y="130"/>
                    <a:pt x="1060" y="82"/>
                    <a:pt x="977" y="46"/>
                  </a:cubicBezTo>
                  <a:cubicBezTo>
                    <a:pt x="917" y="35"/>
                    <a:pt x="846" y="11"/>
                    <a:pt x="774" y="11"/>
                  </a:cubicBezTo>
                  <a:cubicBezTo>
                    <a:pt x="743" y="4"/>
                    <a:pt x="712" y="1"/>
                    <a:pt x="68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18"/>
            <p:cNvSpPr/>
            <p:nvPr/>
          </p:nvSpPr>
          <p:spPr>
            <a:xfrm>
              <a:off x="6526400" y="2260750"/>
              <a:ext cx="36625" cy="35900"/>
            </a:xfrm>
            <a:custGeom>
              <a:rect b="b" l="l" r="r" t="t"/>
              <a:pathLst>
                <a:path extrusionOk="0" h="1436" w="1465">
                  <a:moveTo>
                    <a:pt x="756" y="1"/>
                  </a:moveTo>
                  <a:cubicBezTo>
                    <a:pt x="382" y="1"/>
                    <a:pt x="82" y="287"/>
                    <a:pt x="48" y="658"/>
                  </a:cubicBezTo>
                  <a:cubicBezTo>
                    <a:pt x="0" y="1063"/>
                    <a:pt x="298" y="1408"/>
                    <a:pt x="703" y="1432"/>
                  </a:cubicBezTo>
                  <a:cubicBezTo>
                    <a:pt x="727" y="1435"/>
                    <a:pt x="751" y="1436"/>
                    <a:pt x="775" y="1436"/>
                  </a:cubicBezTo>
                  <a:cubicBezTo>
                    <a:pt x="986" y="1436"/>
                    <a:pt x="1182" y="1343"/>
                    <a:pt x="1310" y="1182"/>
                  </a:cubicBezTo>
                  <a:cubicBezTo>
                    <a:pt x="1405" y="1075"/>
                    <a:pt x="1465" y="944"/>
                    <a:pt x="1465" y="765"/>
                  </a:cubicBezTo>
                  <a:lnTo>
                    <a:pt x="1465" y="754"/>
                  </a:lnTo>
                  <a:lnTo>
                    <a:pt x="1465" y="682"/>
                  </a:lnTo>
                  <a:cubicBezTo>
                    <a:pt x="1453" y="515"/>
                    <a:pt x="1393" y="384"/>
                    <a:pt x="1298" y="265"/>
                  </a:cubicBezTo>
                  <a:cubicBezTo>
                    <a:pt x="1179" y="123"/>
                    <a:pt x="1012" y="27"/>
                    <a:pt x="822" y="3"/>
                  </a:cubicBezTo>
                  <a:cubicBezTo>
                    <a:pt x="800" y="2"/>
                    <a:pt x="778" y="1"/>
                    <a:pt x="75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18"/>
            <p:cNvSpPr/>
            <p:nvPr/>
          </p:nvSpPr>
          <p:spPr>
            <a:xfrm>
              <a:off x="5728375" y="4421425"/>
              <a:ext cx="51825" cy="50475"/>
            </a:xfrm>
            <a:custGeom>
              <a:rect b="b" l="l" r="r" t="t"/>
              <a:pathLst>
                <a:path extrusionOk="0" h="2019" w="2073">
                  <a:moveTo>
                    <a:pt x="1045" y="0"/>
                  </a:moveTo>
                  <a:cubicBezTo>
                    <a:pt x="521" y="0"/>
                    <a:pt x="71" y="402"/>
                    <a:pt x="48" y="932"/>
                  </a:cubicBezTo>
                  <a:cubicBezTo>
                    <a:pt x="1" y="1492"/>
                    <a:pt x="418" y="1980"/>
                    <a:pt x="965" y="2016"/>
                  </a:cubicBezTo>
                  <a:cubicBezTo>
                    <a:pt x="992" y="2018"/>
                    <a:pt x="1019" y="2019"/>
                    <a:pt x="1046" y="2019"/>
                  </a:cubicBezTo>
                  <a:cubicBezTo>
                    <a:pt x="1333" y="2019"/>
                    <a:pt x="1579" y="1903"/>
                    <a:pt x="1775" y="1718"/>
                  </a:cubicBezTo>
                  <a:cubicBezTo>
                    <a:pt x="1870" y="1611"/>
                    <a:pt x="1965" y="1480"/>
                    <a:pt x="2013" y="1325"/>
                  </a:cubicBezTo>
                  <a:cubicBezTo>
                    <a:pt x="2037" y="1266"/>
                    <a:pt x="2037" y="1194"/>
                    <a:pt x="2061" y="1135"/>
                  </a:cubicBezTo>
                  <a:lnTo>
                    <a:pt x="2061" y="1123"/>
                  </a:lnTo>
                  <a:lnTo>
                    <a:pt x="2061" y="1075"/>
                  </a:lnTo>
                  <a:cubicBezTo>
                    <a:pt x="2072" y="944"/>
                    <a:pt x="2061" y="813"/>
                    <a:pt x="2013" y="671"/>
                  </a:cubicBezTo>
                  <a:cubicBezTo>
                    <a:pt x="1977" y="599"/>
                    <a:pt x="1942" y="528"/>
                    <a:pt x="1894" y="456"/>
                  </a:cubicBezTo>
                  <a:cubicBezTo>
                    <a:pt x="1822" y="337"/>
                    <a:pt x="1703" y="218"/>
                    <a:pt x="1561" y="135"/>
                  </a:cubicBezTo>
                  <a:cubicBezTo>
                    <a:pt x="1430" y="63"/>
                    <a:pt x="1275" y="16"/>
                    <a:pt x="1132" y="4"/>
                  </a:cubicBezTo>
                  <a:cubicBezTo>
                    <a:pt x="1103" y="1"/>
                    <a:pt x="1074" y="0"/>
                    <a:pt x="104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6710950" y="4235475"/>
              <a:ext cx="20850" cy="20600"/>
            </a:xfrm>
            <a:custGeom>
              <a:rect b="b" l="l" r="r" t="t"/>
              <a:pathLst>
                <a:path extrusionOk="0" h="824" w="834">
                  <a:moveTo>
                    <a:pt x="405" y="0"/>
                  </a:moveTo>
                  <a:cubicBezTo>
                    <a:pt x="203" y="0"/>
                    <a:pt x="24" y="155"/>
                    <a:pt x="0" y="369"/>
                  </a:cubicBezTo>
                  <a:lnTo>
                    <a:pt x="0" y="417"/>
                  </a:lnTo>
                  <a:cubicBezTo>
                    <a:pt x="24" y="608"/>
                    <a:pt x="143" y="762"/>
                    <a:pt x="322" y="810"/>
                  </a:cubicBezTo>
                  <a:cubicBezTo>
                    <a:pt x="334" y="822"/>
                    <a:pt x="358" y="822"/>
                    <a:pt x="381" y="822"/>
                  </a:cubicBezTo>
                  <a:cubicBezTo>
                    <a:pt x="394" y="823"/>
                    <a:pt x="406" y="824"/>
                    <a:pt x="418" y="824"/>
                  </a:cubicBezTo>
                  <a:cubicBezTo>
                    <a:pt x="520" y="824"/>
                    <a:pt x="604" y="780"/>
                    <a:pt x="679" y="727"/>
                  </a:cubicBezTo>
                  <a:cubicBezTo>
                    <a:pt x="703" y="703"/>
                    <a:pt x="739" y="667"/>
                    <a:pt x="750" y="643"/>
                  </a:cubicBezTo>
                  <a:cubicBezTo>
                    <a:pt x="798" y="584"/>
                    <a:pt x="822" y="524"/>
                    <a:pt x="822" y="453"/>
                  </a:cubicBezTo>
                  <a:cubicBezTo>
                    <a:pt x="834" y="227"/>
                    <a:pt x="679" y="36"/>
                    <a:pt x="45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18"/>
            <p:cNvSpPr/>
            <p:nvPr/>
          </p:nvSpPr>
          <p:spPr>
            <a:xfrm>
              <a:off x="6828225" y="3855375"/>
              <a:ext cx="21150" cy="20450"/>
            </a:xfrm>
            <a:custGeom>
              <a:rect b="b" l="l" r="r" t="t"/>
              <a:pathLst>
                <a:path extrusionOk="0" h="818" w="846">
                  <a:moveTo>
                    <a:pt x="465" y="0"/>
                  </a:moveTo>
                  <a:cubicBezTo>
                    <a:pt x="393" y="0"/>
                    <a:pt x="334" y="12"/>
                    <a:pt x="274" y="24"/>
                  </a:cubicBezTo>
                  <a:lnTo>
                    <a:pt x="250" y="24"/>
                  </a:lnTo>
                  <a:cubicBezTo>
                    <a:pt x="119" y="83"/>
                    <a:pt x="36" y="203"/>
                    <a:pt x="12" y="369"/>
                  </a:cubicBezTo>
                  <a:cubicBezTo>
                    <a:pt x="0" y="429"/>
                    <a:pt x="12" y="488"/>
                    <a:pt x="36" y="536"/>
                  </a:cubicBezTo>
                  <a:cubicBezTo>
                    <a:pt x="60" y="595"/>
                    <a:pt x="96" y="631"/>
                    <a:pt x="119" y="679"/>
                  </a:cubicBezTo>
                  <a:cubicBezTo>
                    <a:pt x="191" y="774"/>
                    <a:pt x="286" y="810"/>
                    <a:pt x="369" y="810"/>
                  </a:cubicBezTo>
                  <a:cubicBezTo>
                    <a:pt x="392" y="815"/>
                    <a:pt x="415" y="817"/>
                    <a:pt x="438" y="817"/>
                  </a:cubicBezTo>
                  <a:cubicBezTo>
                    <a:pt x="521" y="817"/>
                    <a:pt x="599" y="785"/>
                    <a:pt x="655" y="738"/>
                  </a:cubicBezTo>
                  <a:cubicBezTo>
                    <a:pt x="762" y="679"/>
                    <a:pt x="822" y="572"/>
                    <a:pt x="834" y="441"/>
                  </a:cubicBezTo>
                  <a:cubicBezTo>
                    <a:pt x="846" y="357"/>
                    <a:pt x="822" y="250"/>
                    <a:pt x="762" y="179"/>
                  </a:cubicBezTo>
                  <a:cubicBezTo>
                    <a:pt x="703" y="72"/>
                    <a:pt x="596" y="12"/>
                    <a:pt x="46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18"/>
            <p:cNvSpPr/>
            <p:nvPr/>
          </p:nvSpPr>
          <p:spPr>
            <a:xfrm>
              <a:off x="6930325" y="4028600"/>
              <a:ext cx="21450" cy="20575"/>
            </a:xfrm>
            <a:custGeom>
              <a:rect b="b" l="l" r="r" t="t"/>
              <a:pathLst>
                <a:path extrusionOk="0" h="823" w="858">
                  <a:moveTo>
                    <a:pt x="476" y="1"/>
                  </a:moveTo>
                  <a:cubicBezTo>
                    <a:pt x="357" y="1"/>
                    <a:pt x="250" y="36"/>
                    <a:pt x="179" y="96"/>
                  </a:cubicBezTo>
                  <a:cubicBezTo>
                    <a:pt x="84" y="155"/>
                    <a:pt x="24" y="251"/>
                    <a:pt x="12" y="370"/>
                  </a:cubicBezTo>
                  <a:cubicBezTo>
                    <a:pt x="0" y="608"/>
                    <a:pt x="143" y="810"/>
                    <a:pt x="381" y="822"/>
                  </a:cubicBezTo>
                  <a:cubicBezTo>
                    <a:pt x="453" y="822"/>
                    <a:pt x="512" y="810"/>
                    <a:pt x="572" y="786"/>
                  </a:cubicBezTo>
                  <a:cubicBezTo>
                    <a:pt x="727" y="751"/>
                    <a:pt x="834" y="608"/>
                    <a:pt x="846" y="453"/>
                  </a:cubicBezTo>
                  <a:cubicBezTo>
                    <a:pt x="857" y="215"/>
                    <a:pt x="679" y="12"/>
                    <a:pt x="47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18"/>
            <p:cNvSpPr/>
            <p:nvPr/>
          </p:nvSpPr>
          <p:spPr>
            <a:xfrm>
              <a:off x="6984800" y="3178775"/>
              <a:ext cx="21450" cy="20600"/>
            </a:xfrm>
            <a:custGeom>
              <a:rect b="b" l="l" r="r" t="t"/>
              <a:pathLst>
                <a:path extrusionOk="0" h="824" w="858">
                  <a:moveTo>
                    <a:pt x="440" y="1"/>
                  </a:moveTo>
                  <a:cubicBezTo>
                    <a:pt x="225" y="1"/>
                    <a:pt x="47" y="152"/>
                    <a:pt x="24" y="370"/>
                  </a:cubicBezTo>
                  <a:cubicBezTo>
                    <a:pt x="0" y="608"/>
                    <a:pt x="155" y="799"/>
                    <a:pt x="393" y="823"/>
                  </a:cubicBezTo>
                  <a:cubicBezTo>
                    <a:pt x="402" y="823"/>
                    <a:pt x="411" y="823"/>
                    <a:pt x="420" y="823"/>
                  </a:cubicBezTo>
                  <a:cubicBezTo>
                    <a:pt x="646" y="823"/>
                    <a:pt x="822" y="682"/>
                    <a:pt x="834" y="442"/>
                  </a:cubicBezTo>
                  <a:cubicBezTo>
                    <a:pt x="857" y="204"/>
                    <a:pt x="703" y="13"/>
                    <a:pt x="464" y="1"/>
                  </a:cubicBezTo>
                  <a:cubicBezTo>
                    <a:pt x="456" y="1"/>
                    <a:pt x="448" y="1"/>
                    <a:pt x="4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18"/>
            <p:cNvSpPr/>
            <p:nvPr/>
          </p:nvSpPr>
          <p:spPr>
            <a:xfrm>
              <a:off x="6950250" y="2089625"/>
              <a:ext cx="20875" cy="20600"/>
            </a:xfrm>
            <a:custGeom>
              <a:rect b="b" l="l" r="r" t="t"/>
              <a:pathLst>
                <a:path extrusionOk="0" h="824" w="835">
                  <a:moveTo>
                    <a:pt x="410" y="1"/>
                  </a:moveTo>
                  <a:cubicBezTo>
                    <a:pt x="287" y="1"/>
                    <a:pt x="183" y="47"/>
                    <a:pt x="108" y="121"/>
                  </a:cubicBezTo>
                  <a:cubicBezTo>
                    <a:pt x="49" y="205"/>
                    <a:pt x="1" y="276"/>
                    <a:pt x="1" y="383"/>
                  </a:cubicBezTo>
                  <a:lnTo>
                    <a:pt x="1" y="419"/>
                  </a:lnTo>
                  <a:cubicBezTo>
                    <a:pt x="1" y="574"/>
                    <a:pt x="72" y="693"/>
                    <a:pt x="191" y="764"/>
                  </a:cubicBezTo>
                  <a:cubicBezTo>
                    <a:pt x="239" y="800"/>
                    <a:pt x="299" y="824"/>
                    <a:pt x="370" y="824"/>
                  </a:cubicBezTo>
                  <a:cubicBezTo>
                    <a:pt x="441" y="824"/>
                    <a:pt x="525" y="812"/>
                    <a:pt x="584" y="776"/>
                  </a:cubicBezTo>
                  <a:cubicBezTo>
                    <a:pt x="692" y="741"/>
                    <a:pt x="751" y="657"/>
                    <a:pt x="787" y="574"/>
                  </a:cubicBezTo>
                  <a:cubicBezTo>
                    <a:pt x="811" y="538"/>
                    <a:pt x="822" y="502"/>
                    <a:pt x="822" y="455"/>
                  </a:cubicBezTo>
                  <a:cubicBezTo>
                    <a:pt x="834" y="324"/>
                    <a:pt x="787" y="217"/>
                    <a:pt x="703" y="121"/>
                  </a:cubicBezTo>
                  <a:cubicBezTo>
                    <a:pt x="656" y="98"/>
                    <a:pt x="608" y="50"/>
                    <a:pt x="549" y="38"/>
                  </a:cubicBezTo>
                  <a:cubicBezTo>
                    <a:pt x="525" y="26"/>
                    <a:pt x="489" y="2"/>
                    <a:pt x="453" y="2"/>
                  </a:cubicBezTo>
                  <a:cubicBezTo>
                    <a:pt x="439" y="1"/>
                    <a:pt x="424" y="1"/>
                    <a:pt x="41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18"/>
            <p:cNvSpPr/>
            <p:nvPr/>
          </p:nvSpPr>
          <p:spPr>
            <a:xfrm>
              <a:off x="6882700" y="3304975"/>
              <a:ext cx="21450" cy="20600"/>
            </a:xfrm>
            <a:custGeom>
              <a:rect b="b" l="l" r="r" t="t"/>
              <a:pathLst>
                <a:path extrusionOk="0" h="824" w="858">
                  <a:moveTo>
                    <a:pt x="425" y="1"/>
                  </a:moveTo>
                  <a:cubicBezTo>
                    <a:pt x="200" y="1"/>
                    <a:pt x="24" y="142"/>
                    <a:pt x="12" y="371"/>
                  </a:cubicBezTo>
                  <a:cubicBezTo>
                    <a:pt x="0" y="490"/>
                    <a:pt x="36" y="597"/>
                    <a:pt x="119" y="680"/>
                  </a:cubicBezTo>
                  <a:cubicBezTo>
                    <a:pt x="179" y="764"/>
                    <a:pt x="274" y="799"/>
                    <a:pt x="381" y="823"/>
                  </a:cubicBezTo>
                  <a:cubicBezTo>
                    <a:pt x="391" y="824"/>
                    <a:pt x="400" y="824"/>
                    <a:pt x="410" y="824"/>
                  </a:cubicBezTo>
                  <a:cubicBezTo>
                    <a:pt x="623" y="824"/>
                    <a:pt x="799" y="694"/>
                    <a:pt x="834" y="478"/>
                  </a:cubicBezTo>
                  <a:lnTo>
                    <a:pt x="834" y="442"/>
                  </a:lnTo>
                  <a:cubicBezTo>
                    <a:pt x="857" y="252"/>
                    <a:pt x="727" y="61"/>
                    <a:pt x="512" y="13"/>
                  </a:cubicBezTo>
                  <a:cubicBezTo>
                    <a:pt x="500" y="2"/>
                    <a:pt x="476" y="2"/>
                    <a:pt x="453" y="2"/>
                  </a:cubicBezTo>
                  <a:cubicBezTo>
                    <a:pt x="443" y="1"/>
                    <a:pt x="434" y="1"/>
                    <a:pt x="4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18"/>
            <p:cNvSpPr/>
            <p:nvPr/>
          </p:nvSpPr>
          <p:spPr>
            <a:xfrm>
              <a:off x="6801125" y="3180575"/>
              <a:ext cx="21475" cy="20600"/>
            </a:xfrm>
            <a:custGeom>
              <a:rect b="b" l="l" r="r" t="t"/>
              <a:pathLst>
                <a:path extrusionOk="0" h="824" w="859">
                  <a:moveTo>
                    <a:pt x="418" y="1"/>
                  </a:moveTo>
                  <a:cubicBezTo>
                    <a:pt x="203" y="1"/>
                    <a:pt x="25" y="155"/>
                    <a:pt x="13" y="370"/>
                  </a:cubicBezTo>
                  <a:cubicBezTo>
                    <a:pt x="1" y="620"/>
                    <a:pt x="144" y="810"/>
                    <a:pt x="382" y="822"/>
                  </a:cubicBezTo>
                  <a:cubicBezTo>
                    <a:pt x="392" y="823"/>
                    <a:pt x="402" y="823"/>
                    <a:pt x="412" y="823"/>
                  </a:cubicBezTo>
                  <a:cubicBezTo>
                    <a:pt x="579" y="823"/>
                    <a:pt x="731" y="730"/>
                    <a:pt x="799" y="572"/>
                  </a:cubicBezTo>
                  <a:cubicBezTo>
                    <a:pt x="822" y="536"/>
                    <a:pt x="834" y="489"/>
                    <a:pt x="834" y="453"/>
                  </a:cubicBezTo>
                  <a:cubicBezTo>
                    <a:pt x="858" y="227"/>
                    <a:pt x="703" y="25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0" name="Google Shape;830;p18"/>
          <p:cNvSpPr/>
          <p:nvPr/>
        </p:nvSpPr>
        <p:spPr>
          <a:xfrm>
            <a:off x="0" y="4845825"/>
            <a:ext cx="9144000" cy="2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" name="Google Shape;832;p19"/>
          <p:cNvGrpSpPr/>
          <p:nvPr/>
        </p:nvGrpSpPr>
        <p:grpSpPr>
          <a:xfrm>
            <a:off x="-4" y="-2"/>
            <a:ext cx="1262493" cy="697985"/>
            <a:chOff x="3729625" y="3808325"/>
            <a:chExt cx="470325" cy="260025"/>
          </a:xfrm>
        </p:grpSpPr>
        <p:sp>
          <p:nvSpPr>
            <p:cNvPr id="833" name="Google Shape;833;p19"/>
            <p:cNvSpPr/>
            <p:nvPr/>
          </p:nvSpPr>
          <p:spPr>
            <a:xfrm>
              <a:off x="4184725" y="3808325"/>
              <a:ext cx="15225" cy="20575"/>
            </a:xfrm>
            <a:custGeom>
              <a:rect b="b" l="l" r="r" t="t"/>
              <a:pathLst>
                <a:path extrusionOk="0" h="823" w="609">
                  <a:moveTo>
                    <a:pt x="346" y="1"/>
                  </a:moveTo>
                  <a:lnTo>
                    <a:pt x="1" y="727"/>
                  </a:lnTo>
                  <a:lnTo>
                    <a:pt x="227" y="822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19"/>
            <p:cNvSpPr/>
            <p:nvPr/>
          </p:nvSpPr>
          <p:spPr>
            <a:xfrm>
              <a:off x="4053475" y="3877975"/>
              <a:ext cx="325" cy="25"/>
            </a:xfrm>
            <a:custGeom>
              <a:rect b="b" l="l" r="r" t="t"/>
              <a:pathLst>
                <a:path extrusionOk="0" h="1" w="13">
                  <a:moveTo>
                    <a:pt x="1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9"/>
            <p:cNvSpPr/>
            <p:nvPr/>
          </p:nvSpPr>
          <p:spPr>
            <a:xfrm>
              <a:off x="4054075" y="3877975"/>
              <a:ext cx="325" cy="25"/>
            </a:xfrm>
            <a:custGeom>
              <a:rect b="b" l="l" r="r" t="t"/>
              <a:pathLst>
                <a:path extrusionOk="0" h="1" w="13">
                  <a:moveTo>
                    <a:pt x="1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19"/>
            <p:cNvSpPr/>
            <p:nvPr/>
          </p:nvSpPr>
          <p:spPr>
            <a:xfrm>
              <a:off x="4052575" y="38779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19"/>
            <p:cNvSpPr/>
            <p:nvPr/>
          </p:nvSpPr>
          <p:spPr>
            <a:xfrm>
              <a:off x="4052575" y="3877975"/>
              <a:ext cx="925" cy="25"/>
            </a:xfrm>
            <a:custGeom>
              <a:rect b="b" l="l" r="r" t="t"/>
              <a:pathLst>
                <a:path extrusionOk="0" h="1" w="37">
                  <a:moveTo>
                    <a:pt x="36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19"/>
            <p:cNvSpPr/>
            <p:nvPr/>
          </p:nvSpPr>
          <p:spPr>
            <a:xfrm>
              <a:off x="4052875" y="3817575"/>
              <a:ext cx="75325" cy="60150"/>
            </a:xfrm>
            <a:custGeom>
              <a:rect b="b" l="l" r="r" t="t"/>
              <a:pathLst>
                <a:path extrusionOk="0" h="2406" w="3013">
                  <a:moveTo>
                    <a:pt x="2870" y="0"/>
                  </a:moveTo>
                  <a:lnTo>
                    <a:pt x="1" y="2179"/>
                  </a:lnTo>
                  <a:lnTo>
                    <a:pt x="60" y="2191"/>
                  </a:lnTo>
                  <a:cubicBezTo>
                    <a:pt x="120" y="2203"/>
                    <a:pt x="155" y="2286"/>
                    <a:pt x="143" y="2346"/>
                  </a:cubicBezTo>
                  <a:cubicBezTo>
                    <a:pt x="120" y="2369"/>
                    <a:pt x="108" y="2381"/>
                    <a:pt x="96" y="2405"/>
                  </a:cubicBezTo>
                  <a:lnTo>
                    <a:pt x="3013" y="202"/>
                  </a:lnTo>
                  <a:cubicBezTo>
                    <a:pt x="2953" y="143"/>
                    <a:pt x="2906" y="83"/>
                    <a:pt x="28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19"/>
            <p:cNvSpPr/>
            <p:nvPr/>
          </p:nvSpPr>
          <p:spPr>
            <a:xfrm>
              <a:off x="4054375" y="3877700"/>
              <a:ext cx="900" cy="300"/>
            </a:xfrm>
            <a:custGeom>
              <a:rect b="b" l="l" r="r" t="t"/>
              <a:pathLst>
                <a:path extrusionOk="0" h="12" w="36">
                  <a:moveTo>
                    <a:pt x="36" y="0"/>
                  </a:moveTo>
                  <a:cubicBezTo>
                    <a:pt x="36" y="0"/>
                    <a:pt x="24" y="0"/>
                    <a:pt x="0" y="12"/>
                  </a:cubicBezTo>
                  <a:cubicBezTo>
                    <a:pt x="24" y="12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19"/>
            <p:cNvSpPr/>
            <p:nvPr/>
          </p:nvSpPr>
          <p:spPr>
            <a:xfrm>
              <a:off x="3913575" y="3827100"/>
              <a:ext cx="143200" cy="50900"/>
            </a:xfrm>
            <a:custGeom>
              <a:rect b="b" l="l" r="r" t="t"/>
              <a:pathLst>
                <a:path extrusionOk="0" h="2036" w="5728">
                  <a:moveTo>
                    <a:pt x="12" y="0"/>
                  </a:moveTo>
                  <a:lnTo>
                    <a:pt x="12" y="0"/>
                  </a:lnTo>
                  <a:cubicBezTo>
                    <a:pt x="24" y="12"/>
                    <a:pt x="24" y="24"/>
                    <a:pt x="36" y="60"/>
                  </a:cubicBezTo>
                  <a:cubicBezTo>
                    <a:pt x="60" y="131"/>
                    <a:pt x="36" y="191"/>
                    <a:pt x="0" y="238"/>
                  </a:cubicBezTo>
                  <a:lnTo>
                    <a:pt x="5561" y="2036"/>
                  </a:lnTo>
                  <a:lnTo>
                    <a:pt x="5644" y="2036"/>
                  </a:lnTo>
                  <a:cubicBezTo>
                    <a:pt x="5668" y="2036"/>
                    <a:pt x="5668" y="2024"/>
                    <a:pt x="5680" y="2024"/>
                  </a:cubicBezTo>
                  <a:cubicBezTo>
                    <a:pt x="5692" y="2000"/>
                    <a:pt x="5703" y="1988"/>
                    <a:pt x="5727" y="1965"/>
                  </a:cubicBezTo>
                  <a:cubicBezTo>
                    <a:pt x="5727" y="1905"/>
                    <a:pt x="5692" y="1822"/>
                    <a:pt x="5632" y="1810"/>
                  </a:cubicBezTo>
                  <a:lnTo>
                    <a:pt x="5573" y="179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19"/>
            <p:cNvSpPr/>
            <p:nvPr/>
          </p:nvSpPr>
          <p:spPr>
            <a:xfrm>
              <a:off x="4141275" y="3808325"/>
              <a:ext cx="5975" cy="2725"/>
            </a:xfrm>
            <a:custGeom>
              <a:rect b="b" l="l" r="r" t="t"/>
              <a:pathLst>
                <a:path extrusionOk="0" h="109" w="239">
                  <a:moveTo>
                    <a:pt x="1" y="1"/>
                  </a:moveTo>
                  <a:lnTo>
                    <a:pt x="1" y="13"/>
                  </a:lnTo>
                  <a:lnTo>
                    <a:pt x="10" y="13"/>
                  </a:lnTo>
                  <a:cubicBezTo>
                    <a:pt x="7" y="8"/>
                    <a:pt x="4" y="4"/>
                    <a:pt x="1" y="1"/>
                  </a:cubicBezTo>
                  <a:close/>
                  <a:moveTo>
                    <a:pt x="10" y="13"/>
                  </a:moveTo>
                  <a:lnTo>
                    <a:pt x="10" y="13"/>
                  </a:lnTo>
                  <a:cubicBezTo>
                    <a:pt x="18" y="26"/>
                    <a:pt x="24" y="43"/>
                    <a:pt x="24" y="60"/>
                  </a:cubicBezTo>
                  <a:lnTo>
                    <a:pt x="132" y="108"/>
                  </a:lnTo>
                  <a:lnTo>
                    <a:pt x="239" y="1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19"/>
            <p:cNvSpPr/>
            <p:nvPr/>
          </p:nvSpPr>
          <p:spPr>
            <a:xfrm>
              <a:off x="4141875" y="3809525"/>
              <a:ext cx="51525" cy="25325"/>
            </a:xfrm>
            <a:custGeom>
              <a:rect b="b" l="l" r="r" t="t"/>
              <a:pathLst>
                <a:path extrusionOk="0" h="1013" w="2061">
                  <a:moveTo>
                    <a:pt x="0" y="1"/>
                  </a:moveTo>
                  <a:lnTo>
                    <a:pt x="0" y="1"/>
                  </a:lnTo>
                  <a:cubicBezTo>
                    <a:pt x="12" y="24"/>
                    <a:pt x="36" y="72"/>
                    <a:pt x="48" y="108"/>
                  </a:cubicBezTo>
                  <a:cubicBezTo>
                    <a:pt x="60" y="167"/>
                    <a:pt x="60" y="203"/>
                    <a:pt x="48" y="263"/>
                  </a:cubicBezTo>
                  <a:lnTo>
                    <a:pt x="1560" y="882"/>
                  </a:lnTo>
                  <a:cubicBezTo>
                    <a:pt x="1584" y="798"/>
                    <a:pt x="1644" y="763"/>
                    <a:pt x="1715" y="739"/>
                  </a:cubicBezTo>
                  <a:cubicBezTo>
                    <a:pt x="1729" y="736"/>
                    <a:pt x="1743" y="734"/>
                    <a:pt x="1756" y="734"/>
                  </a:cubicBezTo>
                  <a:cubicBezTo>
                    <a:pt x="1846" y="734"/>
                    <a:pt x="1920" y="800"/>
                    <a:pt x="1941" y="894"/>
                  </a:cubicBezTo>
                  <a:cubicBezTo>
                    <a:pt x="1953" y="941"/>
                    <a:pt x="1941" y="965"/>
                    <a:pt x="1917" y="1013"/>
                  </a:cubicBezTo>
                  <a:cubicBezTo>
                    <a:pt x="1953" y="1013"/>
                    <a:pt x="1965" y="1001"/>
                    <a:pt x="1977" y="977"/>
                  </a:cubicBezTo>
                  <a:lnTo>
                    <a:pt x="2025" y="941"/>
                  </a:lnTo>
                  <a:cubicBezTo>
                    <a:pt x="2060" y="882"/>
                    <a:pt x="2025" y="798"/>
                    <a:pt x="1965" y="786"/>
                  </a:cubicBezTo>
                  <a:lnTo>
                    <a:pt x="1953" y="786"/>
                  </a:lnTo>
                  <a:lnTo>
                    <a:pt x="1727" y="703"/>
                  </a:lnTo>
                  <a:lnTo>
                    <a:pt x="108" y="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19"/>
            <p:cNvSpPr/>
            <p:nvPr/>
          </p:nvSpPr>
          <p:spPr>
            <a:xfrm>
              <a:off x="4122525" y="3808325"/>
              <a:ext cx="3900" cy="1225"/>
            </a:xfrm>
            <a:custGeom>
              <a:rect b="b" l="l" r="r" t="t"/>
              <a:pathLst>
                <a:path extrusionOk="0" h="49" w="156">
                  <a:moveTo>
                    <a:pt x="1" y="1"/>
                  </a:moveTo>
                  <a:lnTo>
                    <a:pt x="120" y="49"/>
                  </a:lnTo>
                  <a:cubicBezTo>
                    <a:pt x="132" y="37"/>
                    <a:pt x="132" y="13"/>
                    <a:pt x="15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19"/>
            <p:cNvSpPr/>
            <p:nvPr/>
          </p:nvSpPr>
          <p:spPr>
            <a:xfrm>
              <a:off x="3906425" y="3808325"/>
              <a:ext cx="10750" cy="16400"/>
            </a:xfrm>
            <a:custGeom>
              <a:rect b="b" l="l" r="r" t="t"/>
              <a:pathLst>
                <a:path extrusionOk="0" h="656" w="430">
                  <a:moveTo>
                    <a:pt x="191" y="1"/>
                  </a:moveTo>
                  <a:lnTo>
                    <a:pt x="1" y="644"/>
                  </a:lnTo>
                  <a:cubicBezTo>
                    <a:pt x="13" y="632"/>
                    <a:pt x="48" y="632"/>
                    <a:pt x="60" y="608"/>
                  </a:cubicBezTo>
                  <a:cubicBezTo>
                    <a:pt x="74" y="605"/>
                    <a:pt x="89" y="604"/>
                    <a:pt x="104" y="604"/>
                  </a:cubicBezTo>
                  <a:cubicBezTo>
                    <a:pt x="152" y="604"/>
                    <a:pt x="202" y="619"/>
                    <a:pt x="239" y="656"/>
                  </a:cubicBezTo>
                  <a:lnTo>
                    <a:pt x="4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19"/>
            <p:cNvSpPr/>
            <p:nvPr/>
          </p:nvSpPr>
          <p:spPr>
            <a:xfrm>
              <a:off x="3838275" y="3832450"/>
              <a:ext cx="71150" cy="218800"/>
            </a:xfrm>
            <a:custGeom>
              <a:rect b="b" l="l" r="r" t="t"/>
              <a:pathLst>
                <a:path extrusionOk="0" h="8752" w="2846">
                  <a:moveTo>
                    <a:pt x="2655" y="0"/>
                  </a:moveTo>
                  <a:cubicBezTo>
                    <a:pt x="2631" y="24"/>
                    <a:pt x="2619" y="24"/>
                    <a:pt x="2619" y="24"/>
                  </a:cubicBezTo>
                  <a:lnTo>
                    <a:pt x="0" y="8692"/>
                  </a:lnTo>
                  <a:cubicBezTo>
                    <a:pt x="95" y="8692"/>
                    <a:pt x="167" y="8716"/>
                    <a:pt x="226" y="8751"/>
                  </a:cubicBezTo>
                  <a:lnTo>
                    <a:pt x="2846" y="84"/>
                  </a:lnTo>
                  <a:lnTo>
                    <a:pt x="2846" y="84"/>
                  </a:lnTo>
                  <a:cubicBezTo>
                    <a:pt x="2836" y="85"/>
                    <a:pt x="2827" y="86"/>
                    <a:pt x="2818" y="86"/>
                  </a:cubicBezTo>
                  <a:cubicBezTo>
                    <a:pt x="2754" y="86"/>
                    <a:pt x="2686" y="52"/>
                    <a:pt x="265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19"/>
            <p:cNvSpPr/>
            <p:nvPr/>
          </p:nvSpPr>
          <p:spPr>
            <a:xfrm>
              <a:off x="3813250" y="3808325"/>
              <a:ext cx="91425" cy="24750"/>
            </a:xfrm>
            <a:custGeom>
              <a:rect b="b" l="l" r="r" t="t"/>
              <a:pathLst>
                <a:path extrusionOk="0" h="990" w="3657">
                  <a:moveTo>
                    <a:pt x="1" y="1"/>
                  </a:moveTo>
                  <a:lnTo>
                    <a:pt x="3549" y="989"/>
                  </a:lnTo>
                  <a:lnTo>
                    <a:pt x="3620" y="989"/>
                  </a:lnTo>
                  <a:cubicBezTo>
                    <a:pt x="3632" y="989"/>
                    <a:pt x="3656" y="965"/>
                    <a:pt x="3656" y="965"/>
                  </a:cubicBezTo>
                  <a:lnTo>
                    <a:pt x="3609" y="882"/>
                  </a:lnTo>
                  <a:cubicBezTo>
                    <a:pt x="3597" y="834"/>
                    <a:pt x="3609" y="811"/>
                    <a:pt x="3620" y="763"/>
                  </a:cubicBezTo>
                  <a:lnTo>
                    <a:pt x="3609" y="763"/>
                  </a:lnTo>
                  <a:lnTo>
                    <a:pt x="89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19"/>
            <p:cNvSpPr/>
            <p:nvPr/>
          </p:nvSpPr>
          <p:spPr>
            <a:xfrm>
              <a:off x="3729625" y="3808325"/>
              <a:ext cx="107475" cy="244125"/>
            </a:xfrm>
            <a:custGeom>
              <a:rect b="b" l="l" r="r" t="t"/>
              <a:pathLst>
                <a:path extrusionOk="0" h="9765" w="4299">
                  <a:moveTo>
                    <a:pt x="0" y="1"/>
                  </a:moveTo>
                  <a:lnTo>
                    <a:pt x="4108" y="9764"/>
                  </a:lnTo>
                  <a:cubicBezTo>
                    <a:pt x="4156" y="9716"/>
                    <a:pt x="4215" y="9681"/>
                    <a:pt x="4298" y="965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19"/>
            <p:cNvSpPr/>
            <p:nvPr/>
          </p:nvSpPr>
          <p:spPr>
            <a:xfrm>
              <a:off x="4180275" y="3827875"/>
              <a:ext cx="10150" cy="9700"/>
            </a:xfrm>
            <a:custGeom>
              <a:rect b="b" l="l" r="r" t="t"/>
              <a:pathLst>
                <a:path extrusionOk="0" h="388" w="406">
                  <a:moveTo>
                    <a:pt x="197" y="0"/>
                  </a:moveTo>
                  <a:cubicBezTo>
                    <a:pt x="183" y="0"/>
                    <a:pt x="169" y="2"/>
                    <a:pt x="155" y="5"/>
                  </a:cubicBezTo>
                  <a:cubicBezTo>
                    <a:pt x="84" y="29"/>
                    <a:pt x="24" y="88"/>
                    <a:pt x="12" y="148"/>
                  </a:cubicBezTo>
                  <a:cubicBezTo>
                    <a:pt x="12" y="171"/>
                    <a:pt x="0" y="195"/>
                    <a:pt x="12" y="231"/>
                  </a:cubicBezTo>
                  <a:cubicBezTo>
                    <a:pt x="23" y="329"/>
                    <a:pt x="114" y="387"/>
                    <a:pt x="211" y="387"/>
                  </a:cubicBezTo>
                  <a:cubicBezTo>
                    <a:pt x="220" y="387"/>
                    <a:pt x="229" y="387"/>
                    <a:pt x="239" y="386"/>
                  </a:cubicBezTo>
                  <a:cubicBezTo>
                    <a:pt x="298" y="362"/>
                    <a:pt x="358" y="326"/>
                    <a:pt x="369" y="279"/>
                  </a:cubicBezTo>
                  <a:cubicBezTo>
                    <a:pt x="405" y="243"/>
                    <a:pt x="405" y="207"/>
                    <a:pt x="381" y="160"/>
                  </a:cubicBezTo>
                  <a:cubicBezTo>
                    <a:pt x="371" y="66"/>
                    <a:pt x="289" y="0"/>
                    <a:pt x="19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19"/>
            <p:cNvSpPr/>
            <p:nvPr/>
          </p:nvSpPr>
          <p:spPr>
            <a:xfrm>
              <a:off x="4124025" y="3808325"/>
              <a:ext cx="19075" cy="15750"/>
            </a:xfrm>
            <a:custGeom>
              <a:rect b="b" l="l" r="r" t="t"/>
              <a:pathLst>
                <a:path extrusionOk="0" h="630" w="763">
                  <a:moveTo>
                    <a:pt x="95" y="1"/>
                  </a:moveTo>
                  <a:cubicBezTo>
                    <a:pt x="72" y="13"/>
                    <a:pt x="60" y="37"/>
                    <a:pt x="60" y="49"/>
                  </a:cubicBezTo>
                  <a:cubicBezTo>
                    <a:pt x="12" y="120"/>
                    <a:pt x="0" y="215"/>
                    <a:pt x="12" y="311"/>
                  </a:cubicBezTo>
                  <a:cubicBezTo>
                    <a:pt x="12" y="334"/>
                    <a:pt x="24" y="358"/>
                    <a:pt x="24" y="370"/>
                  </a:cubicBezTo>
                  <a:cubicBezTo>
                    <a:pt x="60" y="441"/>
                    <a:pt x="107" y="525"/>
                    <a:pt x="179" y="561"/>
                  </a:cubicBezTo>
                  <a:cubicBezTo>
                    <a:pt x="232" y="605"/>
                    <a:pt x="304" y="629"/>
                    <a:pt x="382" y="629"/>
                  </a:cubicBezTo>
                  <a:cubicBezTo>
                    <a:pt x="409" y="629"/>
                    <a:pt x="437" y="626"/>
                    <a:pt x="464" y="620"/>
                  </a:cubicBezTo>
                  <a:cubicBezTo>
                    <a:pt x="607" y="596"/>
                    <a:pt x="726" y="477"/>
                    <a:pt x="762" y="346"/>
                  </a:cubicBezTo>
                  <a:lnTo>
                    <a:pt x="762" y="168"/>
                  </a:lnTo>
                  <a:cubicBezTo>
                    <a:pt x="762" y="120"/>
                    <a:pt x="750" y="96"/>
                    <a:pt x="714" y="60"/>
                  </a:cubicBezTo>
                  <a:cubicBezTo>
                    <a:pt x="703" y="49"/>
                    <a:pt x="691" y="37"/>
                    <a:pt x="69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19"/>
            <p:cNvSpPr/>
            <p:nvPr/>
          </p:nvSpPr>
          <p:spPr>
            <a:xfrm>
              <a:off x="3828750" y="4049725"/>
              <a:ext cx="20250" cy="18625"/>
            </a:xfrm>
            <a:custGeom>
              <a:rect b="b" l="l" r="r" t="t"/>
              <a:pathLst>
                <a:path extrusionOk="0" h="745" w="810">
                  <a:moveTo>
                    <a:pt x="322" y="1"/>
                  </a:moveTo>
                  <a:cubicBezTo>
                    <a:pt x="250" y="25"/>
                    <a:pt x="179" y="60"/>
                    <a:pt x="119" y="108"/>
                  </a:cubicBezTo>
                  <a:cubicBezTo>
                    <a:pt x="24" y="203"/>
                    <a:pt x="0" y="322"/>
                    <a:pt x="24" y="441"/>
                  </a:cubicBezTo>
                  <a:cubicBezTo>
                    <a:pt x="66" y="621"/>
                    <a:pt x="222" y="745"/>
                    <a:pt x="406" y="745"/>
                  </a:cubicBezTo>
                  <a:cubicBezTo>
                    <a:pt x="429" y="745"/>
                    <a:pt x="453" y="743"/>
                    <a:pt x="476" y="739"/>
                  </a:cubicBezTo>
                  <a:cubicBezTo>
                    <a:pt x="679" y="691"/>
                    <a:pt x="810" y="501"/>
                    <a:pt x="774" y="287"/>
                  </a:cubicBezTo>
                  <a:cubicBezTo>
                    <a:pt x="750" y="179"/>
                    <a:pt x="679" y="108"/>
                    <a:pt x="607" y="49"/>
                  </a:cubicBezTo>
                  <a:cubicBezTo>
                    <a:pt x="548" y="25"/>
                    <a:pt x="476" y="1"/>
                    <a:pt x="38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19"/>
            <p:cNvSpPr/>
            <p:nvPr/>
          </p:nvSpPr>
          <p:spPr>
            <a:xfrm>
              <a:off x="3903450" y="3823400"/>
              <a:ext cx="11625" cy="11450"/>
            </a:xfrm>
            <a:custGeom>
              <a:rect b="b" l="l" r="r" t="t"/>
              <a:pathLst>
                <a:path extrusionOk="0" h="458" w="465">
                  <a:moveTo>
                    <a:pt x="223" y="1"/>
                  </a:moveTo>
                  <a:cubicBezTo>
                    <a:pt x="208" y="1"/>
                    <a:pt x="193" y="2"/>
                    <a:pt x="179" y="5"/>
                  </a:cubicBezTo>
                  <a:cubicBezTo>
                    <a:pt x="143" y="5"/>
                    <a:pt x="132" y="29"/>
                    <a:pt x="120" y="41"/>
                  </a:cubicBezTo>
                  <a:cubicBezTo>
                    <a:pt x="72" y="65"/>
                    <a:pt x="24" y="112"/>
                    <a:pt x="12" y="160"/>
                  </a:cubicBezTo>
                  <a:cubicBezTo>
                    <a:pt x="1" y="184"/>
                    <a:pt x="1" y="231"/>
                    <a:pt x="1" y="279"/>
                  </a:cubicBezTo>
                  <a:cubicBezTo>
                    <a:pt x="1" y="303"/>
                    <a:pt x="12" y="339"/>
                    <a:pt x="36" y="362"/>
                  </a:cubicBezTo>
                  <a:cubicBezTo>
                    <a:pt x="84" y="422"/>
                    <a:pt x="155" y="458"/>
                    <a:pt x="239" y="458"/>
                  </a:cubicBezTo>
                  <a:lnTo>
                    <a:pt x="263" y="458"/>
                  </a:lnTo>
                  <a:cubicBezTo>
                    <a:pt x="310" y="446"/>
                    <a:pt x="358" y="422"/>
                    <a:pt x="382" y="386"/>
                  </a:cubicBezTo>
                  <a:cubicBezTo>
                    <a:pt x="429" y="327"/>
                    <a:pt x="465" y="267"/>
                    <a:pt x="441" y="184"/>
                  </a:cubicBezTo>
                  <a:cubicBezTo>
                    <a:pt x="441" y="172"/>
                    <a:pt x="429" y="148"/>
                    <a:pt x="417" y="124"/>
                  </a:cubicBezTo>
                  <a:cubicBezTo>
                    <a:pt x="405" y="100"/>
                    <a:pt x="382" y="89"/>
                    <a:pt x="358" y="53"/>
                  </a:cubicBezTo>
                  <a:cubicBezTo>
                    <a:pt x="321" y="16"/>
                    <a:pt x="271" y="1"/>
                    <a:pt x="22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2" name="Google Shape;852;p19"/>
          <p:cNvGrpSpPr/>
          <p:nvPr/>
        </p:nvGrpSpPr>
        <p:grpSpPr>
          <a:xfrm flipH="1">
            <a:off x="7881496" y="-2"/>
            <a:ext cx="1262493" cy="697985"/>
            <a:chOff x="3729625" y="3808325"/>
            <a:chExt cx="470325" cy="260025"/>
          </a:xfrm>
        </p:grpSpPr>
        <p:sp>
          <p:nvSpPr>
            <p:cNvPr id="853" name="Google Shape;853;p19"/>
            <p:cNvSpPr/>
            <p:nvPr/>
          </p:nvSpPr>
          <p:spPr>
            <a:xfrm>
              <a:off x="4184725" y="3808325"/>
              <a:ext cx="15225" cy="20575"/>
            </a:xfrm>
            <a:custGeom>
              <a:rect b="b" l="l" r="r" t="t"/>
              <a:pathLst>
                <a:path extrusionOk="0" h="823" w="609">
                  <a:moveTo>
                    <a:pt x="346" y="1"/>
                  </a:moveTo>
                  <a:lnTo>
                    <a:pt x="1" y="727"/>
                  </a:lnTo>
                  <a:lnTo>
                    <a:pt x="227" y="822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19"/>
            <p:cNvSpPr/>
            <p:nvPr/>
          </p:nvSpPr>
          <p:spPr>
            <a:xfrm>
              <a:off x="4053475" y="3877975"/>
              <a:ext cx="325" cy="25"/>
            </a:xfrm>
            <a:custGeom>
              <a:rect b="b" l="l" r="r" t="t"/>
              <a:pathLst>
                <a:path extrusionOk="0" h="1" w="13">
                  <a:moveTo>
                    <a:pt x="1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4054075" y="3877975"/>
              <a:ext cx="325" cy="25"/>
            </a:xfrm>
            <a:custGeom>
              <a:rect b="b" l="l" r="r" t="t"/>
              <a:pathLst>
                <a:path extrusionOk="0" h="1" w="13">
                  <a:moveTo>
                    <a:pt x="1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9"/>
            <p:cNvSpPr/>
            <p:nvPr/>
          </p:nvSpPr>
          <p:spPr>
            <a:xfrm>
              <a:off x="4052575" y="38779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19"/>
            <p:cNvSpPr/>
            <p:nvPr/>
          </p:nvSpPr>
          <p:spPr>
            <a:xfrm>
              <a:off x="4052575" y="3877975"/>
              <a:ext cx="925" cy="25"/>
            </a:xfrm>
            <a:custGeom>
              <a:rect b="b" l="l" r="r" t="t"/>
              <a:pathLst>
                <a:path extrusionOk="0" h="1" w="37">
                  <a:moveTo>
                    <a:pt x="36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19"/>
            <p:cNvSpPr/>
            <p:nvPr/>
          </p:nvSpPr>
          <p:spPr>
            <a:xfrm>
              <a:off x="4052875" y="3817575"/>
              <a:ext cx="75325" cy="60150"/>
            </a:xfrm>
            <a:custGeom>
              <a:rect b="b" l="l" r="r" t="t"/>
              <a:pathLst>
                <a:path extrusionOk="0" h="2406" w="3013">
                  <a:moveTo>
                    <a:pt x="2870" y="0"/>
                  </a:moveTo>
                  <a:lnTo>
                    <a:pt x="1" y="2179"/>
                  </a:lnTo>
                  <a:lnTo>
                    <a:pt x="60" y="2191"/>
                  </a:lnTo>
                  <a:cubicBezTo>
                    <a:pt x="120" y="2203"/>
                    <a:pt x="155" y="2286"/>
                    <a:pt x="143" y="2346"/>
                  </a:cubicBezTo>
                  <a:cubicBezTo>
                    <a:pt x="120" y="2369"/>
                    <a:pt x="108" y="2381"/>
                    <a:pt x="96" y="2405"/>
                  </a:cubicBezTo>
                  <a:lnTo>
                    <a:pt x="3013" y="202"/>
                  </a:lnTo>
                  <a:cubicBezTo>
                    <a:pt x="2953" y="143"/>
                    <a:pt x="2906" y="83"/>
                    <a:pt x="28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19"/>
            <p:cNvSpPr/>
            <p:nvPr/>
          </p:nvSpPr>
          <p:spPr>
            <a:xfrm>
              <a:off x="4054375" y="3877700"/>
              <a:ext cx="900" cy="300"/>
            </a:xfrm>
            <a:custGeom>
              <a:rect b="b" l="l" r="r" t="t"/>
              <a:pathLst>
                <a:path extrusionOk="0" h="12" w="36">
                  <a:moveTo>
                    <a:pt x="36" y="0"/>
                  </a:moveTo>
                  <a:cubicBezTo>
                    <a:pt x="36" y="0"/>
                    <a:pt x="24" y="0"/>
                    <a:pt x="0" y="12"/>
                  </a:cubicBezTo>
                  <a:cubicBezTo>
                    <a:pt x="24" y="12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9"/>
            <p:cNvSpPr/>
            <p:nvPr/>
          </p:nvSpPr>
          <p:spPr>
            <a:xfrm>
              <a:off x="3913575" y="3827100"/>
              <a:ext cx="143200" cy="50900"/>
            </a:xfrm>
            <a:custGeom>
              <a:rect b="b" l="l" r="r" t="t"/>
              <a:pathLst>
                <a:path extrusionOk="0" h="2036" w="5728">
                  <a:moveTo>
                    <a:pt x="12" y="0"/>
                  </a:moveTo>
                  <a:lnTo>
                    <a:pt x="12" y="0"/>
                  </a:lnTo>
                  <a:cubicBezTo>
                    <a:pt x="24" y="12"/>
                    <a:pt x="24" y="24"/>
                    <a:pt x="36" y="60"/>
                  </a:cubicBezTo>
                  <a:cubicBezTo>
                    <a:pt x="60" y="131"/>
                    <a:pt x="36" y="191"/>
                    <a:pt x="0" y="238"/>
                  </a:cubicBezTo>
                  <a:lnTo>
                    <a:pt x="5561" y="2036"/>
                  </a:lnTo>
                  <a:lnTo>
                    <a:pt x="5644" y="2036"/>
                  </a:lnTo>
                  <a:cubicBezTo>
                    <a:pt x="5668" y="2036"/>
                    <a:pt x="5668" y="2024"/>
                    <a:pt x="5680" y="2024"/>
                  </a:cubicBezTo>
                  <a:cubicBezTo>
                    <a:pt x="5692" y="2000"/>
                    <a:pt x="5703" y="1988"/>
                    <a:pt x="5727" y="1965"/>
                  </a:cubicBezTo>
                  <a:cubicBezTo>
                    <a:pt x="5727" y="1905"/>
                    <a:pt x="5692" y="1822"/>
                    <a:pt x="5632" y="1810"/>
                  </a:cubicBezTo>
                  <a:lnTo>
                    <a:pt x="5573" y="179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19"/>
            <p:cNvSpPr/>
            <p:nvPr/>
          </p:nvSpPr>
          <p:spPr>
            <a:xfrm>
              <a:off x="4141275" y="3808325"/>
              <a:ext cx="5975" cy="2725"/>
            </a:xfrm>
            <a:custGeom>
              <a:rect b="b" l="l" r="r" t="t"/>
              <a:pathLst>
                <a:path extrusionOk="0" h="109" w="239">
                  <a:moveTo>
                    <a:pt x="1" y="1"/>
                  </a:moveTo>
                  <a:lnTo>
                    <a:pt x="1" y="13"/>
                  </a:lnTo>
                  <a:lnTo>
                    <a:pt x="10" y="13"/>
                  </a:lnTo>
                  <a:cubicBezTo>
                    <a:pt x="7" y="8"/>
                    <a:pt x="4" y="4"/>
                    <a:pt x="1" y="1"/>
                  </a:cubicBezTo>
                  <a:close/>
                  <a:moveTo>
                    <a:pt x="10" y="13"/>
                  </a:moveTo>
                  <a:lnTo>
                    <a:pt x="10" y="13"/>
                  </a:lnTo>
                  <a:cubicBezTo>
                    <a:pt x="18" y="26"/>
                    <a:pt x="24" y="43"/>
                    <a:pt x="24" y="60"/>
                  </a:cubicBezTo>
                  <a:lnTo>
                    <a:pt x="132" y="108"/>
                  </a:lnTo>
                  <a:lnTo>
                    <a:pt x="239" y="1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4141875" y="3809525"/>
              <a:ext cx="51525" cy="25325"/>
            </a:xfrm>
            <a:custGeom>
              <a:rect b="b" l="l" r="r" t="t"/>
              <a:pathLst>
                <a:path extrusionOk="0" h="1013" w="2061">
                  <a:moveTo>
                    <a:pt x="0" y="1"/>
                  </a:moveTo>
                  <a:lnTo>
                    <a:pt x="0" y="1"/>
                  </a:lnTo>
                  <a:cubicBezTo>
                    <a:pt x="12" y="24"/>
                    <a:pt x="36" y="72"/>
                    <a:pt x="48" y="108"/>
                  </a:cubicBezTo>
                  <a:cubicBezTo>
                    <a:pt x="60" y="167"/>
                    <a:pt x="60" y="203"/>
                    <a:pt x="48" y="263"/>
                  </a:cubicBezTo>
                  <a:lnTo>
                    <a:pt x="1560" y="882"/>
                  </a:lnTo>
                  <a:cubicBezTo>
                    <a:pt x="1584" y="798"/>
                    <a:pt x="1644" y="763"/>
                    <a:pt x="1715" y="739"/>
                  </a:cubicBezTo>
                  <a:cubicBezTo>
                    <a:pt x="1729" y="736"/>
                    <a:pt x="1743" y="734"/>
                    <a:pt x="1756" y="734"/>
                  </a:cubicBezTo>
                  <a:cubicBezTo>
                    <a:pt x="1846" y="734"/>
                    <a:pt x="1920" y="800"/>
                    <a:pt x="1941" y="894"/>
                  </a:cubicBezTo>
                  <a:cubicBezTo>
                    <a:pt x="1953" y="941"/>
                    <a:pt x="1941" y="965"/>
                    <a:pt x="1917" y="1013"/>
                  </a:cubicBezTo>
                  <a:cubicBezTo>
                    <a:pt x="1953" y="1013"/>
                    <a:pt x="1965" y="1001"/>
                    <a:pt x="1977" y="977"/>
                  </a:cubicBezTo>
                  <a:lnTo>
                    <a:pt x="2025" y="941"/>
                  </a:lnTo>
                  <a:cubicBezTo>
                    <a:pt x="2060" y="882"/>
                    <a:pt x="2025" y="798"/>
                    <a:pt x="1965" y="786"/>
                  </a:cubicBezTo>
                  <a:lnTo>
                    <a:pt x="1953" y="786"/>
                  </a:lnTo>
                  <a:lnTo>
                    <a:pt x="1727" y="703"/>
                  </a:lnTo>
                  <a:lnTo>
                    <a:pt x="108" y="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4122525" y="3808325"/>
              <a:ext cx="3900" cy="1225"/>
            </a:xfrm>
            <a:custGeom>
              <a:rect b="b" l="l" r="r" t="t"/>
              <a:pathLst>
                <a:path extrusionOk="0" h="49" w="156">
                  <a:moveTo>
                    <a:pt x="1" y="1"/>
                  </a:moveTo>
                  <a:lnTo>
                    <a:pt x="120" y="49"/>
                  </a:lnTo>
                  <a:cubicBezTo>
                    <a:pt x="132" y="37"/>
                    <a:pt x="132" y="13"/>
                    <a:pt x="15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3906425" y="3808325"/>
              <a:ext cx="10750" cy="16400"/>
            </a:xfrm>
            <a:custGeom>
              <a:rect b="b" l="l" r="r" t="t"/>
              <a:pathLst>
                <a:path extrusionOk="0" h="656" w="430">
                  <a:moveTo>
                    <a:pt x="191" y="1"/>
                  </a:moveTo>
                  <a:lnTo>
                    <a:pt x="1" y="644"/>
                  </a:lnTo>
                  <a:cubicBezTo>
                    <a:pt x="13" y="632"/>
                    <a:pt x="48" y="632"/>
                    <a:pt x="60" y="608"/>
                  </a:cubicBezTo>
                  <a:cubicBezTo>
                    <a:pt x="74" y="605"/>
                    <a:pt x="89" y="604"/>
                    <a:pt x="104" y="604"/>
                  </a:cubicBezTo>
                  <a:cubicBezTo>
                    <a:pt x="152" y="604"/>
                    <a:pt x="202" y="619"/>
                    <a:pt x="239" y="656"/>
                  </a:cubicBezTo>
                  <a:lnTo>
                    <a:pt x="4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3838275" y="3832450"/>
              <a:ext cx="71150" cy="218800"/>
            </a:xfrm>
            <a:custGeom>
              <a:rect b="b" l="l" r="r" t="t"/>
              <a:pathLst>
                <a:path extrusionOk="0" h="8752" w="2846">
                  <a:moveTo>
                    <a:pt x="2655" y="0"/>
                  </a:moveTo>
                  <a:cubicBezTo>
                    <a:pt x="2631" y="24"/>
                    <a:pt x="2619" y="24"/>
                    <a:pt x="2619" y="24"/>
                  </a:cubicBezTo>
                  <a:lnTo>
                    <a:pt x="0" y="8692"/>
                  </a:lnTo>
                  <a:cubicBezTo>
                    <a:pt x="95" y="8692"/>
                    <a:pt x="167" y="8716"/>
                    <a:pt x="226" y="8751"/>
                  </a:cubicBezTo>
                  <a:lnTo>
                    <a:pt x="2846" y="84"/>
                  </a:lnTo>
                  <a:lnTo>
                    <a:pt x="2846" y="84"/>
                  </a:lnTo>
                  <a:cubicBezTo>
                    <a:pt x="2836" y="85"/>
                    <a:pt x="2827" y="86"/>
                    <a:pt x="2818" y="86"/>
                  </a:cubicBezTo>
                  <a:cubicBezTo>
                    <a:pt x="2754" y="86"/>
                    <a:pt x="2686" y="52"/>
                    <a:pt x="265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3813250" y="3808325"/>
              <a:ext cx="91425" cy="24750"/>
            </a:xfrm>
            <a:custGeom>
              <a:rect b="b" l="l" r="r" t="t"/>
              <a:pathLst>
                <a:path extrusionOk="0" h="990" w="3657">
                  <a:moveTo>
                    <a:pt x="1" y="1"/>
                  </a:moveTo>
                  <a:lnTo>
                    <a:pt x="3549" y="989"/>
                  </a:lnTo>
                  <a:lnTo>
                    <a:pt x="3620" y="989"/>
                  </a:lnTo>
                  <a:cubicBezTo>
                    <a:pt x="3632" y="989"/>
                    <a:pt x="3656" y="965"/>
                    <a:pt x="3656" y="965"/>
                  </a:cubicBezTo>
                  <a:lnTo>
                    <a:pt x="3609" y="882"/>
                  </a:lnTo>
                  <a:cubicBezTo>
                    <a:pt x="3597" y="834"/>
                    <a:pt x="3609" y="811"/>
                    <a:pt x="3620" y="763"/>
                  </a:cubicBezTo>
                  <a:lnTo>
                    <a:pt x="3609" y="763"/>
                  </a:lnTo>
                  <a:lnTo>
                    <a:pt x="89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9"/>
            <p:cNvSpPr/>
            <p:nvPr/>
          </p:nvSpPr>
          <p:spPr>
            <a:xfrm>
              <a:off x="3729625" y="3808325"/>
              <a:ext cx="107475" cy="244125"/>
            </a:xfrm>
            <a:custGeom>
              <a:rect b="b" l="l" r="r" t="t"/>
              <a:pathLst>
                <a:path extrusionOk="0" h="9765" w="4299">
                  <a:moveTo>
                    <a:pt x="0" y="1"/>
                  </a:moveTo>
                  <a:lnTo>
                    <a:pt x="4108" y="9764"/>
                  </a:lnTo>
                  <a:cubicBezTo>
                    <a:pt x="4156" y="9716"/>
                    <a:pt x="4215" y="9681"/>
                    <a:pt x="4298" y="965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19"/>
            <p:cNvSpPr/>
            <p:nvPr/>
          </p:nvSpPr>
          <p:spPr>
            <a:xfrm>
              <a:off x="4180275" y="3827875"/>
              <a:ext cx="10150" cy="9700"/>
            </a:xfrm>
            <a:custGeom>
              <a:rect b="b" l="l" r="r" t="t"/>
              <a:pathLst>
                <a:path extrusionOk="0" h="388" w="406">
                  <a:moveTo>
                    <a:pt x="197" y="0"/>
                  </a:moveTo>
                  <a:cubicBezTo>
                    <a:pt x="183" y="0"/>
                    <a:pt x="169" y="2"/>
                    <a:pt x="155" y="5"/>
                  </a:cubicBezTo>
                  <a:cubicBezTo>
                    <a:pt x="84" y="29"/>
                    <a:pt x="24" y="88"/>
                    <a:pt x="12" y="148"/>
                  </a:cubicBezTo>
                  <a:cubicBezTo>
                    <a:pt x="12" y="171"/>
                    <a:pt x="0" y="195"/>
                    <a:pt x="12" y="231"/>
                  </a:cubicBezTo>
                  <a:cubicBezTo>
                    <a:pt x="23" y="329"/>
                    <a:pt x="114" y="387"/>
                    <a:pt x="211" y="387"/>
                  </a:cubicBezTo>
                  <a:cubicBezTo>
                    <a:pt x="220" y="387"/>
                    <a:pt x="229" y="387"/>
                    <a:pt x="239" y="386"/>
                  </a:cubicBezTo>
                  <a:cubicBezTo>
                    <a:pt x="298" y="362"/>
                    <a:pt x="358" y="326"/>
                    <a:pt x="369" y="279"/>
                  </a:cubicBezTo>
                  <a:cubicBezTo>
                    <a:pt x="405" y="243"/>
                    <a:pt x="405" y="207"/>
                    <a:pt x="381" y="160"/>
                  </a:cubicBezTo>
                  <a:cubicBezTo>
                    <a:pt x="371" y="66"/>
                    <a:pt x="289" y="0"/>
                    <a:pt x="19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19"/>
            <p:cNvSpPr/>
            <p:nvPr/>
          </p:nvSpPr>
          <p:spPr>
            <a:xfrm>
              <a:off x="4124025" y="3808325"/>
              <a:ext cx="19075" cy="15750"/>
            </a:xfrm>
            <a:custGeom>
              <a:rect b="b" l="l" r="r" t="t"/>
              <a:pathLst>
                <a:path extrusionOk="0" h="630" w="763">
                  <a:moveTo>
                    <a:pt x="95" y="1"/>
                  </a:moveTo>
                  <a:cubicBezTo>
                    <a:pt x="72" y="13"/>
                    <a:pt x="60" y="37"/>
                    <a:pt x="60" y="49"/>
                  </a:cubicBezTo>
                  <a:cubicBezTo>
                    <a:pt x="12" y="120"/>
                    <a:pt x="0" y="215"/>
                    <a:pt x="12" y="311"/>
                  </a:cubicBezTo>
                  <a:cubicBezTo>
                    <a:pt x="12" y="334"/>
                    <a:pt x="24" y="358"/>
                    <a:pt x="24" y="370"/>
                  </a:cubicBezTo>
                  <a:cubicBezTo>
                    <a:pt x="60" y="441"/>
                    <a:pt x="107" y="525"/>
                    <a:pt x="179" y="561"/>
                  </a:cubicBezTo>
                  <a:cubicBezTo>
                    <a:pt x="232" y="605"/>
                    <a:pt x="304" y="629"/>
                    <a:pt x="382" y="629"/>
                  </a:cubicBezTo>
                  <a:cubicBezTo>
                    <a:pt x="409" y="629"/>
                    <a:pt x="437" y="626"/>
                    <a:pt x="464" y="620"/>
                  </a:cubicBezTo>
                  <a:cubicBezTo>
                    <a:pt x="607" y="596"/>
                    <a:pt x="726" y="477"/>
                    <a:pt x="762" y="346"/>
                  </a:cubicBezTo>
                  <a:lnTo>
                    <a:pt x="762" y="168"/>
                  </a:lnTo>
                  <a:cubicBezTo>
                    <a:pt x="762" y="120"/>
                    <a:pt x="750" y="96"/>
                    <a:pt x="714" y="60"/>
                  </a:cubicBezTo>
                  <a:cubicBezTo>
                    <a:pt x="703" y="49"/>
                    <a:pt x="691" y="37"/>
                    <a:pt x="69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19"/>
            <p:cNvSpPr/>
            <p:nvPr/>
          </p:nvSpPr>
          <p:spPr>
            <a:xfrm>
              <a:off x="3828750" y="4049725"/>
              <a:ext cx="20250" cy="18625"/>
            </a:xfrm>
            <a:custGeom>
              <a:rect b="b" l="l" r="r" t="t"/>
              <a:pathLst>
                <a:path extrusionOk="0" h="745" w="810">
                  <a:moveTo>
                    <a:pt x="322" y="1"/>
                  </a:moveTo>
                  <a:cubicBezTo>
                    <a:pt x="250" y="25"/>
                    <a:pt x="179" y="60"/>
                    <a:pt x="119" y="108"/>
                  </a:cubicBezTo>
                  <a:cubicBezTo>
                    <a:pt x="24" y="203"/>
                    <a:pt x="0" y="322"/>
                    <a:pt x="24" y="441"/>
                  </a:cubicBezTo>
                  <a:cubicBezTo>
                    <a:pt x="66" y="621"/>
                    <a:pt x="222" y="745"/>
                    <a:pt x="406" y="745"/>
                  </a:cubicBezTo>
                  <a:cubicBezTo>
                    <a:pt x="429" y="745"/>
                    <a:pt x="453" y="743"/>
                    <a:pt x="476" y="739"/>
                  </a:cubicBezTo>
                  <a:cubicBezTo>
                    <a:pt x="679" y="691"/>
                    <a:pt x="810" y="501"/>
                    <a:pt x="774" y="287"/>
                  </a:cubicBezTo>
                  <a:cubicBezTo>
                    <a:pt x="750" y="179"/>
                    <a:pt x="679" y="108"/>
                    <a:pt x="607" y="49"/>
                  </a:cubicBezTo>
                  <a:cubicBezTo>
                    <a:pt x="548" y="25"/>
                    <a:pt x="476" y="1"/>
                    <a:pt x="38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19"/>
            <p:cNvSpPr/>
            <p:nvPr/>
          </p:nvSpPr>
          <p:spPr>
            <a:xfrm>
              <a:off x="3903450" y="3823400"/>
              <a:ext cx="11625" cy="11450"/>
            </a:xfrm>
            <a:custGeom>
              <a:rect b="b" l="l" r="r" t="t"/>
              <a:pathLst>
                <a:path extrusionOk="0" h="458" w="465">
                  <a:moveTo>
                    <a:pt x="223" y="1"/>
                  </a:moveTo>
                  <a:cubicBezTo>
                    <a:pt x="208" y="1"/>
                    <a:pt x="193" y="2"/>
                    <a:pt x="179" y="5"/>
                  </a:cubicBezTo>
                  <a:cubicBezTo>
                    <a:pt x="143" y="5"/>
                    <a:pt x="132" y="29"/>
                    <a:pt x="120" y="41"/>
                  </a:cubicBezTo>
                  <a:cubicBezTo>
                    <a:pt x="72" y="65"/>
                    <a:pt x="24" y="112"/>
                    <a:pt x="12" y="160"/>
                  </a:cubicBezTo>
                  <a:cubicBezTo>
                    <a:pt x="1" y="184"/>
                    <a:pt x="1" y="231"/>
                    <a:pt x="1" y="279"/>
                  </a:cubicBezTo>
                  <a:cubicBezTo>
                    <a:pt x="1" y="303"/>
                    <a:pt x="12" y="339"/>
                    <a:pt x="36" y="362"/>
                  </a:cubicBezTo>
                  <a:cubicBezTo>
                    <a:pt x="84" y="422"/>
                    <a:pt x="155" y="458"/>
                    <a:pt x="239" y="458"/>
                  </a:cubicBezTo>
                  <a:lnTo>
                    <a:pt x="263" y="458"/>
                  </a:lnTo>
                  <a:cubicBezTo>
                    <a:pt x="310" y="446"/>
                    <a:pt x="358" y="422"/>
                    <a:pt x="382" y="386"/>
                  </a:cubicBezTo>
                  <a:cubicBezTo>
                    <a:pt x="429" y="327"/>
                    <a:pt x="465" y="267"/>
                    <a:pt x="441" y="184"/>
                  </a:cubicBezTo>
                  <a:cubicBezTo>
                    <a:pt x="441" y="172"/>
                    <a:pt x="429" y="148"/>
                    <a:pt x="417" y="124"/>
                  </a:cubicBezTo>
                  <a:cubicBezTo>
                    <a:pt x="405" y="100"/>
                    <a:pt x="382" y="89"/>
                    <a:pt x="358" y="53"/>
                  </a:cubicBezTo>
                  <a:cubicBezTo>
                    <a:pt x="321" y="16"/>
                    <a:pt x="271" y="1"/>
                    <a:pt x="22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2" name="Google Shape;872;p19"/>
          <p:cNvGrpSpPr/>
          <p:nvPr/>
        </p:nvGrpSpPr>
        <p:grpSpPr>
          <a:xfrm flipH="1" rot="10800000">
            <a:off x="-5825" y="2616294"/>
            <a:ext cx="1451646" cy="2527204"/>
            <a:chOff x="1083450" y="1318750"/>
            <a:chExt cx="624525" cy="1087250"/>
          </a:xfrm>
        </p:grpSpPr>
        <p:sp>
          <p:nvSpPr>
            <p:cNvPr id="873" name="Google Shape;873;p19"/>
            <p:cNvSpPr/>
            <p:nvPr/>
          </p:nvSpPr>
          <p:spPr>
            <a:xfrm>
              <a:off x="1083450" y="2340600"/>
              <a:ext cx="215525" cy="50325"/>
            </a:xfrm>
            <a:custGeom>
              <a:rect b="b" l="l" r="r" t="t"/>
              <a:pathLst>
                <a:path extrusionOk="0" h="2013" w="8621">
                  <a:moveTo>
                    <a:pt x="1" y="0"/>
                  </a:moveTo>
                  <a:lnTo>
                    <a:pt x="1" y="286"/>
                  </a:lnTo>
                  <a:lnTo>
                    <a:pt x="8561" y="2012"/>
                  </a:lnTo>
                  <a:cubicBezTo>
                    <a:pt x="8561" y="1917"/>
                    <a:pt x="8573" y="1834"/>
                    <a:pt x="8621" y="173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19"/>
            <p:cNvSpPr/>
            <p:nvPr/>
          </p:nvSpPr>
          <p:spPr>
            <a:xfrm>
              <a:off x="1083450" y="21304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19"/>
            <p:cNvSpPr/>
            <p:nvPr/>
          </p:nvSpPr>
          <p:spPr>
            <a:xfrm>
              <a:off x="1083450" y="1806900"/>
              <a:ext cx="20275" cy="7475"/>
            </a:xfrm>
            <a:custGeom>
              <a:rect b="b" l="l" r="r" t="t"/>
              <a:pathLst>
                <a:path extrusionOk="0" h="299" w="811">
                  <a:moveTo>
                    <a:pt x="703" y="0"/>
                  </a:moveTo>
                  <a:lnTo>
                    <a:pt x="1" y="24"/>
                  </a:lnTo>
                  <a:lnTo>
                    <a:pt x="1" y="298"/>
                  </a:lnTo>
                  <a:lnTo>
                    <a:pt x="810" y="27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9"/>
            <p:cNvSpPr/>
            <p:nvPr/>
          </p:nvSpPr>
          <p:spPr>
            <a:xfrm>
              <a:off x="1108150" y="1802425"/>
              <a:ext cx="180125" cy="11350"/>
            </a:xfrm>
            <a:custGeom>
              <a:rect b="b" l="l" r="r" t="t"/>
              <a:pathLst>
                <a:path extrusionOk="0" h="454" w="7205">
                  <a:moveTo>
                    <a:pt x="7204" y="1"/>
                  </a:moveTo>
                  <a:lnTo>
                    <a:pt x="1" y="179"/>
                  </a:lnTo>
                  <a:lnTo>
                    <a:pt x="96" y="453"/>
                  </a:lnTo>
                  <a:lnTo>
                    <a:pt x="7204" y="275"/>
                  </a:lnTo>
                  <a:cubicBezTo>
                    <a:pt x="7180" y="179"/>
                    <a:pt x="7180" y="96"/>
                    <a:pt x="720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19"/>
            <p:cNvSpPr/>
            <p:nvPr/>
          </p:nvSpPr>
          <p:spPr>
            <a:xfrm>
              <a:off x="1194475" y="2040550"/>
              <a:ext cx="2425" cy="3600"/>
            </a:xfrm>
            <a:custGeom>
              <a:rect b="b" l="l" r="r" t="t"/>
              <a:pathLst>
                <a:path extrusionOk="0" h="144" w="97">
                  <a:moveTo>
                    <a:pt x="84" y="1"/>
                  </a:moveTo>
                  <a:lnTo>
                    <a:pt x="1" y="48"/>
                  </a:lnTo>
                  <a:lnTo>
                    <a:pt x="25" y="144"/>
                  </a:lnTo>
                  <a:cubicBezTo>
                    <a:pt x="72" y="108"/>
                    <a:pt x="96" y="48"/>
                    <a:pt x="8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19"/>
            <p:cNvSpPr/>
            <p:nvPr/>
          </p:nvSpPr>
          <p:spPr>
            <a:xfrm>
              <a:off x="1083450" y="1741425"/>
              <a:ext cx="98250" cy="261650"/>
            </a:xfrm>
            <a:custGeom>
              <a:rect b="b" l="l" r="r" t="t"/>
              <a:pathLst>
                <a:path extrusionOk="0" h="10466" w="3930">
                  <a:moveTo>
                    <a:pt x="1" y="0"/>
                  </a:moveTo>
                  <a:lnTo>
                    <a:pt x="1" y="774"/>
                  </a:lnTo>
                  <a:lnTo>
                    <a:pt x="703" y="2619"/>
                  </a:lnTo>
                  <a:lnTo>
                    <a:pt x="810" y="2893"/>
                  </a:lnTo>
                  <a:lnTo>
                    <a:pt x="3668" y="10466"/>
                  </a:lnTo>
                  <a:cubicBezTo>
                    <a:pt x="3751" y="10418"/>
                    <a:pt x="3835" y="10394"/>
                    <a:pt x="3930" y="10394"/>
                  </a:cubicBezTo>
                  <a:lnTo>
                    <a:pt x="1084" y="2893"/>
                  </a:lnTo>
                  <a:lnTo>
                    <a:pt x="989" y="26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9"/>
            <p:cNvSpPr/>
            <p:nvPr/>
          </p:nvSpPr>
          <p:spPr>
            <a:xfrm>
              <a:off x="1113525" y="2178975"/>
              <a:ext cx="193200" cy="201825"/>
            </a:xfrm>
            <a:custGeom>
              <a:rect b="b" l="l" r="r" t="t"/>
              <a:pathLst>
                <a:path extrusionOk="0" h="8073" w="7728">
                  <a:moveTo>
                    <a:pt x="203" y="0"/>
                  </a:moveTo>
                  <a:cubicBezTo>
                    <a:pt x="143" y="84"/>
                    <a:pt x="84" y="131"/>
                    <a:pt x="0" y="179"/>
                  </a:cubicBezTo>
                  <a:lnTo>
                    <a:pt x="7501" y="8073"/>
                  </a:lnTo>
                  <a:cubicBezTo>
                    <a:pt x="7549" y="8013"/>
                    <a:pt x="7608" y="7954"/>
                    <a:pt x="7704" y="7918"/>
                  </a:cubicBezTo>
                  <a:cubicBezTo>
                    <a:pt x="7716" y="7918"/>
                    <a:pt x="7716" y="7918"/>
                    <a:pt x="7727" y="7906"/>
                  </a:cubicBez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19"/>
            <p:cNvSpPr/>
            <p:nvPr/>
          </p:nvSpPr>
          <p:spPr>
            <a:xfrm>
              <a:off x="1187625" y="2041750"/>
              <a:ext cx="121175" cy="334600"/>
            </a:xfrm>
            <a:custGeom>
              <a:rect b="b" l="l" r="r" t="t"/>
              <a:pathLst>
                <a:path extrusionOk="0" h="13384" w="4847">
                  <a:moveTo>
                    <a:pt x="275" y="0"/>
                  </a:moveTo>
                  <a:lnTo>
                    <a:pt x="275" y="0"/>
                  </a:lnTo>
                  <a:cubicBezTo>
                    <a:pt x="180" y="48"/>
                    <a:pt x="96" y="72"/>
                    <a:pt x="1" y="72"/>
                  </a:cubicBezTo>
                  <a:lnTo>
                    <a:pt x="4752" y="13383"/>
                  </a:lnTo>
                  <a:cubicBezTo>
                    <a:pt x="4775" y="13371"/>
                    <a:pt x="4823" y="13347"/>
                    <a:pt x="4847" y="13335"/>
                  </a:cubicBezTo>
                  <a:lnTo>
                    <a:pt x="4835" y="12847"/>
                  </a:lnTo>
                  <a:lnTo>
                    <a:pt x="263" y="7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9"/>
            <p:cNvSpPr/>
            <p:nvPr/>
          </p:nvSpPr>
          <p:spPr>
            <a:xfrm>
              <a:off x="1188525" y="1816725"/>
              <a:ext cx="109275" cy="186650"/>
            </a:xfrm>
            <a:custGeom>
              <a:rect b="b" l="l" r="r" t="t"/>
              <a:pathLst>
                <a:path extrusionOk="0" h="7466" w="4371">
                  <a:moveTo>
                    <a:pt x="4144" y="0"/>
                  </a:moveTo>
                  <a:lnTo>
                    <a:pt x="1" y="7382"/>
                  </a:lnTo>
                  <a:cubicBezTo>
                    <a:pt x="84" y="7394"/>
                    <a:pt x="179" y="7430"/>
                    <a:pt x="251" y="7466"/>
                  </a:cubicBezTo>
                  <a:lnTo>
                    <a:pt x="4370" y="143"/>
                  </a:lnTo>
                  <a:cubicBezTo>
                    <a:pt x="4287" y="119"/>
                    <a:pt x="4204" y="72"/>
                    <a:pt x="414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9"/>
            <p:cNvSpPr/>
            <p:nvPr/>
          </p:nvSpPr>
          <p:spPr>
            <a:xfrm>
              <a:off x="1113225" y="2036700"/>
              <a:ext cx="60750" cy="102100"/>
            </a:xfrm>
            <a:custGeom>
              <a:rect b="b" l="l" r="r" t="t"/>
              <a:pathLst>
                <a:path extrusionOk="0" h="4084" w="2430">
                  <a:moveTo>
                    <a:pt x="2215" y="0"/>
                  </a:moveTo>
                  <a:lnTo>
                    <a:pt x="0" y="3893"/>
                  </a:lnTo>
                  <a:cubicBezTo>
                    <a:pt x="72" y="3953"/>
                    <a:pt x="155" y="4012"/>
                    <a:pt x="215" y="4084"/>
                  </a:cubicBezTo>
                  <a:lnTo>
                    <a:pt x="2429" y="179"/>
                  </a:lnTo>
                  <a:cubicBezTo>
                    <a:pt x="2358" y="131"/>
                    <a:pt x="2274" y="72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9"/>
            <p:cNvSpPr/>
            <p:nvPr/>
          </p:nvSpPr>
          <p:spPr>
            <a:xfrm>
              <a:off x="1299250" y="1820900"/>
              <a:ext cx="16700" cy="554550"/>
            </a:xfrm>
            <a:custGeom>
              <a:rect b="b" l="l" r="r" t="t"/>
              <a:pathLst>
                <a:path extrusionOk="0" h="22182" w="668">
                  <a:moveTo>
                    <a:pt x="1" y="0"/>
                  </a:moveTo>
                  <a:lnTo>
                    <a:pt x="394" y="21693"/>
                  </a:lnTo>
                  <a:lnTo>
                    <a:pt x="406" y="22181"/>
                  </a:lnTo>
                  <a:cubicBezTo>
                    <a:pt x="447" y="22175"/>
                    <a:pt x="492" y="22172"/>
                    <a:pt x="537" y="22172"/>
                  </a:cubicBezTo>
                  <a:cubicBezTo>
                    <a:pt x="581" y="22172"/>
                    <a:pt x="626" y="22175"/>
                    <a:pt x="668" y="22181"/>
                  </a:cubicBezTo>
                  <a:lnTo>
                    <a:pt x="275" y="12"/>
                  </a:lnTo>
                  <a:cubicBezTo>
                    <a:pt x="235" y="17"/>
                    <a:pt x="198" y="20"/>
                    <a:pt x="161" y="20"/>
                  </a:cubicBezTo>
                  <a:cubicBezTo>
                    <a:pt x="108" y="20"/>
                    <a:pt x="57" y="14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9"/>
            <p:cNvSpPr/>
            <p:nvPr/>
          </p:nvSpPr>
          <p:spPr>
            <a:xfrm>
              <a:off x="1293600" y="1501500"/>
              <a:ext cx="11925" cy="289650"/>
            </a:xfrm>
            <a:custGeom>
              <a:rect b="b" l="l" r="r" t="t"/>
              <a:pathLst>
                <a:path extrusionOk="0" h="11586" w="477">
                  <a:moveTo>
                    <a:pt x="1" y="1"/>
                  </a:moveTo>
                  <a:lnTo>
                    <a:pt x="215" y="11585"/>
                  </a:lnTo>
                  <a:cubicBezTo>
                    <a:pt x="268" y="11563"/>
                    <a:pt x="325" y="11555"/>
                    <a:pt x="382" y="11555"/>
                  </a:cubicBezTo>
                  <a:cubicBezTo>
                    <a:pt x="414" y="11555"/>
                    <a:pt x="446" y="11557"/>
                    <a:pt x="477" y="11562"/>
                  </a:cubicBezTo>
                  <a:lnTo>
                    <a:pt x="274" y="36"/>
                  </a:lnTo>
                  <a:cubicBezTo>
                    <a:pt x="239" y="36"/>
                    <a:pt x="215" y="48"/>
                    <a:pt x="179" y="48"/>
                  </a:cubicBezTo>
                  <a:cubicBezTo>
                    <a:pt x="120" y="36"/>
                    <a:pt x="60" y="36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9"/>
            <p:cNvSpPr/>
            <p:nvPr/>
          </p:nvSpPr>
          <p:spPr>
            <a:xfrm>
              <a:off x="1418325" y="1523825"/>
              <a:ext cx="47050" cy="166425"/>
            </a:xfrm>
            <a:custGeom>
              <a:rect b="b" l="l" r="r" t="t"/>
              <a:pathLst>
                <a:path extrusionOk="0" h="6657" w="1882">
                  <a:moveTo>
                    <a:pt x="250" y="1"/>
                  </a:moveTo>
                  <a:cubicBezTo>
                    <a:pt x="238" y="1"/>
                    <a:pt x="227" y="13"/>
                    <a:pt x="227" y="13"/>
                  </a:cubicBezTo>
                  <a:cubicBezTo>
                    <a:pt x="155" y="48"/>
                    <a:pt x="72" y="72"/>
                    <a:pt x="0" y="72"/>
                  </a:cubicBezTo>
                  <a:lnTo>
                    <a:pt x="1608" y="6656"/>
                  </a:lnTo>
                  <a:cubicBezTo>
                    <a:pt x="1703" y="6621"/>
                    <a:pt x="1786" y="6597"/>
                    <a:pt x="1881" y="659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19"/>
            <p:cNvSpPr/>
            <p:nvPr/>
          </p:nvSpPr>
          <p:spPr>
            <a:xfrm>
              <a:off x="1083450" y="1458350"/>
              <a:ext cx="203625" cy="33050"/>
            </a:xfrm>
            <a:custGeom>
              <a:rect b="b" l="l" r="r" t="t"/>
              <a:pathLst>
                <a:path extrusionOk="0" h="1322" w="8145">
                  <a:moveTo>
                    <a:pt x="1" y="0"/>
                  </a:moveTo>
                  <a:lnTo>
                    <a:pt x="1" y="286"/>
                  </a:lnTo>
                  <a:lnTo>
                    <a:pt x="8097" y="1322"/>
                  </a:lnTo>
                  <a:lnTo>
                    <a:pt x="8097" y="1298"/>
                  </a:lnTo>
                  <a:cubicBezTo>
                    <a:pt x="8085" y="1191"/>
                    <a:pt x="8109" y="1108"/>
                    <a:pt x="8145" y="104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19"/>
            <p:cNvSpPr/>
            <p:nvPr/>
          </p:nvSpPr>
          <p:spPr>
            <a:xfrm>
              <a:off x="1291825" y="1342550"/>
              <a:ext cx="8050" cy="136050"/>
            </a:xfrm>
            <a:custGeom>
              <a:rect b="b" l="l" r="r" t="t"/>
              <a:pathLst>
                <a:path extrusionOk="0" h="5442" w="322">
                  <a:moveTo>
                    <a:pt x="0" y="1"/>
                  </a:moveTo>
                  <a:lnTo>
                    <a:pt x="60" y="5442"/>
                  </a:lnTo>
                  <a:cubicBezTo>
                    <a:pt x="119" y="5406"/>
                    <a:pt x="179" y="5406"/>
                    <a:pt x="238" y="5406"/>
                  </a:cubicBezTo>
                  <a:cubicBezTo>
                    <a:pt x="274" y="5406"/>
                    <a:pt x="298" y="5406"/>
                    <a:pt x="322" y="5418"/>
                  </a:cubicBezTo>
                  <a:lnTo>
                    <a:pt x="274" y="96"/>
                  </a:lnTo>
                  <a:cubicBezTo>
                    <a:pt x="179" y="72"/>
                    <a:pt x="72" y="48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19"/>
            <p:cNvSpPr/>
            <p:nvPr/>
          </p:nvSpPr>
          <p:spPr>
            <a:xfrm>
              <a:off x="1688000" y="1544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19"/>
            <p:cNvSpPr/>
            <p:nvPr/>
          </p:nvSpPr>
          <p:spPr>
            <a:xfrm>
              <a:off x="1309675" y="1487525"/>
              <a:ext cx="94675" cy="19650"/>
            </a:xfrm>
            <a:custGeom>
              <a:rect b="b" l="l" r="r" t="t"/>
              <a:pathLst>
                <a:path extrusionOk="0" h="786" w="3787">
                  <a:moveTo>
                    <a:pt x="12" y="0"/>
                  </a:moveTo>
                  <a:cubicBezTo>
                    <a:pt x="36" y="24"/>
                    <a:pt x="36" y="72"/>
                    <a:pt x="36" y="95"/>
                  </a:cubicBezTo>
                  <a:cubicBezTo>
                    <a:pt x="36" y="155"/>
                    <a:pt x="12" y="214"/>
                    <a:pt x="1" y="262"/>
                  </a:cubicBezTo>
                  <a:lnTo>
                    <a:pt x="3668" y="786"/>
                  </a:lnTo>
                  <a:cubicBezTo>
                    <a:pt x="3680" y="691"/>
                    <a:pt x="3727" y="607"/>
                    <a:pt x="3787" y="536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19"/>
            <p:cNvSpPr/>
            <p:nvPr/>
          </p:nvSpPr>
          <p:spPr>
            <a:xfrm>
              <a:off x="1687700" y="15458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19"/>
            <p:cNvSpPr/>
            <p:nvPr/>
          </p:nvSpPr>
          <p:spPr>
            <a:xfrm>
              <a:off x="1430825" y="1504475"/>
              <a:ext cx="247675" cy="41700"/>
            </a:xfrm>
            <a:custGeom>
              <a:rect b="b" l="l" r="r" t="t"/>
              <a:pathLst>
                <a:path extrusionOk="0" h="1668" w="9907">
                  <a:moveTo>
                    <a:pt x="0" y="1"/>
                  </a:moveTo>
                  <a:lnTo>
                    <a:pt x="0" y="1"/>
                  </a:lnTo>
                  <a:cubicBezTo>
                    <a:pt x="48" y="108"/>
                    <a:pt x="72" y="191"/>
                    <a:pt x="48" y="287"/>
                  </a:cubicBezTo>
                  <a:lnTo>
                    <a:pt x="9799" y="1668"/>
                  </a:lnTo>
                  <a:lnTo>
                    <a:pt x="9906" y="1596"/>
                  </a:lnTo>
                  <a:lnTo>
                    <a:pt x="9478" y="1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19"/>
            <p:cNvSpPr/>
            <p:nvPr/>
          </p:nvSpPr>
          <p:spPr>
            <a:xfrm>
              <a:off x="1687100" y="1546450"/>
              <a:ext cx="25" cy="625"/>
            </a:xfrm>
            <a:custGeom>
              <a:rect b="b" l="l" r="r" t="t"/>
              <a:pathLst>
                <a:path extrusionOk="0" h="25" w="1">
                  <a:moveTo>
                    <a:pt x="1" y="24"/>
                  </a:moveTo>
                  <a:lnTo>
                    <a:pt x="1" y="24"/>
                  </a:lnTo>
                  <a:cubicBezTo>
                    <a:pt x="1" y="1"/>
                    <a:pt x="1" y="24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19"/>
            <p:cNvSpPr/>
            <p:nvPr/>
          </p:nvSpPr>
          <p:spPr>
            <a:xfrm>
              <a:off x="1687700" y="15455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19"/>
            <p:cNvSpPr/>
            <p:nvPr/>
          </p:nvSpPr>
          <p:spPr>
            <a:xfrm>
              <a:off x="1476075" y="1544675"/>
              <a:ext cx="211050" cy="154800"/>
            </a:xfrm>
            <a:custGeom>
              <a:rect b="b" l="l" r="r" t="t"/>
              <a:pathLst>
                <a:path extrusionOk="0" h="6192" w="8442">
                  <a:moveTo>
                    <a:pt x="8096" y="0"/>
                  </a:moveTo>
                  <a:lnTo>
                    <a:pt x="7989" y="72"/>
                  </a:lnTo>
                  <a:lnTo>
                    <a:pt x="0" y="5965"/>
                  </a:lnTo>
                  <a:cubicBezTo>
                    <a:pt x="60" y="6025"/>
                    <a:pt x="119" y="6084"/>
                    <a:pt x="143" y="6179"/>
                  </a:cubicBezTo>
                  <a:cubicBezTo>
                    <a:pt x="143" y="6179"/>
                    <a:pt x="143" y="6191"/>
                    <a:pt x="155" y="6191"/>
                  </a:cubicBezTo>
                  <a:lnTo>
                    <a:pt x="8442" y="95"/>
                  </a:lnTo>
                  <a:lnTo>
                    <a:pt x="8442" y="95"/>
                  </a:lnTo>
                  <a:cubicBezTo>
                    <a:pt x="8418" y="107"/>
                    <a:pt x="8418" y="107"/>
                    <a:pt x="8406" y="107"/>
                  </a:cubicBezTo>
                  <a:lnTo>
                    <a:pt x="8394" y="107"/>
                  </a:lnTo>
                  <a:cubicBezTo>
                    <a:pt x="8370" y="107"/>
                    <a:pt x="8358" y="119"/>
                    <a:pt x="8346" y="119"/>
                  </a:cubicBezTo>
                  <a:lnTo>
                    <a:pt x="8299" y="119"/>
                  </a:lnTo>
                  <a:cubicBezTo>
                    <a:pt x="8287" y="119"/>
                    <a:pt x="8287" y="119"/>
                    <a:pt x="8275" y="107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19"/>
            <p:cNvSpPr/>
            <p:nvPr/>
          </p:nvSpPr>
          <p:spPr>
            <a:xfrm>
              <a:off x="1688000" y="1544675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19"/>
            <p:cNvSpPr/>
            <p:nvPr/>
          </p:nvSpPr>
          <p:spPr>
            <a:xfrm>
              <a:off x="1681750" y="1319350"/>
              <a:ext cx="26225" cy="225050"/>
            </a:xfrm>
            <a:custGeom>
              <a:rect b="b" l="l" r="r" t="t"/>
              <a:pathLst>
                <a:path extrusionOk="0" h="9002" w="1049">
                  <a:moveTo>
                    <a:pt x="750" y="0"/>
                  </a:moveTo>
                  <a:lnTo>
                    <a:pt x="0" y="8763"/>
                  </a:lnTo>
                  <a:lnTo>
                    <a:pt x="191" y="8870"/>
                  </a:lnTo>
                  <a:cubicBezTo>
                    <a:pt x="238" y="8894"/>
                    <a:pt x="274" y="8942"/>
                    <a:pt x="274" y="900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19"/>
            <p:cNvSpPr/>
            <p:nvPr/>
          </p:nvSpPr>
          <p:spPr>
            <a:xfrm>
              <a:off x="1687100" y="1546450"/>
              <a:ext cx="25" cy="625"/>
            </a:xfrm>
            <a:custGeom>
              <a:rect b="b" l="l" r="r" t="t"/>
              <a:pathLst>
                <a:path extrusionOk="0" h="25" w="1">
                  <a:moveTo>
                    <a:pt x="1" y="24"/>
                  </a:moveTo>
                  <a:cubicBezTo>
                    <a:pt x="1" y="24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19"/>
            <p:cNvSpPr/>
            <p:nvPr/>
          </p:nvSpPr>
          <p:spPr>
            <a:xfrm>
              <a:off x="1684125" y="1547650"/>
              <a:ext cx="625" cy="25"/>
            </a:xfrm>
            <a:custGeom>
              <a:rect b="b" l="l" r="r" t="t"/>
              <a:pathLst>
                <a:path extrusionOk="0" h="1" w="25">
                  <a:moveTo>
                    <a:pt x="24" y="0"/>
                  </a:moveTo>
                  <a:lnTo>
                    <a:pt x="1" y="0"/>
                  </a:lnTo>
                  <a:lnTo>
                    <a:pt x="24" y="0"/>
                  </a:lnTo>
                  <a:cubicBezTo>
                    <a:pt x="12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19"/>
            <p:cNvSpPr/>
            <p:nvPr/>
          </p:nvSpPr>
          <p:spPr>
            <a:xfrm>
              <a:off x="1687700" y="15455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cubicBezTo>
                    <a:pt x="0" y="1"/>
                    <a:pt x="0" y="1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19"/>
            <p:cNvSpPr/>
            <p:nvPr/>
          </p:nvSpPr>
          <p:spPr>
            <a:xfrm>
              <a:off x="1684725" y="15476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19"/>
            <p:cNvSpPr/>
            <p:nvPr/>
          </p:nvSpPr>
          <p:spPr>
            <a:xfrm>
              <a:off x="1323375" y="1333625"/>
              <a:ext cx="364650" cy="214350"/>
            </a:xfrm>
            <a:custGeom>
              <a:rect b="b" l="l" r="r" t="t"/>
              <a:pathLst>
                <a:path extrusionOk="0" h="8574" w="14586">
                  <a:moveTo>
                    <a:pt x="203" y="1"/>
                  </a:moveTo>
                  <a:cubicBezTo>
                    <a:pt x="143" y="84"/>
                    <a:pt x="84" y="155"/>
                    <a:pt x="0" y="215"/>
                  </a:cubicBezTo>
                  <a:lnTo>
                    <a:pt x="13752" y="8204"/>
                  </a:lnTo>
                  <a:lnTo>
                    <a:pt x="14192" y="8454"/>
                  </a:lnTo>
                  <a:lnTo>
                    <a:pt x="14371" y="8561"/>
                  </a:lnTo>
                  <a:cubicBezTo>
                    <a:pt x="14383" y="8561"/>
                    <a:pt x="14383" y="8573"/>
                    <a:pt x="14395" y="8573"/>
                  </a:cubicBezTo>
                  <a:lnTo>
                    <a:pt x="14442" y="8573"/>
                  </a:lnTo>
                  <a:cubicBezTo>
                    <a:pt x="14454" y="8573"/>
                    <a:pt x="14466" y="8573"/>
                    <a:pt x="14490" y="8561"/>
                  </a:cubicBezTo>
                  <a:lnTo>
                    <a:pt x="14502" y="8561"/>
                  </a:lnTo>
                  <a:cubicBezTo>
                    <a:pt x="14514" y="8561"/>
                    <a:pt x="14514" y="8549"/>
                    <a:pt x="14526" y="8549"/>
                  </a:cubicBezTo>
                  <a:cubicBezTo>
                    <a:pt x="14550" y="8537"/>
                    <a:pt x="14550" y="8537"/>
                    <a:pt x="14550" y="8514"/>
                  </a:cubicBezTo>
                  <a:lnTo>
                    <a:pt x="14550" y="8502"/>
                  </a:lnTo>
                  <a:lnTo>
                    <a:pt x="14550" y="8490"/>
                  </a:lnTo>
                  <a:lnTo>
                    <a:pt x="14550" y="8478"/>
                  </a:lnTo>
                  <a:cubicBezTo>
                    <a:pt x="14585" y="8383"/>
                    <a:pt x="14573" y="8335"/>
                    <a:pt x="14514" y="8311"/>
                  </a:cubicBezTo>
                  <a:lnTo>
                    <a:pt x="14323" y="820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19"/>
            <p:cNvSpPr/>
            <p:nvPr/>
          </p:nvSpPr>
          <p:spPr>
            <a:xfrm>
              <a:off x="1273950" y="1318750"/>
              <a:ext cx="60750" cy="26600"/>
            </a:xfrm>
            <a:custGeom>
              <a:rect b="b" l="l" r="r" t="t"/>
              <a:pathLst>
                <a:path extrusionOk="0" h="1064" w="2430">
                  <a:moveTo>
                    <a:pt x="1" y="0"/>
                  </a:moveTo>
                  <a:cubicBezTo>
                    <a:pt x="13" y="119"/>
                    <a:pt x="60" y="250"/>
                    <a:pt x="120" y="369"/>
                  </a:cubicBezTo>
                  <a:cubicBezTo>
                    <a:pt x="251" y="643"/>
                    <a:pt x="465" y="834"/>
                    <a:pt x="715" y="953"/>
                  </a:cubicBezTo>
                  <a:cubicBezTo>
                    <a:pt x="810" y="1000"/>
                    <a:pt x="894" y="1012"/>
                    <a:pt x="989" y="1048"/>
                  </a:cubicBezTo>
                  <a:cubicBezTo>
                    <a:pt x="1062" y="1058"/>
                    <a:pt x="1135" y="1063"/>
                    <a:pt x="1209" y="1063"/>
                  </a:cubicBezTo>
                  <a:cubicBezTo>
                    <a:pt x="1401" y="1063"/>
                    <a:pt x="1594" y="1027"/>
                    <a:pt x="1775" y="941"/>
                  </a:cubicBezTo>
                  <a:cubicBezTo>
                    <a:pt x="1858" y="893"/>
                    <a:pt x="1941" y="858"/>
                    <a:pt x="2001" y="786"/>
                  </a:cubicBezTo>
                  <a:cubicBezTo>
                    <a:pt x="2072" y="727"/>
                    <a:pt x="2132" y="655"/>
                    <a:pt x="2192" y="584"/>
                  </a:cubicBezTo>
                  <a:cubicBezTo>
                    <a:pt x="2322" y="417"/>
                    <a:pt x="2394" y="215"/>
                    <a:pt x="243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9"/>
            <p:cNvSpPr/>
            <p:nvPr/>
          </p:nvSpPr>
          <p:spPr>
            <a:xfrm>
              <a:off x="1159350" y="2001350"/>
              <a:ext cx="50050" cy="42850"/>
            </a:xfrm>
            <a:custGeom>
              <a:rect b="b" l="l" r="r" t="t"/>
              <a:pathLst>
                <a:path extrusionOk="0" h="1714" w="2002">
                  <a:moveTo>
                    <a:pt x="1013" y="0"/>
                  </a:moveTo>
                  <a:cubicBezTo>
                    <a:pt x="968" y="0"/>
                    <a:pt x="924" y="3"/>
                    <a:pt x="882" y="9"/>
                  </a:cubicBezTo>
                  <a:cubicBezTo>
                    <a:pt x="787" y="21"/>
                    <a:pt x="703" y="57"/>
                    <a:pt x="608" y="81"/>
                  </a:cubicBezTo>
                  <a:cubicBezTo>
                    <a:pt x="179" y="295"/>
                    <a:pt x="1" y="807"/>
                    <a:pt x="227" y="1247"/>
                  </a:cubicBezTo>
                  <a:cubicBezTo>
                    <a:pt x="251" y="1307"/>
                    <a:pt x="299" y="1366"/>
                    <a:pt x="346" y="1426"/>
                  </a:cubicBezTo>
                  <a:cubicBezTo>
                    <a:pt x="406" y="1497"/>
                    <a:pt x="477" y="1557"/>
                    <a:pt x="549" y="1605"/>
                  </a:cubicBezTo>
                  <a:cubicBezTo>
                    <a:pt x="709" y="1669"/>
                    <a:pt x="898" y="1714"/>
                    <a:pt x="1072" y="1714"/>
                  </a:cubicBezTo>
                  <a:cubicBezTo>
                    <a:pt x="1092" y="1714"/>
                    <a:pt x="1112" y="1713"/>
                    <a:pt x="1132" y="1712"/>
                  </a:cubicBezTo>
                  <a:cubicBezTo>
                    <a:pt x="1227" y="1688"/>
                    <a:pt x="1311" y="1664"/>
                    <a:pt x="1406" y="1628"/>
                  </a:cubicBezTo>
                  <a:lnTo>
                    <a:pt x="1489" y="1593"/>
                  </a:lnTo>
                  <a:cubicBezTo>
                    <a:pt x="1846" y="1343"/>
                    <a:pt x="2001" y="878"/>
                    <a:pt x="1787" y="473"/>
                  </a:cubicBezTo>
                  <a:cubicBezTo>
                    <a:pt x="1703" y="307"/>
                    <a:pt x="1561" y="176"/>
                    <a:pt x="1418" y="104"/>
                  </a:cubicBezTo>
                  <a:cubicBezTo>
                    <a:pt x="1322" y="57"/>
                    <a:pt x="1239" y="21"/>
                    <a:pt x="1144" y="9"/>
                  </a:cubicBezTo>
                  <a:cubicBezTo>
                    <a:pt x="1102" y="3"/>
                    <a:pt x="1058" y="0"/>
                    <a:pt x="10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19"/>
            <p:cNvSpPr/>
            <p:nvPr/>
          </p:nvSpPr>
          <p:spPr>
            <a:xfrm>
              <a:off x="1083450" y="2128475"/>
              <a:ext cx="44675" cy="61325"/>
            </a:xfrm>
            <a:custGeom>
              <a:rect b="b" l="l" r="r" t="t"/>
              <a:pathLst>
                <a:path extrusionOk="0" h="2453" w="1787">
                  <a:moveTo>
                    <a:pt x="465" y="1"/>
                  </a:moveTo>
                  <a:cubicBezTo>
                    <a:pt x="309" y="1"/>
                    <a:pt x="151" y="30"/>
                    <a:pt x="1" y="91"/>
                  </a:cubicBezTo>
                  <a:lnTo>
                    <a:pt x="1" y="2366"/>
                  </a:lnTo>
                  <a:cubicBezTo>
                    <a:pt x="148" y="2422"/>
                    <a:pt x="312" y="2452"/>
                    <a:pt x="479" y="2452"/>
                  </a:cubicBezTo>
                  <a:cubicBezTo>
                    <a:pt x="660" y="2452"/>
                    <a:pt x="845" y="2416"/>
                    <a:pt x="1013" y="2342"/>
                  </a:cubicBezTo>
                  <a:cubicBezTo>
                    <a:pt x="1072" y="2306"/>
                    <a:pt x="1144" y="2258"/>
                    <a:pt x="1203" y="2223"/>
                  </a:cubicBezTo>
                  <a:cubicBezTo>
                    <a:pt x="1263" y="2139"/>
                    <a:pt x="1346" y="2080"/>
                    <a:pt x="1406" y="2020"/>
                  </a:cubicBezTo>
                  <a:cubicBezTo>
                    <a:pt x="1715" y="1663"/>
                    <a:pt x="1787" y="1127"/>
                    <a:pt x="1560" y="687"/>
                  </a:cubicBezTo>
                  <a:cubicBezTo>
                    <a:pt x="1513" y="592"/>
                    <a:pt x="1465" y="508"/>
                    <a:pt x="1406" y="437"/>
                  </a:cubicBezTo>
                  <a:cubicBezTo>
                    <a:pt x="1346" y="353"/>
                    <a:pt x="1263" y="294"/>
                    <a:pt x="1191" y="234"/>
                  </a:cubicBezTo>
                  <a:cubicBezTo>
                    <a:pt x="989" y="84"/>
                    <a:pt x="730" y="1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19"/>
            <p:cNvSpPr/>
            <p:nvPr/>
          </p:nvSpPr>
          <p:spPr>
            <a:xfrm>
              <a:off x="1288250" y="1790575"/>
              <a:ext cx="32175" cy="31125"/>
            </a:xfrm>
            <a:custGeom>
              <a:rect b="b" l="l" r="r" t="t"/>
              <a:pathLst>
                <a:path extrusionOk="0" h="1245" w="1287">
                  <a:moveTo>
                    <a:pt x="577" y="1"/>
                  </a:moveTo>
                  <a:cubicBezTo>
                    <a:pt x="530" y="1"/>
                    <a:pt x="477" y="14"/>
                    <a:pt x="429" y="34"/>
                  </a:cubicBezTo>
                  <a:lnTo>
                    <a:pt x="334" y="82"/>
                  </a:lnTo>
                  <a:cubicBezTo>
                    <a:pt x="167" y="165"/>
                    <a:pt x="60" y="320"/>
                    <a:pt x="12" y="499"/>
                  </a:cubicBezTo>
                  <a:cubicBezTo>
                    <a:pt x="0" y="582"/>
                    <a:pt x="0" y="677"/>
                    <a:pt x="12" y="761"/>
                  </a:cubicBezTo>
                  <a:lnTo>
                    <a:pt x="60" y="892"/>
                  </a:lnTo>
                  <a:cubicBezTo>
                    <a:pt x="84" y="951"/>
                    <a:pt x="119" y="999"/>
                    <a:pt x="155" y="1058"/>
                  </a:cubicBezTo>
                  <a:cubicBezTo>
                    <a:pt x="215" y="1130"/>
                    <a:pt x="310" y="1177"/>
                    <a:pt x="381" y="1213"/>
                  </a:cubicBezTo>
                  <a:cubicBezTo>
                    <a:pt x="393" y="1213"/>
                    <a:pt x="417" y="1225"/>
                    <a:pt x="429" y="1225"/>
                  </a:cubicBezTo>
                  <a:cubicBezTo>
                    <a:pt x="478" y="1239"/>
                    <a:pt x="531" y="1245"/>
                    <a:pt x="583" y="1245"/>
                  </a:cubicBezTo>
                  <a:cubicBezTo>
                    <a:pt x="620" y="1245"/>
                    <a:pt x="656" y="1242"/>
                    <a:pt x="691" y="1237"/>
                  </a:cubicBezTo>
                  <a:cubicBezTo>
                    <a:pt x="750" y="1225"/>
                    <a:pt x="798" y="1213"/>
                    <a:pt x="858" y="1177"/>
                  </a:cubicBezTo>
                  <a:cubicBezTo>
                    <a:pt x="1167" y="1034"/>
                    <a:pt x="1286" y="653"/>
                    <a:pt x="1131" y="356"/>
                  </a:cubicBezTo>
                  <a:cubicBezTo>
                    <a:pt x="1036" y="165"/>
                    <a:pt x="858" y="46"/>
                    <a:pt x="667" y="22"/>
                  </a:cubicBezTo>
                  <a:cubicBezTo>
                    <a:pt x="642" y="7"/>
                    <a:pt x="611" y="1"/>
                    <a:pt x="57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19"/>
            <p:cNvSpPr/>
            <p:nvPr/>
          </p:nvSpPr>
          <p:spPr>
            <a:xfrm>
              <a:off x="1297475" y="2375200"/>
              <a:ext cx="32775" cy="30800"/>
            </a:xfrm>
            <a:custGeom>
              <a:rect b="b" l="l" r="r" t="t"/>
              <a:pathLst>
                <a:path extrusionOk="0" h="1232" w="1311">
                  <a:moveTo>
                    <a:pt x="608" y="0"/>
                  </a:moveTo>
                  <a:cubicBezTo>
                    <a:pt x="563" y="0"/>
                    <a:pt x="518" y="3"/>
                    <a:pt x="477" y="9"/>
                  </a:cubicBezTo>
                  <a:cubicBezTo>
                    <a:pt x="429" y="33"/>
                    <a:pt x="393" y="33"/>
                    <a:pt x="369" y="57"/>
                  </a:cubicBezTo>
                  <a:cubicBezTo>
                    <a:pt x="358" y="57"/>
                    <a:pt x="358" y="57"/>
                    <a:pt x="346" y="69"/>
                  </a:cubicBezTo>
                  <a:cubicBezTo>
                    <a:pt x="262" y="117"/>
                    <a:pt x="191" y="164"/>
                    <a:pt x="143" y="224"/>
                  </a:cubicBezTo>
                  <a:lnTo>
                    <a:pt x="60" y="355"/>
                  </a:lnTo>
                  <a:cubicBezTo>
                    <a:pt x="12" y="450"/>
                    <a:pt x="0" y="533"/>
                    <a:pt x="0" y="628"/>
                  </a:cubicBezTo>
                  <a:cubicBezTo>
                    <a:pt x="0" y="712"/>
                    <a:pt x="12" y="807"/>
                    <a:pt x="60" y="890"/>
                  </a:cubicBezTo>
                  <a:cubicBezTo>
                    <a:pt x="160" y="1108"/>
                    <a:pt x="373" y="1232"/>
                    <a:pt x="594" y="1232"/>
                  </a:cubicBezTo>
                  <a:cubicBezTo>
                    <a:pt x="687" y="1232"/>
                    <a:pt x="781" y="1210"/>
                    <a:pt x="870" y="1164"/>
                  </a:cubicBezTo>
                  <a:cubicBezTo>
                    <a:pt x="1191" y="1009"/>
                    <a:pt x="1310" y="640"/>
                    <a:pt x="1143" y="343"/>
                  </a:cubicBezTo>
                  <a:cubicBezTo>
                    <a:pt x="1048" y="164"/>
                    <a:pt x="905" y="57"/>
                    <a:pt x="739" y="9"/>
                  </a:cubicBezTo>
                  <a:cubicBezTo>
                    <a:pt x="697" y="3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19"/>
            <p:cNvSpPr/>
            <p:nvPr/>
          </p:nvSpPr>
          <p:spPr>
            <a:xfrm>
              <a:off x="1445100" y="1689025"/>
              <a:ext cx="39025" cy="34575"/>
            </a:xfrm>
            <a:custGeom>
              <a:rect b="b" l="l" r="r" t="t"/>
              <a:pathLst>
                <a:path extrusionOk="0" h="1383" w="1561">
                  <a:moveTo>
                    <a:pt x="787" y="1"/>
                  </a:moveTo>
                  <a:cubicBezTo>
                    <a:pt x="703" y="1"/>
                    <a:pt x="608" y="13"/>
                    <a:pt x="525" y="60"/>
                  </a:cubicBezTo>
                  <a:cubicBezTo>
                    <a:pt x="501" y="60"/>
                    <a:pt x="489" y="72"/>
                    <a:pt x="477" y="72"/>
                  </a:cubicBezTo>
                  <a:cubicBezTo>
                    <a:pt x="132" y="239"/>
                    <a:pt x="1" y="655"/>
                    <a:pt x="168" y="1001"/>
                  </a:cubicBezTo>
                  <a:cubicBezTo>
                    <a:pt x="277" y="1245"/>
                    <a:pt x="530" y="1382"/>
                    <a:pt x="782" y="1382"/>
                  </a:cubicBezTo>
                  <a:cubicBezTo>
                    <a:pt x="886" y="1382"/>
                    <a:pt x="990" y="1359"/>
                    <a:pt x="1084" y="1310"/>
                  </a:cubicBezTo>
                  <a:cubicBezTo>
                    <a:pt x="1430" y="1144"/>
                    <a:pt x="1561" y="727"/>
                    <a:pt x="1394" y="405"/>
                  </a:cubicBezTo>
                  <a:cubicBezTo>
                    <a:pt x="1394" y="405"/>
                    <a:pt x="1394" y="394"/>
                    <a:pt x="1382" y="394"/>
                  </a:cubicBezTo>
                  <a:cubicBezTo>
                    <a:pt x="1358" y="310"/>
                    <a:pt x="1311" y="239"/>
                    <a:pt x="1251" y="179"/>
                  </a:cubicBezTo>
                  <a:cubicBezTo>
                    <a:pt x="1132" y="60"/>
                    <a:pt x="953" y="1"/>
                    <a:pt x="7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19"/>
            <p:cNvSpPr/>
            <p:nvPr/>
          </p:nvSpPr>
          <p:spPr>
            <a:xfrm>
              <a:off x="1285875" y="1477700"/>
              <a:ext cx="24725" cy="24425"/>
            </a:xfrm>
            <a:custGeom>
              <a:rect b="b" l="l" r="r" t="t"/>
              <a:pathLst>
                <a:path extrusionOk="0" h="977" w="989">
                  <a:moveTo>
                    <a:pt x="488" y="0"/>
                  </a:moveTo>
                  <a:cubicBezTo>
                    <a:pt x="429" y="0"/>
                    <a:pt x="369" y="12"/>
                    <a:pt x="310" y="36"/>
                  </a:cubicBezTo>
                  <a:cubicBezTo>
                    <a:pt x="214" y="72"/>
                    <a:pt x="119" y="155"/>
                    <a:pt x="60" y="250"/>
                  </a:cubicBezTo>
                  <a:cubicBezTo>
                    <a:pt x="12" y="334"/>
                    <a:pt x="0" y="405"/>
                    <a:pt x="0" y="488"/>
                  </a:cubicBezTo>
                  <a:lnTo>
                    <a:pt x="0" y="524"/>
                  </a:lnTo>
                  <a:cubicBezTo>
                    <a:pt x="12" y="715"/>
                    <a:pt x="131" y="881"/>
                    <a:pt x="310" y="953"/>
                  </a:cubicBezTo>
                  <a:cubicBezTo>
                    <a:pt x="369" y="965"/>
                    <a:pt x="429" y="977"/>
                    <a:pt x="488" y="977"/>
                  </a:cubicBezTo>
                  <a:cubicBezTo>
                    <a:pt x="524" y="977"/>
                    <a:pt x="548" y="977"/>
                    <a:pt x="583" y="965"/>
                  </a:cubicBezTo>
                  <a:cubicBezTo>
                    <a:pt x="750" y="941"/>
                    <a:pt x="893" y="798"/>
                    <a:pt x="941" y="655"/>
                  </a:cubicBezTo>
                  <a:cubicBezTo>
                    <a:pt x="953" y="596"/>
                    <a:pt x="964" y="548"/>
                    <a:pt x="964" y="488"/>
                  </a:cubicBezTo>
                  <a:cubicBezTo>
                    <a:pt x="988" y="465"/>
                    <a:pt x="964" y="417"/>
                    <a:pt x="964" y="393"/>
                  </a:cubicBezTo>
                  <a:cubicBezTo>
                    <a:pt x="929" y="191"/>
                    <a:pt x="774" y="48"/>
                    <a:pt x="583" y="12"/>
                  </a:cubicBezTo>
                  <a:cubicBezTo>
                    <a:pt x="548" y="12"/>
                    <a:pt x="524" y="0"/>
                    <a:pt x="48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19"/>
            <p:cNvSpPr/>
            <p:nvPr/>
          </p:nvSpPr>
          <p:spPr>
            <a:xfrm>
              <a:off x="1400175" y="1494100"/>
              <a:ext cx="32750" cy="31300"/>
            </a:xfrm>
            <a:custGeom>
              <a:rect b="b" l="l" r="r" t="t"/>
              <a:pathLst>
                <a:path extrusionOk="0" h="1252" w="1310">
                  <a:moveTo>
                    <a:pt x="646" y="0"/>
                  </a:moveTo>
                  <a:cubicBezTo>
                    <a:pt x="553" y="0"/>
                    <a:pt x="458" y="22"/>
                    <a:pt x="369" y="70"/>
                  </a:cubicBezTo>
                  <a:cubicBezTo>
                    <a:pt x="286" y="118"/>
                    <a:pt x="202" y="178"/>
                    <a:pt x="143" y="249"/>
                  </a:cubicBezTo>
                  <a:cubicBezTo>
                    <a:pt x="83" y="321"/>
                    <a:pt x="48" y="416"/>
                    <a:pt x="24" y="499"/>
                  </a:cubicBezTo>
                  <a:cubicBezTo>
                    <a:pt x="0" y="642"/>
                    <a:pt x="12" y="773"/>
                    <a:pt x="83" y="904"/>
                  </a:cubicBezTo>
                  <a:cubicBezTo>
                    <a:pt x="193" y="1123"/>
                    <a:pt x="414" y="1252"/>
                    <a:pt x="644" y="1252"/>
                  </a:cubicBezTo>
                  <a:cubicBezTo>
                    <a:pt x="664" y="1252"/>
                    <a:pt x="683" y="1251"/>
                    <a:pt x="702" y="1249"/>
                  </a:cubicBezTo>
                  <a:cubicBezTo>
                    <a:pt x="774" y="1249"/>
                    <a:pt x="845" y="1213"/>
                    <a:pt x="917" y="1190"/>
                  </a:cubicBezTo>
                  <a:cubicBezTo>
                    <a:pt x="929" y="1194"/>
                    <a:pt x="938" y="1195"/>
                    <a:pt x="945" y="1195"/>
                  </a:cubicBezTo>
                  <a:cubicBezTo>
                    <a:pt x="960" y="1195"/>
                    <a:pt x="968" y="1190"/>
                    <a:pt x="976" y="1190"/>
                  </a:cubicBezTo>
                  <a:cubicBezTo>
                    <a:pt x="1155" y="1083"/>
                    <a:pt x="1274" y="904"/>
                    <a:pt x="1298" y="702"/>
                  </a:cubicBezTo>
                  <a:cubicBezTo>
                    <a:pt x="1310" y="606"/>
                    <a:pt x="1298" y="499"/>
                    <a:pt x="1250" y="416"/>
                  </a:cubicBezTo>
                  <a:cubicBezTo>
                    <a:pt x="1250" y="404"/>
                    <a:pt x="1226" y="392"/>
                    <a:pt x="1214" y="356"/>
                  </a:cubicBezTo>
                  <a:cubicBezTo>
                    <a:pt x="1096" y="136"/>
                    <a:pt x="875" y="0"/>
                    <a:pt x="64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0" name="Google Shape;910;p19"/>
          <p:cNvGrpSpPr/>
          <p:nvPr/>
        </p:nvGrpSpPr>
        <p:grpSpPr>
          <a:xfrm rot="10800000">
            <a:off x="7698175" y="2616294"/>
            <a:ext cx="1451646" cy="2527204"/>
            <a:chOff x="1083450" y="1318750"/>
            <a:chExt cx="624525" cy="1087250"/>
          </a:xfrm>
        </p:grpSpPr>
        <p:sp>
          <p:nvSpPr>
            <p:cNvPr id="911" name="Google Shape;911;p19"/>
            <p:cNvSpPr/>
            <p:nvPr/>
          </p:nvSpPr>
          <p:spPr>
            <a:xfrm>
              <a:off x="1083450" y="2340600"/>
              <a:ext cx="215525" cy="50325"/>
            </a:xfrm>
            <a:custGeom>
              <a:rect b="b" l="l" r="r" t="t"/>
              <a:pathLst>
                <a:path extrusionOk="0" h="2013" w="8621">
                  <a:moveTo>
                    <a:pt x="1" y="0"/>
                  </a:moveTo>
                  <a:lnTo>
                    <a:pt x="1" y="286"/>
                  </a:lnTo>
                  <a:lnTo>
                    <a:pt x="8561" y="2012"/>
                  </a:lnTo>
                  <a:cubicBezTo>
                    <a:pt x="8561" y="1917"/>
                    <a:pt x="8573" y="1834"/>
                    <a:pt x="8621" y="173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19"/>
            <p:cNvSpPr/>
            <p:nvPr/>
          </p:nvSpPr>
          <p:spPr>
            <a:xfrm>
              <a:off x="1083450" y="21304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9"/>
            <p:cNvSpPr/>
            <p:nvPr/>
          </p:nvSpPr>
          <p:spPr>
            <a:xfrm>
              <a:off x="1083450" y="1806900"/>
              <a:ext cx="20275" cy="7475"/>
            </a:xfrm>
            <a:custGeom>
              <a:rect b="b" l="l" r="r" t="t"/>
              <a:pathLst>
                <a:path extrusionOk="0" h="299" w="811">
                  <a:moveTo>
                    <a:pt x="703" y="0"/>
                  </a:moveTo>
                  <a:lnTo>
                    <a:pt x="1" y="24"/>
                  </a:lnTo>
                  <a:lnTo>
                    <a:pt x="1" y="298"/>
                  </a:lnTo>
                  <a:lnTo>
                    <a:pt x="810" y="27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9"/>
            <p:cNvSpPr/>
            <p:nvPr/>
          </p:nvSpPr>
          <p:spPr>
            <a:xfrm>
              <a:off x="1108150" y="1802425"/>
              <a:ext cx="180125" cy="11350"/>
            </a:xfrm>
            <a:custGeom>
              <a:rect b="b" l="l" r="r" t="t"/>
              <a:pathLst>
                <a:path extrusionOk="0" h="454" w="7205">
                  <a:moveTo>
                    <a:pt x="7204" y="1"/>
                  </a:moveTo>
                  <a:lnTo>
                    <a:pt x="1" y="179"/>
                  </a:lnTo>
                  <a:lnTo>
                    <a:pt x="96" y="453"/>
                  </a:lnTo>
                  <a:lnTo>
                    <a:pt x="7204" y="275"/>
                  </a:lnTo>
                  <a:cubicBezTo>
                    <a:pt x="7180" y="179"/>
                    <a:pt x="7180" y="96"/>
                    <a:pt x="720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19"/>
            <p:cNvSpPr/>
            <p:nvPr/>
          </p:nvSpPr>
          <p:spPr>
            <a:xfrm>
              <a:off x="1194475" y="2040550"/>
              <a:ext cx="2425" cy="3600"/>
            </a:xfrm>
            <a:custGeom>
              <a:rect b="b" l="l" r="r" t="t"/>
              <a:pathLst>
                <a:path extrusionOk="0" h="144" w="97">
                  <a:moveTo>
                    <a:pt x="84" y="1"/>
                  </a:moveTo>
                  <a:lnTo>
                    <a:pt x="1" y="48"/>
                  </a:lnTo>
                  <a:lnTo>
                    <a:pt x="25" y="144"/>
                  </a:lnTo>
                  <a:cubicBezTo>
                    <a:pt x="72" y="108"/>
                    <a:pt x="96" y="48"/>
                    <a:pt x="8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19"/>
            <p:cNvSpPr/>
            <p:nvPr/>
          </p:nvSpPr>
          <p:spPr>
            <a:xfrm>
              <a:off x="1083450" y="1741425"/>
              <a:ext cx="98250" cy="261650"/>
            </a:xfrm>
            <a:custGeom>
              <a:rect b="b" l="l" r="r" t="t"/>
              <a:pathLst>
                <a:path extrusionOk="0" h="10466" w="3930">
                  <a:moveTo>
                    <a:pt x="1" y="0"/>
                  </a:moveTo>
                  <a:lnTo>
                    <a:pt x="1" y="774"/>
                  </a:lnTo>
                  <a:lnTo>
                    <a:pt x="703" y="2619"/>
                  </a:lnTo>
                  <a:lnTo>
                    <a:pt x="810" y="2893"/>
                  </a:lnTo>
                  <a:lnTo>
                    <a:pt x="3668" y="10466"/>
                  </a:lnTo>
                  <a:cubicBezTo>
                    <a:pt x="3751" y="10418"/>
                    <a:pt x="3835" y="10394"/>
                    <a:pt x="3930" y="10394"/>
                  </a:cubicBezTo>
                  <a:lnTo>
                    <a:pt x="1084" y="2893"/>
                  </a:lnTo>
                  <a:lnTo>
                    <a:pt x="989" y="26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9"/>
            <p:cNvSpPr/>
            <p:nvPr/>
          </p:nvSpPr>
          <p:spPr>
            <a:xfrm>
              <a:off x="1113525" y="2178975"/>
              <a:ext cx="193200" cy="201825"/>
            </a:xfrm>
            <a:custGeom>
              <a:rect b="b" l="l" r="r" t="t"/>
              <a:pathLst>
                <a:path extrusionOk="0" h="8073" w="7728">
                  <a:moveTo>
                    <a:pt x="203" y="0"/>
                  </a:moveTo>
                  <a:cubicBezTo>
                    <a:pt x="143" y="84"/>
                    <a:pt x="84" y="131"/>
                    <a:pt x="0" y="179"/>
                  </a:cubicBezTo>
                  <a:lnTo>
                    <a:pt x="7501" y="8073"/>
                  </a:lnTo>
                  <a:cubicBezTo>
                    <a:pt x="7549" y="8013"/>
                    <a:pt x="7608" y="7954"/>
                    <a:pt x="7704" y="7918"/>
                  </a:cubicBezTo>
                  <a:cubicBezTo>
                    <a:pt x="7716" y="7918"/>
                    <a:pt x="7716" y="7918"/>
                    <a:pt x="7727" y="7906"/>
                  </a:cubicBez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9"/>
            <p:cNvSpPr/>
            <p:nvPr/>
          </p:nvSpPr>
          <p:spPr>
            <a:xfrm>
              <a:off x="1187625" y="2041750"/>
              <a:ext cx="121175" cy="334600"/>
            </a:xfrm>
            <a:custGeom>
              <a:rect b="b" l="l" r="r" t="t"/>
              <a:pathLst>
                <a:path extrusionOk="0" h="13384" w="4847">
                  <a:moveTo>
                    <a:pt x="275" y="0"/>
                  </a:moveTo>
                  <a:lnTo>
                    <a:pt x="275" y="0"/>
                  </a:lnTo>
                  <a:cubicBezTo>
                    <a:pt x="180" y="48"/>
                    <a:pt x="96" y="72"/>
                    <a:pt x="1" y="72"/>
                  </a:cubicBezTo>
                  <a:lnTo>
                    <a:pt x="4752" y="13383"/>
                  </a:lnTo>
                  <a:cubicBezTo>
                    <a:pt x="4775" y="13371"/>
                    <a:pt x="4823" y="13347"/>
                    <a:pt x="4847" y="13335"/>
                  </a:cubicBezTo>
                  <a:lnTo>
                    <a:pt x="4835" y="12847"/>
                  </a:lnTo>
                  <a:lnTo>
                    <a:pt x="263" y="7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9"/>
            <p:cNvSpPr/>
            <p:nvPr/>
          </p:nvSpPr>
          <p:spPr>
            <a:xfrm>
              <a:off x="1188525" y="1816725"/>
              <a:ext cx="109275" cy="186650"/>
            </a:xfrm>
            <a:custGeom>
              <a:rect b="b" l="l" r="r" t="t"/>
              <a:pathLst>
                <a:path extrusionOk="0" h="7466" w="4371">
                  <a:moveTo>
                    <a:pt x="4144" y="0"/>
                  </a:moveTo>
                  <a:lnTo>
                    <a:pt x="1" y="7382"/>
                  </a:lnTo>
                  <a:cubicBezTo>
                    <a:pt x="84" y="7394"/>
                    <a:pt x="179" y="7430"/>
                    <a:pt x="251" y="7466"/>
                  </a:cubicBezTo>
                  <a:lnTo>
                    <a:pt x="4370" y="143"/>
                  </a:lnTo>
                  <a:cubicBezTo>
                    <a:pt x="4287" y="119"/>
                    <a:pt x="4204" y="72"/>
                    <a:pt x="414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19"/>
            <p:cNvSpPr/>
            <p:nvPr/>
          </p:nvSpPr>
          <p:spPr>
            <a:xfrm>
              <a:off x="1113225" y="2036700"/>
              <a:ext cx="60750" cy="102100"/>
            </a:xfrm>
            <a:custGeom>
              <a:rect b="b" l="l" r="r" t="t"/>
              <a:pathLst>
                <a:path extrusionOk="0" h="4084" w="2430">
                  <a:moveTo>
                    <a:pt x="2215" y="0"/>
                  </a:moveTo>
                  <a:lnTo>
                    <a:pt x="0" y="3893"/>
                  </a:lnTo>
                  <a:cubicBezTo>
                    <a:pt x="72" y="3953"/>
                    <a:pt x="155" y="4012"/>
                    <a:pt x="215" y="4084"/>
                  </a:cubicBezTo>
                  <a:lnTo>
                    <a:pt x="2429" y="179"/>
                  </a:lnTo>
                  <a:cubicBezTo>
                    <a:pt x="2358" y="131"/>
                    <a:pt x="2274" y="72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1299250" y="1820900"/>
              <a:ext cx="16700" cy="554550"/>
            </a:xfrm>
            <a:custGeom>
              <a:rect b="b" l="l" r="r" t="t"/>
              <a:pathLst>
                <a:path extrusionOk="0" h="22182" w="668">
                  <a:moveTo>
                    <a:pt x="1" y="0"/>
                  </a:moveTo>
                  <a:lnTo>
                    <a:pt x="394" y="21693"/>
                  </a:lnTo>
                  <a:lnTo>
                    <a:pt x="406" y="22181"/>
                  </a:lnTo>
                  <a:cubicBezTo>
                    <a:pt x="447" y="22175"/>
                    <a:pt x="492" y="22172"/>
                    <a:pt x="537" y="22172"/>
                  </a:cubicBezTo>
                  <a:cubicBezTo>
                    <a:pt x="581" y="22172"/>
                    <a:pt x="626" y="22175"/>
                    <a:pt x="668" y="22181"/>
                  </a:cubicBezTo>
                  <a:lnTo>
                    <a:pt x="275" y="12"/>
                  </a:lnTo>
                  <a:cubicBezTo>
                    <a:pt x="235" y="17"/>
                    <a:pt x="198" y="20"/>
                    <a:pt x="161" y="20"/>
                  </a:cubicBezTo>
                  <a:cubicBezTo>
                    <a:pt x="108" y="20"/>
                    <a:pt x="57" y="14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1293600" y="1501500"/>
              <a:ext cx="11925" cy="289650"/>
            </a:xfrm>
            <a:custGeom>
              <a:rect b="b" l="l" r="r" t="t"/>
              <a:pathLst>
                <a:path extrusionOk="0" h="11586" w="477">
                  <a:moveTo>
                    <a:pt x="1" y="1"/>
                  </a:moveTo>
                  <a:lnTo>
                    <a:pt x="215" y="11585"/>
                  </a:lnTo>
                  <a:cubicBezTo>
                    <a:pt x="268" y="11563"/>
                    <a:pt x="325" y="11555"/>
                    <a:pt x="382" y="11555"/>
                  </a:cubicBezTo>
                  <a:cubicBezTo>
                    <a:pt x="414" y="11555"/>
                    <a:pt x="446" y="11557"/>
                    <a:pt x="477" y="11562"/>
                  </a:cubicBezTo>
                  <a:lnTo>
                    <a:pt x="274" y="36"/>
                  </a:lnTo>
                  <a:cubicBezTo>
                    <a:pt x="239" y="36"/>
                    <a:pt x="215" y="48"/>
                    <a:pt x="179" y="48"/>
                  </a:cubicBezTo>
                  <a:cubicBezTo>
                    <a:pt x="120" y="36"/>
                    <a:pt x="60" y="36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1418325" y="1523825"/>
              <a:ext cx="47050" cy="166425"/>
            </a:xfrm>
            <a:custGeom>
              <a:rect b="b" l="l" r="r" t="t"/>
              <a:pathLst>
                <a:path extrusionOk="0" h="6657" w="1882">
                  <a:moveTo>
                    <a:pt x="250" y="1"/>
                  </a:moveTo>
                  <a:cubicBezTo>
                    <a:pt x="238" y="1"/>
                    <a:pt x="227" y="13"/>
                    <a:pt x="227" y="13"/>
                  </a:cubicBezTo>
                  <a:cubicBezTo>
                    <a:pt x="155" y="48"/>
                    <a:pt x="72" y="72"/>
                    <a:pt x="0" y="72"/>
                  </a:cubicBezTo>
                  <a:lnTo>
                    <a:pt x="1608" y="6656"/>
                  </a:lnTo>
                  <a:cubicBezTo>
                    <a:pt x="1703" y="6621"/>
                    <a:pt x="1786" y="6597"/>
                    <a:pt x="1881" y="659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1083450" y="1458350"/>
              <a:ext cx="203625" cy="33050"/>
            </a:xfrm>
            <a:custGeom>
              <a:rect b="b" l="l" r="r" t="t"/>
              <a:pathLst>
                <a:path extrusionOk="0" h="1322" w="8145">
                  <a:moveTo>
                    <a:pt x="1" y="0"/>
                  </a:moveTo>
                  <a:lnTo>
                    <a:pt x="1" y="286"/>
                  </a:lnTo>
                  <a:lnTo>
                    <a:pt x="8097" y="1322"/>
                  </a:lnTo>
                  <a:lnTo>
                    <a:pt x="8097" y="1298"/>
                  </a:lnTo>
                  <a:cubicBezTo>
                    <a:pt x="8085" y="1191"/>
                    <a:pt x="8109" y="1108"/>
                    <a:pt x="8145" y="104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1291825" y="1342550"/>
              <a:ext cx="8050" cy="136050"/>
            </a:xfrm>
            <a:custGeom>
              <a:rect b="b" l="l" r="r" t="t"/>
              <a:pathLst>
                <a:path extrusionOk="0" h="5442" w="322">
                  <a:moveTo>
                    <a:pt x="0" y="1"/>
                  </a:moveTo>
                  <a:lnTo>
                    <a:pt x="60" y="5442"/>
                  </a:lnTo>
                  <a:cubicBezTo>
                    <a:pt x="119" y="5406"/>
                    <a:pt x="179" y="5406"/>
                    <a:pt x="238" y="5406"/>
                  </a:cubicBezTo>
                  <a:cubicBezTo>
                    <a:pt x="274" y="5406"/>
                    <a:pt x="298" y="5406"/>
                    <a:pt x="322" y="5418"/>
                  </a:cubicBezTo>
                  <a:lnTo>
                    <a:pt x="274" y="96"/>
                  </a:lnTo>
                  <a:cubicBezTo>
                    <a:pt x="179" y="72"/>
                    <a:pt x="72" y="48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9"/>
            <p:cNvSpPr/>
            <p:nvPr/>
          </p:nvSpPr>
          <p:spPr>
            <a:xfrm>
              <a:off x="1688000" y="1544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9"/>
            <p:cNvSpPr/>
            <p:nvPr/>
          </p:nvSpPr>
          <p:spPr>
            <a:xfrm>
              <a:off x="1309675" y="1487525"/>
              <a:ext cx="94675" cy="19650"/>
            </a:xfrm>
            <a:custGeom>
              <a:rect b="b" l="l" r="r" t="t"/>
              <a:pathLst>
                <a:path extrusionOk="0" h="786" w="3787">
                  <a:moveTo>
                    <a:pt x="12" y="0"/>
                  </a:moveTo>
                  <a:cubicBezTo>
                    <a:pt x="36" y="24"/>
                    <a:pt x="36" y="72"/>
                    <a:pt x="36" y="95"/>
                  </a:cubicBezTo>
                  <a:cubicBezTo>
                    <a:pt x="36" y="155"/>
                    <a:pt x="12" y="214"/>
                    <a:pt x="1" y="262"/>
                  </a:cubicBezTo>
                  <a:lnTo>
                    <a:pt x="3668" y="786"/>
                  </a:lnTo>
                  <a:cubicBezTo>
                    <a:pt x="3680" y="691"/>
                    <a:pt x="3727" y="607"/>
                    <a:pt x="3787" y="536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1687700" y="15458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1430825" y="1504475"/>
              <a:ext cx="247675" cy="41700"/>
            </a:xfrm>
            <a:custGeom>
              <a:rect b="b" l="l" r="r" t="t"/>
              <a:pathLst>
                <a:path extrusionOk="0" h="1668" w="9907">
                  <a:moveTo>
                    <a:pt x="0" y="1"/>
                  </a:moveTo>
                  <a:lnTo>
                    <a:pt x="0" y="1"/>
                  </a:lnTo>
                  <a:cubicBezTo>
                    <a:pt x="48" y="108"/>
                    <a:pt x="72" y="191"/>
                    <a:pt x="48" y="287"/>
                  </a:cubicBezTo>
                  <a:lnTo>
                    <a:pt x="9799" y="1668"/>
                  </a:lnTo>
                  <a:lnTo>
                    <a:pt x="9906" y="1596"/>
                  </a:lnTo>
                  <a:lnTo>
                    <a:pt x="9478" y="1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1687100" y="1546450"/>
              <a:ext cx="25" cy="625"/>
            </a:xfrm>
            <a:custGeom>
              <a:rect b="b" l="l" r="r" t="t"/>
              <a:pathLst>
                <a:path extrusionOk="0" h="25" w="1">
                  <a:moveTo>
                    <a:pt x="1" y="24"/>
                  </a:moveTo>
                  <a:lnTo>
                    <a:pt x="1" y="24"/>
                  </a:lnTo>
                  <a:cubicBezTo>
                    <a:pt x="1" y="1"/>
                    <a:pt x="1" y="24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9"/>
            <p:cNvSpPr/>
            <p:nvPr/>
          </p:nvSpPr>
          <p:spPr>
            <a:xfrm>
              <a:off x="1687700" y="15455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9"/>
            <p:cNvSpPr/>
            <p:nvPr/>
          </p:nvSpPr>
          <p:spPr>
            <a:xfrm>
              <a:off x="1476075" y="1544675"/>
              <a:ext cx="211050" cy="154800"/>
            </a:xfrm>
            <a:custGeom>
              <a:rect b="b" l="l" r="r" t="t"/>
              <a:pathLst>
                <a:path extrusionOk="0" h="6192" w="8442">
                  <a:moveTo>
                    <a:pt x="8096" y="0"/>
                  </a:moveTo>
                  <a:lnTo>
                    <a:pt x="7989" y="72"/>
                  </a:lnTo>
                  <a:lnTo>
                    <a:pt x="0" y="5965"/>
                  </a:lnTo>
                  <a:cubicBezTo>
                    <a:pt x="60" y="6025"/>
                    <a:pt x="119" y="6084"/>
                    <a:pt x="143" y="6179"/>
                  </a:cubicBezTo>
                  <a:cubicBezTo>
                    <a:pt x="143" y="6179"/>
                    <a:pt x="143" y="6191"/>
                    <a:pt x="155" y="6191"/>
                  </a:cubicBezTo>
                  <a:lnTo>
                    <a:pt x="8442" y="95"/>
                  </a:lnTo>
                  <a:lnTo>
                    <a:pt x="8442" y="95"/>
                  </a:lnTo>
                  <a:cubicBezTo>
                    <a:pt x="8418" y="107"/>
                    <a:pt x="8418" y="107"/>
                    <a:pt x="8406" y="107"/>
                  </a:cubicBezTo>
                  <a:lnTo>
                    <a:pt x="8394" y="107"/>
                  </a:lnTo>
                  <a:cubicBezTo>
                    <a:pt x="8370" y="107"/>
                    <a:pt x="8358" y="119"/>
                    <a:pt x="8346" y="119"/>
                  </a:cubicBezTo>
                  <a:lnTo>
                    <a:pt x="8299" y="119"/>
                  </a:lnTo>
                  <a:cubicBezTo>
                    <a:pt x="8287" y="119"/>
                    <a:pt x="8287" y="119"/>
                    <a:pt x="8275" y="107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1688000" y="1544675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1681750" y="1319350"/>
              <a:ext cx="26225" cy="225050"/>
            </a:xfrm>
            <a:custGeom>
              <a:rect b="b" l="l" r="r" t="t"/>
              <a:pathLst>
                <a:path extrusionOk="0" h="9002" w="1049">
                  <a:moveTo>
                    <a:pt x="750" y="0"/>
                  </a:moveTo>
                  <a:lnTo>
                    <a:pt x="0" y="8763"/>
                  </a:lnTo>
                  <a:lnTo>
                    <a:pt x="191" y="8870"/>
                  </a:lnTo>
                  <a:cubicBezTo>
                    <a:pt x="238" y="8894"/>
                    <a:pt x="274" y="8942"/>
                    <a:pt x="274" y="900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1687100" y="1546450"/>
              <a:ext cx="25" cy="625"/>
            </a:xfrm>
            <a:custGeom>
              <a:rect b="b" l="l" r="r" t="t"/>
              <a:pathLst>
                <a:path extrusionOk="0" h="25" w="1">
                  <a:moveTo>
                    <a:pt x="1" y="24"/>
                  </a:moveTo>
                  <a:cubicBezTo>
                    <a:pt x="1" y="24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9"/>
            <p:cNvSpPr/>
            <p:nvPr/>
          </p:nvSpPr>
          <p:spPr>
            <a:xfrm>
              <a:off x="1684125" y="1547650"/>
              <a:ext cx="625" cy="25"/>
            </a:xfrm>
            <a:custGeom>
              <a:rect b="b" l="l" r="r" t="t"/>
              <a:pathLst>
                <a:path extrusionOk="0" h="1" w="25">
                  <a:moveTo>
                    <a:pt x="24" y="0"/>
                  </a:moveTo>
                  <a:lnTo>
                    <a:pt x="1" y="0"/>
                  </a:lnTo>
                  <a:lnTo>
                    <a:pt x="24" y="0"/>
                  </a:lnTo>
                  <a:cubicBezTo>
                    <a:pt x="12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9"/>
            <p:cNvSpPr/>
            <p:nvPr/>
          </p:nvSpPr>
          <p:spPr>
            <a:xfrm>
              <a:off x="1687700" y="15455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cubicBezTo>
                    <a:pt x="0" y="1"/>
                    <a:pt x="0" y="1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9"/>
            <p:cNvSpPr/>
            <p:nvPr/>
          </p:nvSpPr>
          <p:spPr>
            <a:xfrm>
              <a:off x="1684725" y="15476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9"/>
            <p:cNvSpPr/>
            <p:nvPr/>
          </p:nvSpPr>
          <p:spPr>
            <a:xfrm>
              <a:off x="1323375" y="1333625"/>
              <a:ext cx="364650" cy="214350"/>
            </a:xfrm>
            <a:custGeom>
              <a:rect b="b" l="l" r="r" t="t"/>
              <a:pathLst>
                <a:path extrusionOk="0" h="8574" w="14586">
                  <a:moveTo>
                    <a:pt x="203" y="1"/>
                  </a:moveTo>
                  <a:cubicBezTo>
                    <a:pt x="143" y="84"/>
                    <a:pt x="84" y="155"/>
                    <a:pt x="0" y="215"/>
                  </a:cubicBezTo>
                  <a:lnTo>
                    <a:pt x="13752" y="8204"/>
                  </a:lnTo>
                  <a:lnTo>
                    <a:pt x="14192" y="8454"/>
                  </a:lnTo>
                  <a:lnTo>
                    <a:pt x="14371" y="8561"/>
                  </a:lnTo>
                  <a:cubicBezTo>
                    <a:pt x="14383" y="8561"/>
                    <a:pt x="14383" y="8573"/>
                    <a:pt x="14395" y="8573"/>
                  </a:cubicBezTo>
                  <a:lnTo>
                    <a:pt x="14442" y="8573"/>
                  </a:lnTo>
                  <a:cubicBezTo>
                    <a:pt x="14454" y="8573"/>
                    <a:pt x="14466" y="8573"/>
                    <a:pt x="14490" y="8561"/>
                  </a:cubicBezTo>
                  <a:lnTo>
                    <a:pt x="14502" y="8561"/>
                  </a:lnTo>
                  <a:cubicBezTo>
                    <a:pt x="14514" y="8561"/>
                    <a:pt x="14514" y="8549"/>
                    <a:pt x="14526" y="8549"/>
                  </a:cubicBezTo>
                  <a:cubicBezTo>
                    <a:pt x="14550" y="8537"/>
                    <a:pt x="14550" y="8537"/>
                    <a:pt x="14550" y="8514"/>
                  </a:cubicBezTo>
                  <a:lnTo>
                    <a:pt x="14550" y="8502"/>
                  </a:lnTo>
                  <a:lnTo>
                    <a:pt x="14550" y="8490"/>
                  </a:lnTo>
                  <a:lnTo>
                    <a:pt x="14550" y="8478"/>
                  </a:lnTo>
                  <a:cubicBezTo>
                    <a:pt x="14585" y="8383"/>
                    <a:pt x="14573" y="8335"/>
                    <a:pt x="14514" y="8311"/>
                  </a:cubicBezTo>
                  <a:lnTo>
                    <a:pt x="14323" y="820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9"/>
            <p:cNvSpPr/>
            <p:nvPr/>
          </p:nvSpPr>
          <p:spPr>
            <a:xfrm>
              <a:off x="1273950" y="1318750"/>
              <a:ext cx="60750" cy="26600"/>
            </a:xfrm>
            <a:custGeom>
              <a:rect b="b" l="l" r="r" t="t"/>
              <a:pathLst>
                <a:path extrusionOk="0" h="1064" w="2430">
                  <a:moveTo>
                    <a:pt x="1" y="0"/>
                  </a:moveTo>
                  <a:cubicBezTo>
                    <a:pt x="13" y="119"/>
                    <a:pt x="60" y="250"/>
                    <a:pt x="120" y="369"/>
                  </a:cubicBezTo>
                  <a:cubicBezTo>
                    <a:pt x="251" y="643"/>
                    <a:pt x="465" y="834"/>
                    <a:pt x="715" y="953"/>
                  </a:cubicBezTo>
                  <a:cubicBezTo>
                    <a:pt x="810" y="1000"/>
                    <a:pt x="894" y="1012"/>
                    <a:pt x="989" y="1048"/>
                  </a:cubicBezTo>
                  <a:cubicBezTo>
                    <a:pt x="1062" y="1058"/>
                    <a:pt x="1135" y="1063"/>
                    <a:pt x="1209" y="1063"/>
                  </a:cubicBezTo>
                  <a:cubicBezTo>
                    <a:pt x="1401" y="1063"/>
                    <a:pt x="1594" y="1027"/>
                    <a:pt x="1775" y="941"/>
                  </a:cubicBezTo>
                  <a:cubicBezTo>
                    <a:pt x="1858" y="893"/>
                    <a:pt x="1941" y="858"/>
                    <a:pt x="2001" y="786"/>
                  </a:cubicBezTo>
                  <a:cubicBezTo>
                    <a:pt x="2072" y="727"/>
                    <a:pt x="2132" y="655"/>
                    <a:pt x="2192" y="584"/>
                  </a:cubicBezTo>
                  <a:cubicBezTo>
                    <a:pt x="2322" y="417"/>
                    <a:pt x="2394" y="215"/>
                    <a:pt x="243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9"/>
            <p:cNvSpPr/>
            <p:nvPr/>
          </p:nvSpPr>
          <p:spPr>
            <a:xfrm>
              <a:off x="1159350" y="2001350"/>
              <a:ext cx="50050" cy="42850"/>
            </a:xfrm>
            <a:custGeom>
              <a:rect b="b" l="l" r="r" t="t"/>
              <a:pathLst>
                <a:path extrusionOk="0" h="1714" w="2002">
                  <a:moveTo>
                    <a:pt x="1013" y="0"/>
                  </a:moveTo>
                  <a:cubicBezTo>
                    <a:pt x="968" y="0"/>
                    <a:pt x="924" y="3"/>
                    <a:pt x="882" y="9"/>
                  </a:cubicBezTo>
                  <a:cubicBezTo>
                    <a:pt x="787" y="21"/>
                    <a:pt x="703" y="57"/>
                    <a:pt x="608" y="81"/>
                  </a:cubicBezTo>
                  <a:cubicBezTo>
                    <a:pt x="179" y="295"/>
                    <a:pt x="1" y="807"/>
                    <a:pt x="227" y="1247"/>
                  </a:cubicBezTo>
                  <a:cubicBezTo>
                    <a:pt x="251" y="1307"/>
                    <a:pt x="299" y="1366"/>
                    <a:pt x="346" y="1426"/>
                  </a:cubicBezTo>
                  <a:cubicBezTo>
                    <a:pt x="406" y="1497"/>
                    <a:pt x="477" y="1557"/>
                    <a:pt x="549" y="1605"/>
                  </a:cubicBezTo>
                  <a:cubicBezTo>
                    <a:pt x="709" y="1669"/>
                    <a:pt x="898" y="1714"/>
                    <a:pt x="1072" y="1714"/>
                  </a:cubicBezTo>
                  <a:cubicBezTo>
                    <a:pt x="1092" y="1714"/>
                    <a:pt x="1112" y="1713"/>
                    <a:pt x="1132" y="1712"/>
                  </a:cubicBezTo>
                  <a:cubicBezTo>
                    <a:pt x="1227" y="1688"/>
                    <a:pt x="1311" y="1664"/>
                    <a:pt x="1406" y="1628"/>
                  </a:cubicBezTo>
                  <a:lnTo>
                    <a:pt x="1489" y="1593"/>
                  </a:lnTo>
                  <a:cubicBezTo>
                    <a:pt x="1846" y="1343"/>
                    <a:pt x="2001" y="878"/>
                    <a:pt x="1787" y="473"/>
                  </a:cubicBezTo>
                  <a:cubicBezTo>
                    <a:pt x="1703" y="307"/>
                    <a:pt x="1561" y="176"/>
                    <a:pt x="1418" y="104"/>
                  </a:cubicBezTo>
                  <a:cubicBezTo>
                    <a:pt x="1322" y="57"/>
                    <a:pt x="1239" y="21"/>
                    <a:pt x="1144" y="9"/>
                  </a:cubicBezTo>
                  <a:cubicBezTo>
                    <a:pt x="1102" y="3"/>
                    <a:pt x="1058" y="0"/>
                    <a:pt x="10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9"/>
            <p:cNvSpPr/>
            <p:nvPr/>
          </p:nvSpPr>
          <p:spPr>
            <a:xfrm>
              <a:off x="1083450" y="2128475"/>
              <a:ext cx="44675" cy="61325"/>
            </a:xfrm>
            <a:custGeom>
              <a:rect b="b" l="l" r="r" t="t"/>
              <a:pathLst>
                <a:path extrusionOk="0" h="2453" w="1787">
                  <a:moveTo>
                    <a:pt x="465" y="1"/>
                  </a:moveTo>
                  <a:cubicBezTo>
                    <a:pt x="309" y="1"/>
                    <a:pt x="151" y="30"/>
                    <a:pt x="1" y="91"/>
                  </a:cubicBezTo>
                  <a:lnTo>
                    <a:pt x="1" y="2366"/>
                  </a:lnTo>
                  <a:cubicBezTo>
                    <a:pt x="148" y="2422"/>
                    <a:pt x="312" y="2452"/>
                    <a:pt x="479" y="2452"/>
                  </a:cubicBezTo>
                  <a:cubicBezTo>
                    <a:pt x="660" y="2452"/>
                    <a:pt x="845" y="2416"/>
                    <a:pt x="1013" y="2342"/>
                  </a:cubicBezTo>
                  <a:cubicBezTo>
                    <a:pt x="1072" y="2306"/>
                    <a:pt x="1144" y="2258"/>
                    <a:pt x="1203" y="2223"/>
                  </a:cubicBezTo>
                  <a:cubicBezTo>
                    <a:pt x="1263" y="2139"/>
                    <a:pt x="1346" y="2080"/>
                    <a:pt x="1406" y="2020"/>
                  </a:cubicBezTo>
                  <a:cubicBezTo>
                    <a:pt x="1715" y="1663"/>
                    <a:pt x="1787" y="1127"/>
                    <a:pt x="1560" y="687"/>
                  </a:cubicBezTo>
                  <a:cubicBezTo>
                    <a:pt x="1513" y="592"/>
                    <a:pt x="1465" y="508"/>
                    <a:pt x="1406" y="437"/>
                  </a:cubicBezTo>
                  <a:cubicBezTo>
                    <a:pt x="1346" y="353"/>
                    <a:pt x="1263" y="294"/>
                    <a:pt x="1191" y="234"/>
                  </a:cubicBezTo>
                  <a:cubicBezTo>
                    <a:pt x="989" y="84"/>
                    <a:pt x="730" y="1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9"/>
            <p:cNvSpPr/>
            <p:nvPr/>
          </p:nvSpPr>
          <p:spPr>
            <a:xfrm>
              <a:off x="1288250" y="1790575"/>
              <a:ext cx="32175" cy="31125"/>
            </a:xfrm>
            <a:custGeom>
              <a:rect b="b" l="l" r="r" t="t"/>
              <a:pathLst>
                <a:path extrusionOk="0" h="1245" w="1287">
                  <a:moveTo>
                    <a:pt x="577" y="1"/>
                  </a:moveTo>
                  <a:cubicBezTo>
                    <a:pt x="530" y="1"/>
                    <a:pt x="477" y="14"/>
                    <a:pt x="429" y="34"/>
                  </a:cubicBezTo>
                  <a:lnTo>
                    <a:pt x="334" y="82"/>
                  </a:lnTo>
                  <a:cubicBezTo>
                    <a:pt x="167" y="165"/>
                    <a:pt x="60" y="320"/>
                    <a:pt x="12" y="499"/>
                  </a:cubicBezTo>
                  <a:cubicBezTo>
                    <a:pt x="0" y="582"/>
                    <a:pt x="0" y="677"/>
                    <a:pt x="12" y="761"/>
                  </a:cubicBezTo>
                  <a:lnTo>
                    <a:pt x="60" y="892"/>
                  </a:lnTo>
                  <a:cubicBezTo>
                    <a:pt x="84" y="951"/>
                    <a:pt x="119" y="999"/>
                    <a:pt x="155" y="1058"/>
                  </a:cubicBezTo>
                  <a:cubicBezTo>
                    <a:pt x="215" y="1130"/>
                    <a:pt x="310" y="1177"/>
                    <a:pt x="381" y="1213"/>
                  </a:cubicBezTo>
                  <a:cubicBezTo>
                    <a:pt x="393" y="1213"/>
                    <a:pt x="417" y="1225"/>
                    <a:pt x="429" y="1225"/>
                  </a:cubicBezTo>
                  <a:cubicBezTo>
                    <a:pt x="478" y="1239"/>
                    <a:pt x="531" y="1245"/>
                    <a:pt x="583" y="1245"/>
                  </a:cubicBezTo>
                  <a:cubicBezTo>
                    <a:pt x="620" y="1245"/>
                    <a:pt x="656" y="1242"/>
                    <a:pt x="691" y="1237"/>
                  </a:cubicBezTo>
                  <a:cubicBezTo>
                    <a:pt x="750" y="1225"/>
                    <a:pt x="798" y="1213"/>
                    <a:pt x="858" y="1177"/>
                  </a:cubicBezTo>
                  <a:cubicBezTo>
                    <a:pt x="1167" y="1034"/>
                    <a:pt x="1286" y="653"/>
                    <a:pt x="1131" y="356"/>
                  </a:cubicBezTo>
                  <a:cubicBezTo>
                    <a:pt x="1036" y="165"/>
                    <a:pt x="858" y="46"/>
                    <a:pt x="667" y="22"/>
                  </a:cubicBezTo>
                  <a:cubicBezTo>
                    <a:pt x="642" y="7"/>
                    <a:pt x="611" y="1"/>
                    <a:pt x="57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9"/>
            <p:cNvSpPr/>
            <p:nvPr/>
          </p:nvSpPr>
          <p:spPr>
            <a:xfrm>
              <a:off x="1297475" y="2375200"/>
              <a:ext cx="32775" cy="30800"/>
            </a:xfrm>
            <a:custGeom>
              <a:rect b="b" l="l" r="r" t="t"/>
              <a:pathLst>
                <a:path extrusionOk="0" h="1232" w="1311">
                  <a:moveTo>
                    <a:pt x="608" y="0"/>
                  </a:moveTo>
                  <a:cubicBezTo>
                    <a:pt x="563" y="0"/>
                    <a:pt x="518" y="3"/>
                    <a:pt x="477" y="9"/>
                  </a:cubicBezTo>
                  <a:cubicBezTo>
                    <a:pt x="429" y="33"/>
                    <a:pt x="393" y="33"/>
                    <a:pt x="369" y="57"/>
                  </a:cubicBezTo>
                  <a:cubicBezTo>
                    <a:pt x="358" y="57"/>
                    <a:pt x="358" y="57"/>
                    <a:pt x="346" y="69"/>
                  </a:cubicBezTo>
                  <a:cubicBezTo>
                    <a:pt x="262" y="117"/>
                    <a:pt x="191" y="164"/>
                    <a:pt x="143" y="224"/>
                  </a:cubicBezTo>
                  <a:lnTo>
                    <a:pt x="60" y="355"/>
                  </a:lnTo>
                  <a:cubicBezTo>
                    <a:pt x="12" y="450"/>
                    <a:pt x="0" y="533"/>
                    <a:pt x="0" y="628"/>
                  </a:cubicBezTo>
                  <a:cubicBezTo>
                    <a:pt x="0" y="712"/>
                    <a:pt x="12" y="807"/>
                    <a:pt x="60" y="890"/>
                  </a:cubicBezTo>
                  <a:cubicBezTo>
                    <a:pt x="160" y="1108"/>
                    <a:pt x="373" y="1232"/>
                    <a:pt x="594" y="1232"/>
                  </a:cubicBezTo>
                  <a:cubicBezTo>
                    <a:pt x="687" y="1232"/>
                    <a:pt x="781" y="1210"/>
                    <a:pt x="870" y="1164"/>
                  </a:cubicBezTo>
                  <a:cubicBezTo>
                    <a:pt x="1191" y="1009"/>
                    <a:pt x="1310" y="640"/>
                    <a:pt x="1143" y="343"/>
                  </a:cubicBezTo>
                  <a:cubicBezTo>
                    <a:pt x="1048" y="164"/>
                    <a:pt x="905" y="57"/>
                    <a:pt x="739" y="9"/>
                  </a:cubicBezTo>
                  <a:cubicBezTo>
                    <a:pt x="697" y="3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1445100" y="1689025"/>
              <a:ext cx="39025" cy="34575"/>
            </a:xfrm>
            <a:custGeom>
              <a:rect b="b" l="l" r="r" t="t"/>
              <a:pathLst>
                <a:path extrusionOk="0" h="1383" w="1561">
                  <a:moveTo>
                    <a:pt x="787" y="1"/>
                  </a:moveTo>
                  <a:cubicBezTo>
                    <a:pt x="703" y="1"/>
                    <a:pt x="608" y="13"/>
                    <a:pt x="525" y="60"/>
                  </a:cubicBezTo>
                  <a:cubicBezTo>
                    <a:pt x="501" y="60"/>
                    <a:pt x="489" y="72"/>
                    <a:pt x="477" y="72"/>
                  </a:cubicBezTo>
                  <a:cubicBezTo>
                    <a:pt x="132" y="239"/>
                    <a:pt x="1" y="655"/>
                    <a:pt x="168" y="1001"/>
                  </a:cubicBezTo>
                  <a:cubicBezTo>
                    <a:pt x="277" y="1245"/>
                    <a:pt x="530" y="1382"/>
                    <a:pt x="782" y="1382"/>
                  </a:cubicBezTo>
                  <a:cubicBezTo>
                    <a:pt x="886" y="1382"/>
                    <a:pt x="990" y="1359"/>
                    <a:pt x="1084" y="1310"/>
                  </a:cubicBezTo>
                  <a:cubicBezTo>
                    <a:pt x="1430" y="1144"/>
                    <a:pt x="1561" y="727"/>
                    <a:pt x="1394" y="405"/>
                  </a:cubicBezTo>
                  <a:cubicBezTo>
                    <a:pt x="1394" y="405"/>
                    <a:pt x="1394" y="394"/>
                    <a:pt x="1382" y="394"/>
                  </a:cubicBezTo>
                  <a:cubicBezTo>
                    <a:pt x="1358" y="310"/>
                    <a:pt x="1311" y="239"/>
                    <a:pt x="1251" y="179"/>
                  </a:cubicBezTo>
                  <a:cubicBezTo>
                    <a:pt x="1132" y="60"/>
                    <a:pt x="953" y="1"/>
                    <a:pt x="7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1285875" y="1477700"/>
              <a:ext cx="24725" cy="24425"/>
            </a:xfrm>
            <a:custGeom>
              <a:rect b="b" l="l" r="r" t="t"/>
              <a:pathLst>
                <a:path extrusionOk="0" h="977" w="989">
                  <a:moveTo>
                    <a:pt x="488" y="0"/>
                  </a:moveTo>
                  <a:cubicBezTo>
                    <a:pt x="429" y="0"/>
                    <a:pt x="369" y="12"/>
                    <a:pt x="310" y="36"/>
                  </a:cubicBezTo>
                  <a:cubicBezTo>
                    <a:pt x="214" y="72"/>
                    <a:pt x="119" y="155"/>
                    <a:pt x="60" y="250"/>
                  </a:cubicBezTo>
                  <a:cubicBezTo>
                    <a:pt x="12" y="334"/>
                    <a:pt x="0" y="405"/>
                    <a:pt x="0" y="488"/>
                  </a:cubicBezTo>
                  <a:lnTo>
                    <a:pt x="0" y="524"/>
                  </a:lnTo>
                  <a:cubicBezTo>
                    <a:pt x="12" y="715"/>
                    <a:pt x="131" y="881"/>
                    <a:pt x="310" y="953"/>
                  </a:cubicBezTo>
                  <a:cubicBezTo>
                    <a:pt x="369" y="965"/>
                    <a:pt x="429" y="977"/>
                    <a:pt x="488" y="977"/>
                  </a:cubicBezTo>
                  <a:cubicBezTo>
                    <a:pt x="524" y="977"/>
                    <a:pt x="548" y="977"/>
                    <a:pt x="583" y="965"/>
                  </a:cubicBezTo>
                  <a:cubicBezTo>
                    <a:pt x="750" y="941"/>
                    <a:pt x="893" y="798"/>
                    <a:pt x="941" y="655"/>
                  </a:cubicBezTo>
                  <a:cubicBezTo>
                    <a:pt x="953" y="596"/>
                    <a:pt x="964" y="548"/>
                    <a:pt x="964" y="488"/>
                  </a:cubicBezTo>
                  <a:cubicBezTo>
                    <a:pt x="988" y="465"/>
                    <a:pt x="964" y="417"/>
                    <a:pt x="964" y="393"/>
                  </a:cubicBezTo>
                  <a:cubicBezTo>
                    <a:pt x="929" y="191"/>
                    <a:pt x="774" y="48"/>
                    <a:pt x="583" y="12"/>
                  </a:cubicBezTo>
                  <a:cubicBezTo>
                    <a:pt x="548" y="12"/>
                    <a:pt x="524" y="0"/>
                    <a:pt x="48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9"/>
            <p:cNvSpPr/>
            <p:nvPr/>
          </p:nvSpPr>
          <p:spPr>
            <a:xfrm>
              <a:off x="1400175" y="1494100"/>
              <a:ext cx="32750" cy="31300"/>
            </a:xfrm>
            <a:custGeom>
              <a:rect b="b" l="l" r="r" t="t"/>
              <a:pathLst>
                <a:path extrusionOk="0" h="1252" w="1310">
                  <a:moveTo>
                    <a:pt x="646" y="0"/>
                  </a:moveTo>
                  <a:cubicBezTo>
                    <a:pt x="553" y="0"/>
                    <a:pt x="458" y="22"/>
                    <a:pt x="369" y="70"/>
                  </a:cubicBezTo>
                  <a:cubicBezTo>
                    <a:pt x="286" y="118"/>
                    <a:pt x="202" y="178"/>
                    <a:pt x="143" y="249"/>
                  </a:cubicBezTo>
                  <a:cubicBezTo>
                    <a:pt x="83" y="321"/>
                    <a:pt x="48" y="416"/>
                    <a:pt x="24" y="499"/>
                  </a:cubicBezTo>
                  <a:cubicBezTo>
                    <a:pt x="0" y="642"/>
                    <a:pt x="12" y="773"/>
                    <a:pt x="83" y="904"/>
                  </a:cubicBezTo>
                  <a:cubicBezTo>
                    <a:pt x="193" y="1123"/>
                    <a:pt x="414" y="1252"/>
                    <a:pt x="644" y="1252"/>
                  </a:cubicBezTo>
                  <a:cubicBezTo>
                    <a:pt x="664" y="1252"/>
                    <a:pt x="683" y="1251"/>
                    <a:pt x="702" y="1249"/>
                  </a:cubicBezTo>
                  <a:cubicBezTo>
                    <a:pt x="774" y="1249"/>
                    <a:pt x="845" y="1213"/>
                    <a:pt x="917" y="1190"/>
                  </a:cubicBezTo>
                  <a:cubicBezTo>
                    <a:pt x="929" y="1194"/>
                    <a:pt x="938" y="1195"/>
                    <a:pt x="945" y="1195"/>
                  </a:cubicBezTo>
                  <a:cubicBezTo>
                    <a:pt x="960" y="1195"/>
                    <a:pt x="968" y="1190"/>
                    <a:pt x="976" y="1190"/>
                  </a:cubicBezTo>
                  <a:cubicBezTo>
                    <a:pt x="1155" y="1083"/>
                    <a:pt x="1274" y="904"/>
                    <a:pt x="1298" y="702"/>
                  </a:cubicBezTo>
                  <a:cubicBezTo>
                    <a:pt x="1310" y="606"/>
                    <a:pt x="1298" y="499"/>
                    <a:pt x="1250" y="416"/>
                  </a:cubicBezTo>
                  <a:cubicBezTo>
                    <a:pt x="1250" y="404"/>
                    <a:pt x="1226" y="392"/>
                    <a:pt x="1214" y="356"/>
                  </a:cubicBezTo>
                  <a:cubicBezTo>
                    <a:pt x="1096" y="136"/>
                    <a:pt x="875" y="0"/>
                    <a:pt x="64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9F9F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b="0" i="0" sz="3500" u="none" cap="none" strike="noStrik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b="0" i="0" sz="3500" u="none" cap="none" strike="noStrik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b="0" i="0" sz="3500" u="none" cap="none" strike="noStrik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b="0" i="0" sz="3500" u="none" cap="none" strike="noStrik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b="0" i="0" sz="3500" u="none" cap="none" strike="noStrik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b="0" i="0" sz="3500" u="none" cap="none" strike="noStrik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b="0" i="0" sz="3500" u="none" cap="none" strike="noStrik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b="0" i="0" sz="3500" u="none" cap="none" strike="noStrik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b="0" i="0" sz="3500" u="none" cap="none" strike="noStrik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●"/>
              <a:defRPr b="0" i="0" sz="16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indent="-3302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○"/>
              <a:defRPr b="0" i="0" sz="16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■"/>
              <a:defRPr b="0" i="0" sz="16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●"/>
              <a:defRPr b="0" i="0" sz="16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○"/>
              <a:defRPr b="0" i="0" sz="16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■"/>
              <a:defRPr b="0" i="0" sz="16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●"/>
              <a:defRPr b="0" i="0" sz="16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○"/>
              <a:defRPr b="0" i="0" sz="16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ABeeZee"/>
              <a:buChar char="■"/>
              <a:defRPr b="0" i="0" sz="16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"/>
          <p:cNvSpPr txBox="1"/>
          <p:nvPr>
            <p:ph type="ctrTitle"/>
          </p:nvPr>
        </p:nvSpPr>
        <p:spPr>
          <a:xfrm>
            <a:off x="3639669" y="1194200"/>
            <a:ext cx="4849500" cy="24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Smart Home Automation</a:t>
            </a:r>
            <a:endParaRPr/>
          </a:p>
        </p:txBody>
      </p:sp>
      <p:sp>
        <p:nvSpPr>
          <p:cNvPr id="953" name="Google Shape;953;p1"/>
          <p:cNvSpPr/>
          <p:nvPr/>
        </p:nvSpPr>
        <p:spPr>
          <a:xfrm>
            <a:off x="654831" y="1250000"/>
            <a:ext cx="2807100" cy="2807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TABLE OF CONTENTS</a:t>
            </a:r>
            <a:endParaRPr/>
          </a:p>
        </p:txBody>
      </p:sp>
      <p:sp>
        <p:nvSpPr>
          <p:cNvPr id="959" name="Google Shape;959;p2"/>
          <p:cNvSpPr txBox="1"/>
          <p:nvPr>
            <p:ph idx="2" type="title"/>
          </p:nvPr>
        </p:nvSpPr>
        <p:spPr>
          <a:xfrm>
            <a:off x="1601250" y="1600875"/>
            <a:ext cx="2970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Aim of the Project</a:t>
            </a:r>
            <a:endParaRPr/>
          </a:p>
        </p:txBody>
      </p:sp>
      <p:sp>
        <p:nvSpPr>
          <p:cNvPr id="960" name="Google Shape;960;p2"/>
          <p:cNvSpPr txBox="1"/>
          <p:nvPr>
            <p:ph idx="3" type="title"/>
          </p:nvPr>
        </p:nvSpPr>
        <p:spPr>
          <a:xfrm>
            <a:off x="1601250" y="3770750"/>
            <a:ext cx="2626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Working of the Project</a:t>
            </a:r>
            <a:endParaRPr/>
          </a:p>
        </p:txBody>
      </p:sp>
      <p:sp>
        <p:nvSpPr>
          <p:cNvPr id="961" name="Google Shape;961;p2"/>
          <p:cNvSpPr txBox="1"/>
          <p:nvPr>
            <p:ph idx="5" type="title"/>
          </p:nvPr>
        </p:nvSpPr>
        <p:spPr>
          <a:xfrm>
            <a:off x="1601250" y="2726822"/>
            <a:ext cx="3434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Components Used</a:t>
            </a:r>
            <a:endParaRPr/>
          </a:p>
        </p:txBody>
      </p:sp>
      <p:sp>
        <p:nvSpPr>
          <p:cNvPr id="962" name="Google Shape;962;p2"/>
          <p:cNvSpPr txBox="1"/>
          <p:nvPr>
            <p:ph idx="7" type="title"/>
          </p:nvPr>
        </p:nvSpPr>
        <p:spPr>
          <a:xfrm>
            <a:off x="5751954" y="1507805"/>
            <a:ext cx="2626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Understanding the Code</a:t>
            </a:r>
            <a:endParaRPr/>
          </a:p>
        </p:txBody>
      </p:sp>
      <p:sp>
        <p:nvSpPr>
          <p:cNvPr id="963" name="Google Shape;963;p2"/>
          <p:cNvSpPr txBox="1"/>
          <p:nvPr>
            <p:ph idx="9" type="title"/>
          </p:nvPr>
        </p:nvSpPr>
        <p:spPr>
          <a:xfrm>
            <a:off x="767250" y="1481275"/>
            <a:ext cx="834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964" name="Google Shape;964;p2"/>
          <p:cNvSpPr txBox="1"/>
          <p:nvPr>
            <p:ph idx="13" type="title"/>
          </p:nvPr>
        </p:nvSpPr>
        <p:spPr>
          <a:xfrm>
            <a:off x="767250" y="3716900"/>
            <a:ext cx="834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965" name="Google Shape;965;p2"/>
          <p:cNvSpPr txBox="1"/>
          <p:nvPr>
            <p:ph idx="14" type="title"/>
          </p:nvPr>
        </p:nvSpPr>
        <p:spPr>
          <a:xfrm>
            <a:off x="767250" y="2599075"/>
            <a:ext cx="834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966" name="Google Shape;966;p2"/>
          <p:cNvSpPr txBox="1"/>
          <p:nvPr>
            <p:ph idx="15" type="title"/>
          </p:nvPr>
        </p:nvSpPr>
        <p:spPr>
          <a:xfrm>
            <a:off x="4916088" y="1500063"/>
            <a:ext cx="834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967" name="Google Shape;967;p2"/>
          <p:cNvSpPr txBox="1"/>
          <p:nvPr>
            <p:ph idx="18" type="title"/>
          </p:nvPr>
        </p:nvSpPr>
        <p:spPr>
          <a:xfrm>
            <a:off x="5750098" y="2764460"/>
            <a:ext cx="2626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968" name="Google Shape;968;p2"/>
          <p:cNvSpPr txBox="1"/>
          <p:nvPr>
            <p:ph idx="21" type="title"/>
          </p:nvPr>
        </p:nvSpPr>
        <p:spPr>
          <a:xfrm>
            <a:off x="4916088" y="2599075"/>
            <a:ext cx="834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05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3"/>
          <p:cNvSpPr txBox="1"/>
          <p:nvPr>
            <p:ph idx="1" type="subTitle"/>
          </p:nvPr>
        </p:nvSpPr>
        <p:spPr>
          <a:xfrm>
            <a:off x="720000" y="1104400"/>
            <a:ext cx="7704000" cy="3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The goal of the project is create an Arduino based implementation of a Home Automation System where the basic functionalities could be met.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The basic functionalities include running a fan based on the temperature of the room, opening the door based on any motion detected and even turning on the lights on any motion detected.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The project will showcase the use of IoT in homes to create an efficient environment for staying at their homes. </a:t>
            </a:r>
            <a:endParaRPr/>
          </a:p>
        </p:txBody>
      </p:sp>
      <p:sp>
        <p:nvSpPr>
          <p:cNvPr id="974" name="Google Shape;974;p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Aim of the Project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9" name="Google Shape;97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005" y="0"/>
            <a:ext cx="9153005" cy="51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4"/>
          <p:cNvSpPr/>
          <p:nvPr/>
        </p:nvSpPr>
        <p:spPr>
          <a:xfrm>
            <a:off x="0" y="50"/>
            <a:ext cx="4163700" cy="51435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FFFFFF">
                  <a:alpha val="56078"/>
                </a:srgbClr>
              </a:gs>
              <a:gs pos="25000">
                <a:srgbClr val="FFFFFF">
                  <a:alpha val="56078"/>
                </a:srgbClr>
              </a:gs>
              <a:gs pos="50000">
                <a:srgbClr val="FFFFFF">
                  <a:alpha val="56078"/>
                </a:srgbClr>
              </a:gs>
              <a:gs pos="100000">
                <a:srgbClr val="BEBEBE">
                  <a:alpha val="56078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4"/>
          <p:cNvSpPr txBox="1"/>
          <p:nvPr>
            <p:ph type="title"/>
          </p:nvPr>
        </p:nvSpPr>
        <p:spPr>
          <a:xfrm>
            <a:off x="646261" y="2379900"/>
            <a:ext cx="3395100" cy="18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3000"/>
              <a:t>Arduino Project Components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5"/>
          <p:cNvSpPr txBox="1"/>
          <p:nvPr>
            <p:ph idx="1" type="subTitle"/>
          </p:nvPr>
        </p:nvSpPr>
        <p:spPr>
          <a:xfrm>
            <a:off x="720000" y="1394332"/>
            <a:ext cx="7704000" cy="3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PIR Sensor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Ultrasonic Distance Sensor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Temperature Sensor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DC Motor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Micro Servo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H-bridge motor driver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LEDs</a:t>
            </a:r>
            <a:endParaRPr/>
          </a:p>
        </p:txBody>
      </p:sp>
      <p:sp>
        <p:nvSpPr>
          <p:cNvPr id="987" name="Google Shape;98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Components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6"/>
          <p:cNvSpPr txBox="1"/>
          <p:nvPr>
            <p:ph idx="1" type="subTitle"/>
          </p:nvPr>
        </p:nvSpPr>
        <p:spPr>
          <a:xfrm>
            <a:off x="720000" y="1288975"/>
            <a:ext cx="7704000" cy="3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The door will open If anyone comes near at the door within 40cm and door will be open for 2 seconds. Then it will check again if anyone is still within 40cm, if yes, then the door will still be open for 3 more seconds and if no, then the door will automatically be closed. (I used here Ultrasonic Sensor for measuring distance and Servo motor for opening the door )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If the room detects any movement, the light(LED) will automatically be lighting. If there is no movement in the rom, then the light will remain off. ( I used here PIR for detecting movement and LED for light )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It will detect room temperature and if that is greater than 20 degree Celsius then a fan will be running, otherwise, the fan will remain stopped. ( I used here temperature sensor LM35 for detecting temperature and a motor for running a fan )</a:t>
            </a:r>
            <a:endParaRPr/>
          </a:p>
        </p:txBody>
      </p:sp>
      <p:sp>
        <p:nvSpPr>
          <p:cNvPr id="993" name="Google Shape;99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Working of the Project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7"/>
          <p:cNvSpPr txBox="1"/>
          <p:nvPr>
            <p:ph type="title"/>
          </p:nvPr>
        </p:nvSpPr>
        <p:spPr>
          <a:xfrm>
            <a:off x="720000" y="19716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Understanding the Code</a:t>
            </a:r>
            <a:endParaRPr/>
          </a:p>
        </p:txBody>
      </p:sp>
      <p:pic>
        <p:nvPicPr>
          <p:cNvPr id="999" name="Google Shape;9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88" y="1156439"/>
            <a:ext cx="4012066" cy="391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0379" y="1175956"/>
            <a:ext cx="3888363" cy="3894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8"/>
          <p:cNvSpPr txBox="1"/>
          <p:nvPr>
            <p:ph type="title"/>
          </p:nvPr>
        </p:nvSpPr>
        <p:spPr>
          <a:xfrm>
            <a:off x="720000" y="19716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Understanding the Code</a:t>
            </a:r>
            <a:endParaRPr/>
          </a:p>
        </p:txBody>
      </p:sp>
      <p:pic>
        <p:nvPicPr>
          <p:cNvPr id="1006" name="Google Shape;10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9544" y="1105039"/>
            <a:ext cx="5204911" cy="3215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9"/>
          <p:cNvSpPr txBox="1"/>
          <p:nvPr>
            <p:ph type="title"/>
          </p:nvPr>
        </p:nvSpPr>
        <p:spPr>
          <a:xfrm>
            <a:off x="1025700" y="1411294"/>
            <a:ext cx="7092600" cy="17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-US" sz="6600"/>
              <a:t>Conclusion</a:t>
            </a:r>
            <a:endParaRPr sz="6600"/>
          </a:p>
        </p:txBody>
      </p:sp>
      <p:sp>
        <p:nvSpPr>
          <p:cNvPr id="1012" name="Google Shape;1012;p9"/>
          <p:cNvSpPr txBox="1"/>
          <p:nvPr>
            <p:ph idx="1" type="subTitle"/>
          </p:nvPr>
        </p:nvSpPr>
        <p:spPr>
          <a:xfrm>
            <a:off x="1284000" y="2571750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Ultimately, the integration of Arduino-based home automation systems into households contributes to improved quality of life by automating routine tasks, optimizing resource utilization and proving remote accessibility.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0"/>
          <p:cNvSpPr txBox="1"/>
          <p:nvPr>
            <p:ph type="title"/>
          </p:nvPr>
        </p:nvSpPr>
        <p:spPr>
          <a:xfrm>
            <a:off x="1025700" y="1411294"/>
            <a:ext cx="7092600" cy="17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-US" sz="8800"/>
              <a:t>Thank You</a:t>
            </a:r>
            <a:endParaRPr sz="8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mart Home Project Proposal by Slidesgo">
  <a:themeElements>
    <a:clrScheme name="Simple Light">
      <a:dk1>
        <a:srgbClr val="253035"/>
      </a:dk1>
      <a:lt1>
        <a:srgbClr val="F9F9F9"/>
      </a:lt1>
      <a:dk2>
        <a:srgbClr val="FFFFFF"/>
      </a:dk2>
      <a:lt2>
        <a:srgbClr val="7A0C0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530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